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386" r:id="rId4"/>
    <p:sldId id="263" r:id="rId5"/>
    <p:sldId id="269" r:id="rId6"/>
    <p:sldId id="261" r:id="rId7"/>
    <p:sldId id="271" r:id="rId8"/>
    <p:sldId id="279" r:id="rId9"/>
    <p:sldId id="280" r:id="rId10"/>
    <p:sldId id="281" r:id="rId11"/>
    <p:sldId id="283" r:id="rId12"/>
    <p:sldId id="284" r:id="rId13"/>
    <p:sldId id="285" r:id="rId14"/>
    <p:sldId id="287" r:id="rId15"/>
    <p:sldId id="288" r:id="rId16"/>
    <p:sldId id="289" r:id="rId17"/>
    <p:sldId id="291" r:id="rId18"/>
    <p:sldId id="292" r:id="rId19"/>
    <p:sldId id="293" r:id="rId20"/>
    <p:sldId id="295" r:id="rId21"/>
    <p:sldId id="296" r:id="rId22"/>
    <p:sldId id="297" r:id="rId23"/>
    <p:sldId id="299" r:id="rId24"/>
    <p:sldId id="300" r:id="rId25"/>
    <p:sldId id="301" r:id="rId26"/>
    <p:sldId id="303" r:id="rId27"/>
    <p:sldId id="304" r:id="rId28"/>
    <p:sldId id="305" r:id="rId29"/>
    <p:sldId id="307" r:id="rId30"/>
    <p:sldId id="308" r:id="rId31"/>
    <p:sldId id="309" r:id="rId32"/>
    <p:sldId id="311" r:id="rId33"/>
    <p:sldId id="312" r:id="rId34"/>
    <p:sldId id="313" r:id="rId35"/>
    <p:sldId id="315" r:id="rId36"/>
    <p:sldId id="316" r:id="rId37"/>
    <p:sldId id="317" r:id="rId38"/>
    <p:sldId id="319" r:id="rId39"/>
    <p:sldId id="320" r:id="rId40"/>
    <p:sldId id="321" r:id="rId41"/>
    <p:sldId id="323" r:id="rId42"/>
    <p:sldId id="324" r:id="rId43"/>
    <p:sldId id="325" r:id="rId44"/>
    <p:sldId id="327" r:id="rId45"/>
    <p:sldId id="328" r:id="rId46"/>
    <p:sldId id="329" r:id="rId47"/>
    <p:sldId id="331" r:id="rId48"/>
    <p:sldId id="332" r:id="rId49"/>
    <p:sldId id="333" r:id="rId50"/>
    <p:sldId id="335" r:id="rId51"/>
    <p:sldId id="336" r:id="rId52"/>
    <p:sldId id="337" r:id="rId53"/>
    <p:sldId id="339" r:id="rId54"/>
    <p:sldId id="340" r:id="rId55"/>
    <p:sldId id="341" r:id="rId56"/>
    <p:sldId id="343" r:id="rId57"/>
    <p:sldId id="344" r:id="rId58"/>
    <p:sldId id="345" r:id="rId59"/>
    <p:sldId id="347" r:id="rId60"/>
    <p:sldId id="348" r:id="rId61"/>
    <p:sldId id="349" r:id="rId62"/>
    <p:sldId id="351" r:id="rId63"/>
    <p:sldId id="352" r:id="rId64"/>
    <p:sldId id="353" r:id="rId65"/>
    <p:sldId id="355" r:id="rId66"/>
    <p:sldId id="356" r:id="rId67"/>
    <p:sldId id="357" r:id="rId68"/>
    <p:sldId id="359" r:id="rId69"/>
    <p:sldId id="360" r:id="rId70"/>
    <p:sldId id="361" r:id="rId71"/>
    <p:sldId id="363" r:id="rId72"/>
    <p:sldId id="364" r:id="rId73"/>
    <p:sldId id="365" r:id="rId74"/>
    <p:sldId id="367" r:id="rId75"/>
    <p:sldId id="368" r:id="rId76"/>
    <p:sldId id="369" r:id="rId77"/>
    <p:sldId id="371" r:id="rId78"/>
    <p:sldId id="372" r:id="rId79"/>
    <p:sldId id="373" r:id="rId80"/>
    <p:sldId id="375" r:id="rId81"/>
    <p:sldId id="376" r:id="rId82"/>
    <p:sldId id="377" r:id="rId83"/>
    <p:sldId id="379" r:id="rId84"/>
    <p:sldId id="380" r:id="rId85"/>
    <p:sldId id="381" r:id="rId86"/>
    <p:sldId id="383" r:id="rId87"/>
    <p:sldId id="384" r:id="rId88"/>
    <p:sldId id="385" r:id="rId89"/>
  </p:sldIdLst>
  <p:sldSz cx="14630400" cy="8229600"/>
  <p:notesSz cx="8229600" cy="14630400"/>
  <p:embeddedFontLst>
    <p:embeddedFont>
      <p:font typeface="Inter" panose="020B0604020202020204" charset="0"/>
      <p:regular r:id="rId9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42D12-3F3C-4D2E-8D17-2399A54B55BB}" v="271" dt="2025-12-17T08:41:05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1.fntdata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08:41:05.359" v="615"/>
      <pc:docMkLst>
        <pc:docMk/>
      </pc:docMkLst>
      <pc:sldChg chg="modSp mod">
        <pc:chgData name="Lalwani, Sunil" userId="95b0a425-4eed-4b84-a7cf-34664c131309" providerId="ADAL" clId="{CC5F0CBF-77A6-4739-8FF3-8FB7DAFF4AC8}" dt="2025-12-17T08:40:59.567" v="603" actId="947"/>
        <pc:sldMkLst>
          <pc:docMk/>
          <pc:sldMk cId="0" sldId="256"/>
        </pc:sldMkLst>
        <pc:spChg chg="mod">
          <ac:chgData name="Lalwani, Sunil" userId="95b0a425-4eed-4b84-a7cf-34664c131309" providerId="ADAL" clId="{CC5F0CBF-77A6-4739-8FF3-8FB7DAFF4AC8}" dt="2025-12-17T08:40:59.567" v="603" actId="94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Lalwani, Sunil" userId="95b0a425-4eed-4b84-a7cf-34664c131309" providerId="ADAL" clId="{CC5F0CBF-77A6-4739-8FF3-8FB7DAFF4AC8}" dt="2025-12-16T15:34:55.400" v="1" actId="47"/>
        <pc:sldMkLst>
          <pc:docMk/>
          <pc:sldMk cId="0" sldId="257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8:40:55.896" v="601"/>
        <pc:sldMkLst>
          <pc:docMk/>
          <pc:sldMk cId="3763901195" sldId="257"/>
        </pc:sldMkLst>
        <pc:spChg chg="mod">
          <ac:chgData name="Lalwani, Sunil" userId="95b0a425-4eed-4b84-a7cf-34664c131309" providerId="ADAL" clId="{CC5F0CBF-77A6-4739-8FF3-8FB7DAFF4AC8}" dt="2025-12-17T08:40:17.098" v="550" actId="1582"/>
          <ac:spMkLst>
            <pc:docMk/>
            <pc:sldMk cId="3763901195" sldId="257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40:17.098" v="550" actId="1582"/>
          <ac:spMkLst>
            <pc:docMk/>
            <pc:sldMk cId="3763901195" sldId="257"/>
            <ac:spMk id="4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8:40:16.711" v="548" actId="207"/>
          <ac:grpSpMkLst>
            <pc:docMk/>
            <pc:sldMk cId="3763901195" sldId="257"/>
            <ac:grpSpMk id="5" creationId="{E30F2075-EFAF-4588-628F-8CB9117DDB73}"/>
          </ac:grpSpMkLst>
        </pc:grpChg>
        <pc:grpChg chg="add mod">
          <ac:chgData name="Lalwani, Sunil" userId="95b0a425-4eed-4b84-a7cf-34664c131309" providerId="ADAL" clId="{CC5F0CBF-77A6-4739-8FF3-8FB7DAFF4AC8}" dt="2025-12-17T08:40:16.711" v="548" actId="207"/>
          <ac:grpSpMkLst>
            <pc:docMk/>
            <pc:sldMk cId="3763901195" sldId="257"/>
            <ac:grpSpMk id="6" creationId="{1C55F93E-4F19-7B5A-F00B-E8AF6379928C}"/>
          </ac:grpSpMkLst>
        </pc:grpChg>
        <pc:picChg chg="mod">
          <ac:chgData name="Lalwani, Sunil" userId="95b0a425-4eed-4b84-a7cf-34664c131309" providerId="ADAL" clId="{CC5F0CBF-77A6-4739-8FF3-8FB7DAFF4AC8}" dt="2025-12-17T08:40:17.098" v="550" actId="1582"/>
          <ac:picMkLst>
            <pc:docMk/>
            <pc:sldMk cId="3763901195" sldId="257"/>
            <ac:picMk id="2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58"/>
        </pc:sldMkLst>
      </pc:sldChg>
      <pc:sldChg chg="add del">
        <pc:chgData name="Lalwani, Sunil" userId="95b0a425-4eed-4b84-a7cf-34664c131309" providerId="ADAL" clId="{CC5F0CBF-77A6-4739-8FF3-8FB7DAFF4AC8}" dt="2025-12-17T08:34:14.707" v="22" actId="2696"/>
        <pc:sldMkLst>
          <pc:docMk/>
          <pc:sldMk cId="1931439060" sldId="258"/>
        </pc:sldMkLst>
      </pc:sldChg>
      <pc:sldChg chg="add del">
        <pc:chgData name="Lalwani, Sunil" userId="95b0a425-4eed-4b84-a7cf-34664c131309" providerId="ADAL" clId="{CC5F0CBF-77A6-4739-8FF3-8FB7DAFF4AC8}" dt="2025-12-17T08:34:05.489" v="6" actId="2696"/>
        <pc:sldMkLst>
          <pc:docMk/>
          <pc:sldMk cId="3650321578" sldId="258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59"/>
        </pc:sldMkLst>
      </pc:sldChg>
      <pc:sldChg chg="add del ord modTransition setBg modNotes">
        <pc:chgData name="Lalwani, Sunil" userId="95b0a425-4eed-4b84-a7cf-34664c131309" providerId="ADAL" clId="{CC5F0CBF-77A6-4739-8FF3-8FB7DAFF4AC8}" dt="2025-12-17T08:39:17.938" v="456" actId="47"/>
        <pc:sldMkLst>
          <pc:docMk/>
          <pc:sldMk cId="3753066967" sldId="259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0"/>
        </pc:sldMkLst>
      </pc:sldChg>
      <pc:sldChg chg="add del ord modTransition setBg modNotes">
        <pc:chgData name="Lalwani, Sunil" userId="95b0a425-4eed-4b84-a7cf-34664c131309" providerId="ADAL" clId="{CC5F0CBF-77A6-4739-8FF3-8FB7DAFF4AC8}" dt="2025-12-17T08:39:19.388" v="457" actId="47"/>
        <pc:sldMkLst>
          <pc:docMk/>
          <pc:sldMk cId="644199709" sldId="260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1"/>
        </pc:sldMkLst>
      </pc:sldChg>
      <pc:sldChg chg="add ord modTransition setBg modNotes">
        <pc:chgData name="Lalwani, Sunil" userId="95b0a425-4eed-4b84-a7cf-34664c131309" providerId="ADAL" clId="{CC5F0CBF-77A6-4739-8FF3-8FB7DAFF4AC8}" dt="2025-12-17T08:41:01.591" v="604" actId="20577"/>
        <pc:sldMkLst>
          <pc:docMk/>
          <pc:sldMk cId="4195957678" sldId="261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2"/>
        </pc:sldMkLst>
      </pc:sldChg>
      <pc:sldChg chg="add del">
        <pc:chgData name="Lalwani, Sunil" userId="95b0a425-4eed-4b84-a7cf-34664c131309" providerId="ADAL" clId="{CC5F0CBF-77A6-4739-8FF3-8FB7DAFF4AC8}" dt="2025-12-17T08:34:26.116" v="49" actId="2696"/>
        <pc:sldMkLst>
          <pc:docMk/>
          <pc:sldMk cId="2675857790" sldId="262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3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8:41:05.359" v="615"/>
        <pc:sldMkLst>
          <pc:docMk/>
          <pc:sldMk cId="4281493745" sldId="263"/>
        </pc:sldMkLst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4" creationId="{5A956811-DB7F-3C98-C63C-F8B973976426}"/>
          </ac:spMkLst>
        </pc:spChg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6" creationId="{DA03FD6E-6331-98E8-140F-333A06FA0D7B}"/>
          </ac:spMkLst>
        </pc:spChg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9" creationId="{85FDDAC6-EE91-A8AE-9765-AFECC000670C}"/>
          </ac:spMkLst>
        </pc:spChg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11" creationId="{F7EB361D-CF97-243E-59D7-485B4E1DCB07}"/>
          </ac:spMkLst>
        </pc:spChg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14" creationId="{38078525-B9CC-7996-E4E5-8EA85E714BD3}"/>
          </ac:spMkLst>
        </pc:spChg>
        <pc:spChg chg="mod">
          <ac:chgData name="Lalwani, Sunil" userId="95b0a425-4eed-4b84-a7cf-34664c131309" providerId="ADAL" clId="{CC5F0CBF-77A6-4739-8FF3-8FB7DAFF4AC8}" dt="2025-12-17T08:41:03.450" v="612" actId="1582"/>
          <ac:spMkLst>
            <pc:docMk/>
            <pc:sldMk cId="4281493745" sldId="263"/>
            <ac:spMk id="16" creationId="{A794196F-1689-2970-5E88-272B21A425E1}"/>
          </ac:spMkLst>
        </pc:spChg>
        <pc:spChg chg="mod">
          <ac:chgData name="Lalwani, Sunil" userId="95b0a425-4eed-4b84-a7cf-34664c131309" providerId="ADAL" clId="{CC5F0CBF-77A6-4739-8FF3-8FB7DAFF4AC8}" dt="2025-12-17T08:37:31.663" v="315"/>
          <ac:spMkLst>
            <pc:docMk/>
            <pc:sldMk cId="4281493745" sldId="263"/>
            <ac:spMk id="19" creationId="{A22EA976-2F4A-4FD4-A68E-96BA334EF45D}"/>
          </ac:spMkLst>
        </pc:spChg>
        <pc:spChg chg="mod">
          <ac:chgData name="Lalwani, Sunil" userId="95b0a425-4eed-4b84-a7cf-34664c131309" providerId="ADAL" clId="{CC5F0CBF-77A6-4739-8FF3-8FB7DAFF4AC8}" dt="2025-12-17T08:37:31.663" v="315"/>
          <ac:spMkLst>
            <pc:docMk/>
            <pc:sldMk cId="4281493745" sldId="263"/>
            <ac:spMk id="21" creationId="{571A5C09-520F-0817-7797-3FD594145345}"/>
          </ac:spMkLst>
        </pc:spChg>
        <pc:spChg chg="mod">
          <ac:chgData name="Lalwani, Sunil" userId="95b0a425-4eed-4b84-a7cf-34664c131309" providerId="ADAL" clId="{CC5F0CBF-77A6-4739-8FF3-8FB7DAFF4AC8}" dt="2025-12-17T08:38:28.998" v="383"/>
          <ac:spMkLst>
            <pc:docMk/>
            <pc:sldMk cId="4281493745" sldId="263"/>
            <ac:spMk id="24" creationId="{80576AA9-7701-DF00-3D21-E4BF4882A77B}"/>
          </ac:spMkLst>
        </pc:spChg>
        <pc:spChg chg="mod">
          <ac:chgData name="Lalwani, Sunil" userId="95b0a425-4eed-4b84-a7cf-34664c131309" providerId="ADAL" clId="{CC5F0CBF-77A6-4739-8FF3-8FB7DAFF4AC8}" dt="2025-12-17T08:38:28.998" v="383"/>
          <ac:spMkLst>
            <pc:docMk/>
            <pc:sldMk cId="4281493745" sldId="263"/>
            <ac:spMk id="26" creationId="{4D50FA45-8C6E-1C2F-A6A1-5E3488385A06}"/>
          </ac:spMkLst>
        </pc:spChg>
        <pc:spChg chg="mod">
          <ac:chgData name="Lalwani, Sunil" userId="95b0a425-4eed-4b84-a7cf-34664c131309" providerId="ADAL" clId="{CC5F0CBF-77A6-4739-8FF3-8FB7DAFF4AC8}" dt="2025-12-17T08:39:16.835" v="455"/>
          <ac:spMkLst>
            <pc:docMk/>
            <pc:sldMk cId="4281493745" sldId="263"/>
            <ac:spMk id="29" creationId="{C26DC8DB-54E8-7988-74CF-D7A111D46723}"/>
          </ac:spMkLst>
        </pc:spChg>
        <pc:spChg chg="mod">
          <ac:chgData name="Lalwani, Sunil" userId="95b0a425-4eed-4b84-a7cf-34664c131309" providerId="ADAL" clId="{CC5F0CBF-77A6-4739-8FF3-8FB7DAFF4AC8}" dt="2025-12-17T08:39:16.835" v="455"/>
          <ac:spMkLst>
            <pc:docMk/>
            <pc:sldMk cId="4281493745" sldId="263"/>
            <ac:spMk id="31" creationId="{8A1A877D-D5CB-BACE-4316-5F24EEAEDD3A}"/>
          </ac:spMkLst>
        </pc:spChg>
        <pc:grpChg chg="add mod">
          <ac:chgData name="Lalwani, Sunil" userId="95b0a425-4eed-4b84-a7cf-34664c131309" providerId="ADAL" clId="{CC5F0CBF-77A6-4739-8FF3-8FB7DAFF4AC8}" dt="2025-12-17T08:41:01.991" v="608"/>
          <ac:grpSpMkLst>
            <pc:docMk/>
            <pc:sldMk cId="4281493745" sldId="263"/>
            <ac:grpSpMk id="2" creationId="{114E1F79-64BC-D4D0-3F4E-E681048BE5F1}"/>
          </ac:grpSpMkLst>
        </pc:grpChg>
        <pc:grpChg chg="mod">
          <ac:chgData name="Lalwani, Sunil" userId="95b0a425-4eed-4b84-a7cf-34664c131309" providerId="ADAL" clId="{CC5F0CBF-77A6-4739-8FF3-8FB7DAFF4AC8}" dt="2025-12-17T08:41:03.095" v="610" actId="207"/>
          <ac:grpSpMkLst>
            <pc:docMk/>
            <pc:sldMk cId="4281493745" sldId="263"/>
            <ac:grpSpMk id="3" creationId="{B47D2D01-CD54-1A53-8602-0855F470A00B}"/>
          </ac:grpSpMkLst>
        </pc:grpChg>
        <pc:grpChg chg="add mod">
          <ac:chgData name="Lalwani, Sunil" userId="95b0a425-4eed-4b84-a7cf-34664c131309" providerId="ADAL" clId="{CC5F0CBF-77A6-4739-8FF3-8FB7DAFF4AC8}" dt="2025-12-17T08:41:01.991" v="608"/>
          <ac:grpSpMkLst>
            <pc:docMk/>
            <pc:sldMk cId="4281493745" sldId="263"/>
            <ac:grpSpMk id="7" creationId="{5CB00C61-D7C8-FFBB-F854-E2677FAFBC2E}"/>
          </ac:grpSpMkLst>
        </pc:grpChg>
        <pc:grpChg chg="mod">
          <ac:chgData name="Lalwani, Sunil" userId="95b0a425-4eed-4b84-a7cf-34664c131309" providerId="ADAL" clId="{CC5F0CBF-77A6-4739-8FF3-8FB7DAFF4AC8}" dt="2025-12-17T08:41:01.991" v="608"/>
          <ac:grpSpMkLst>
            <pc:docMk/>
            <pc:sldMk cId="4281493745" sldId="263"/>
            <ac:grpSpMk id="8" creationId="{A778247F-3BB9-497C-C010-936ADD3BBB1C}"/>
          </ac:grpSpMkLst>
        </pc:grpChg>
        <pc:grpChg chg="add mod">
          <ac:chgData name="Lalwani, Sunil" userId="95b0a425-4eed-4b84-a7cf-34664c131309" providerId="ADAL" clId="{CC5F0CBF-77A6-4739-8FF3-8FB7DAFF4AC8}" dt="2025-12-17T08:41:02.602" v="609"/>
          <ac:grpSpMkLst>
            <pc:docMk/>
            <pc:sldMk cId="4281493745" sldId="263"/>
            <ac:grpSpMk id="12" creationId="{D80A14E2-8EC3-64C2-C7D2-3B49A5998720}"/>
          </ac:grpSpMkLst>
        </pc:grpChg>
        <pc:grpChg chg="mod">
          <ac:chgData name="Lalwani, Sunil" userId="95b0a425-4eed-4b84-a7cf-34664c131309" providerId="ADAL" clId="{CC5F0CBF-77A6-4739-8FF3-8FB7DAFF4AC8}" dt="2025-12-17T08:36:38.970" v="247"/>
          <ac:grpSpMkLst>
            <pc:docMk/>
            <pc:sldMk cId="4281493745" sldId="263"/>
            <ac:grpSpMk id="13" creationId="{C7C2C112-E95F-DF0A-41C1-0D057BE6780E}"/>
          </ac:grpSpMkLst>
        </pc:grpChg>
        <pc:grpChg chg="add mod">
          <ac:chgData name="Lalwani, Sunil" userId="95b0a425-4eed-4b84-a7cf-34664c131309" providerId="ADAL" clId="{CC5F0CBF-77A6-4739-8FF3-8FB7DAFF4AC8}" dt="2025-12-17T08:41:05.359" v="615"/>
          <ac:grpSpMkLst>
            <pc:docMk/>
            <pc:sldMk cId="4281493745" sldId="263"/>
            <ac:grpSpMk id="17" creationId="{EE779368-761A-04BC-94E4-D3B462750193}"/>
          </ac:grpSpMkLst>
        </pc:grpChg>
        <pc:grpChg chg="mod">
          <ac:chgData name="Lalwani, Sunil" userId="95b0a425-4eed-4b84-a7cf-34664c131309" providerId="ADAL" clId="{CC5F0CBF-77A6-4739-8FF3-8FB7DAFF4AC8}" dt="2025-12-17T08:37:31.663" v="315"/>
          <ac:grpSpMkLst>
            <pc:docMk/>
            <pc:sldMk cId="4281493745" sldId="263"/>
            <ac:grpSpMk id="18" creationId="{57CF633F-A210-15D7-1FE0-E713D1AE6770}"/>
          </ac:grpSpMkLst>
        </pc:grpChg>
        <pc:grpChg chg="add mod">
          <ac:chgData name="Lalwani, Sunil" userId="95b0a425-4eed-4b84-a7cf-34664c131309" providerId="ADAL" clId="{CC5F0CBF-77A6-4739-8FF3-8FB7DAFF4AC8}" dt="2025-12-17T08:38:28.998" v="383"/>
          <ac:grpSpMkLst>
            <pc:docMk/>
            <pc:sldMk cId="4281493745" sldId="263"/>
            <ac:grpSpMk id="22" creationId="{A1A1F3DB-AEC2-BEB3-252D-95C10A8BC290}"/>
          </ac:grpSpMkLst>
        </pc:grpChg>
        <pc:grpChg chg="mod">
          <ac:chgData name="Lalwani, Sunil" userId="95b0a425-4eed-4b84-a7cf-34664c131309" providerId="ADAL" clId="{CC5F0CBF-77A6-4739-8FF3-8FB7DAFF4AC8}" dt="2025-12-17T08:38:28.998" v="383"/>
          <ac:grpSpMkLst>
            <pc:docMk/>
            <pc:sldMk cId="4281493745" sldId="263"/>
            <ac:grpSpMk id="23" creationId="{062F1C1D-2941-D5F4-9C5C-788750FA433A}"/>
          </ac:grpSpMkLst>
        </pc:grpChg>
        <pc:grpChg chg="add mod">
          <ac:chgData name="Lalwani, Sunil" userId="95b0a425-4eed-4b84-a7cf-34664c131309" providerId="ADAL" clId="{CC5F0CBF-77A6-4739-8FF3-8FB7DAFF4AC8}" dt="2025-12-17T08:39:16.835" v="455"/>
          <ac:grpSpMkLst>
            <pc:docMk/>
            <pc:sldMk cId="4281493745" sldId="263"/>
            <ac:grpSpMk id="27" creationId="{7DCB3903-420B-F34B-C7E0-97E4F4FC51F7}"/>
          </ac:grpSpMkLst>
        </pc:grpChg>
        <pc:grpChg chg="mod">
          <ac:chgData name="Lalwani, Sunil" userId="95b0a425-4eed-4b84-a7cf-34664c131309" providerId="ADAL" clId="{CC5F0CBF-77A6-4739-8FF3-8FB7DAFF4AC8}" dt="2025-12-17T08:39:16.835" v="455"/>
          <ac:grpSpMkLst>
            <pc:docMk/>
            <pc:sldMk cId="4281493745" sldId="263"/>
            <ac:grpSpMk id="28" creationId="{CD13DAF4-8E9E-E628-715A-74DFBE5C527C}"/>
          </ac:grpSpMkLst>
        </pc:grpChg>
        <pc:grpChg chg="add mod">
          <ac:chgData name="Lalwani, Sunil" userId="95b0a425-4eed-4b84-a7cf-34664c131309" providerId="ADAL" clId="{CC5F0CBF-77A6-4739-8FF3-8FB7DAFF4AC8}" dt="2025-12-17T08:41:02.602" v="609"/>
          <ac:grpSpMkLst>
            <pc:docMk/>
            <pc:sldMk cId="4281493745" sldId="263"/>
            <ac:grpSpMk id="32" creationId="{F19EC4DB-8BA4-289D-EC2F-7DE9B2575D95}"/>
          </ac:grpSpMkLst>
        </pc:grpChg>
        <pc:grpChg chg="add mod">
          <ac:chgData name="Lalwani, Sunil" userId="95b0a425-4eed-4b84-a7cf-34664c131309" providerId="ADAL" clId="{CC5F0CBF-77A6-4739-8FF3-8FB7DAFF4AC8}" dt="2025-12-17T08:41:02.602" v="609"/>
          <ac:grpSpMkLst>
            <pc:docMk/>
            <pc:sldMk cId="4281493745" sldId="263"/>
            <ac:grpSpMk id="33" creationId="{7D9DE461-EF71-259E-0A7B-81FB9BC6D940}"/>
          </ac:grpSpMkLst>
        </pc:grpChg>
        <pc:picChg chg="mod">
          <ac:chgData name="Lalwani, Sunil" userId="95b0a425-4eed-4b84-a7cf-34664c131309" providerId="ADAL" clId="{CC5F0CBF-77A6-4739-8FF3-8FB7DAFF4AC8}" dt="2025-12-17T08:41:03.450" v="612" actId="1582"/>
          <ac:picMkLst>
            <pc:docMk/>
            <pc:sldMk cId="4281493745" sldId="263"/>
            <ac:picMk id="5" creationId="{238A41FE-4957-C4C6-815C-BFE8D4BD4825}"/>
          </ac:picMkLst>
        </pc:picChg>
        <pc:picChg chg="mod">
          <ac:chgData name="Lalwani, Sunil" userId="95b0a425-4eed-4b84-a7cf-34664c131309" providerId="ADAL" clId="{CC5F0CBF-77A6-4739-8FF3-8FB7DAFF4AC8}" dt="2025-12-17T08:41:03.450" v="612" actId="1582"/>
          <ac:picMkLst>
            <pc:docMk/>
            <pc:sldMk cId="4281493745" sldId="263"/>
            <ac:picMk id="10" creationId="{BC1FE8DC-E484-E006-A49E-2A7BDD32076D}"/>
          </ac:picMkLst>
        </pc:picChg>
        <pc:picChg chg="mod">
          <ac:chgData name="Lalwani, Sunil" userId="95b0a425-4eed-4b84-a7cf-34664c131309" providerId="ADAL" clId="{CC5F0CBF-77A6-4739-8FF3-8FB7DAFF4AC8}" dt="2025-12-17T08:41:03.450" v="612" actId="1582"/>
          <ac:picMkLst>
            <pc:docMk/>
            <pc:sldMk cId="4281493745" sldId="263"/>
            <ac:picMk id="15" creationId="{33378A03-5C7D-3F9D-4728-BA3C2777DADF}"/>
          </ac:picMkLst>
        </pc:picChg>
        <pc:picChg chg="mod">
          <ac:chgData name="Lalwani, Sunil" userId="95b0a425-4eed-4b84-a7cf-34664c131309" providerId="ADAL" clId="{CC5F0CBF-77A6-4739-8FF3-8FB7DAFF4AC8}" dt="2025-12-17T08:37:31.663" v="315"/>
          <ac:picMkLst>
            <pc:docMk/>
            <pc:sldMk cId="4281493745" sldId="263"/>
            <ac:picMk id="20" creationId="{2CD4C53E-36AE-68A2-8C66-B0C0EBD92A34}"/>
          </ac:picMkLst>
        </pc:picChg>
        <pc:picChg chg="mod">
          <ac:chgData name="Lalwani, Sunil" userId="95b0a425-4eed-4b84-a7cf-34664c131309" providerId="ADAL" clId="{CC5F0CBF-77A6-4739-8FF3-8FB7DAFF4AC8}" dt="2025-12-17T08:38:28.998" v="383"/>
          <ac:picMkLst>
            <pc:docMk/>
            <pc:sldMk cId="4281493745" sldId="263"/>
            <ac:picMk id="25" creationId="{01DF833A-9B1F-07EC-716A-57F9AECC4427}"/>
          </ac:picMkLst>
        </pc:picChg>
        <pc:picChg chg="mod">
          <ac:chgData name="Lalwani, Sunil" userId="95b0a425-4eed-4b84-a7cf-34664c131309" providerId="ADAL" clId="{CC5F0CBF-77A6-4739-8FF3-8FB7DAFF4AC8}" dt="2025-12-17T08:39:16.835" v="455"/>
          <ac:picMkLst>
            <pc:docMk/>
            <pc:sldMk cId="4281493745" sldId="263"/>
            <ac:picMk id="30" creationId="{B219B22E-64C7-1A47-9691-DFB9C59F071C}"/>
          </ac:picMkLst>
        </pc:picChg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4"/>
        </pc:sldMkLst>
      </pc:sldChg>
      <pc:sldChg chg="add del">
        <pc:chgData name="Lalwani, Sunil" userId="95b0a425-4eed-4b84-a7cf-34664c131309" providerId="ADAL" clId="{CC5F0CBF-77A6-4739-8FF3-8FB7DAFF4AC8}" dt="2025-12-17T08:39:13.047" v="441" actId="47"/>
        <pc:sldMkLst>
          <pc:docMk/>
          <pc:sldMk cId="1271852477" sldId="264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5"/>
        </pc:sldMkLst>
      </pc:sldChg>
      <pc:sldChg chg="add del ord">
        <pc:chgData name="Lalwani, Sunil" userId="95b0a425-4eed-4b84-a7cf-34664c131309" providerId="ADAL" clId="{CC5F0CBF-77A6-4739-8FF3-8FB7DAFF4AC8}" dt="2025-12-17T08:39:13.430" v="442" actId="47"/>
        <pc:sldMkLst>
          <pc:docMk/>
          <pc:sldMk cId="1733363388" sldId="265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6"/>
        </pc:sldMkLst>
      </pc:sldChg>
      <pc:sldChg chg="add del">
        <pc:chgData name="Lalwani, Sunil" userId="95b0a425-4eed-4b84-a7cf-34664c131309" providerId="ADAL" clId="{CC5F0CBF-77A6-4739-8FF3-8FB7DAFF4AC8}" dt="2025-12-17T08:34:36.073" v="64" actId="2696"/>
        <pc:sldMkLst>
          <pc:docMk/>
          <pc:sldMk cId="1811465428" sldId="266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7"/>
        </pc:sldMkLst>
      </pc:sldChg>
      <pc:sldChg chg="add del ord">
        <pc:chgData name="Lalwani, Sunil" userId="95b0a425-4eed-4b84-a7cf-34664c131309" providerId="ADAL" clId="{CC5F0CBF-77A6-4739-8FF3-8FB7DAFF4AC8}" dt="2025-12-17T08:39:14.408" v="445" actId="47"/>
        <pc:sldMkLst>
          <pc:docMk/>
          <pc:sldMk cId="1358223493" sldId="267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8"/>
        </pc:sldMkLst>
      </pc:sldChg>
      <pc:sldChg chg="add del">
        <pc:chgData name="Lalwani, Sunil" userId="95b0a425-4eed-4b84-a7cf-34664c131309" providerId="ADAL" clId="{CC5F0CBF-77A6-4739-8FF3-8FB7DAFF4AC8}" dt="2025-12-17T08:39:14.605" v="447" actId="47"/>
        <pc:sldMkLst>
          <pc:docMk/>
          <pc:sldMk cId="4112791858" sldId="268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69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08:40:48.018" v="588" actId="1582"/>
        <pc:sldMkLst>
          <pc:docMk/>
          <pc:sldMk cId="3586602870" sldId="269"/>
        </pc:sldMkLst>
        <pc:spChg chg="mod">
          <ac:chgData name="Lalwani, Sunil" userId="95b0a425-4eed-4b84-a7cf-34664c131309" providerId="ADAL" clId="{CC5F0CBF-77A6-4739-8FF3-8FB7DAFF4AC8}" dt="2025-12-17T08:40:48.018" v="588" actId="1582"/>
          <ac:spMkLst>
            <pc:docMk/>
            <pc:sldMk cId="3586602870" sldId="269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08:40:48.018" v="588" actId="1582"/>
          <ac:spMkLst>
            <pc:docMk/>
            <pc:sldMk cId="3586602870" sldId="269"/>
            <ac:spMk id="4" creationId="{00000000-0000-0000-0000-000000000000}"/>
          </ac:spMkLst>
        </pc:spChg>
        <pc:grpChg chg="mod">
          <ac:chgData name="Lalwani, Sunil" userId="95b0a425-4eed-4b84-a7cf-34664c131309" providerId="ADAL" clId="{CC5F0CBF-77A6-4739-8FF3-8FB7DAFF4AC8}" dt="2025-12-17T08:40:47.556" v="586" actId="207"/>
          <ac:grpSpMkLst>
            <pc:docMk/>
            <pc:sldMk cId="3586602870" sldId="269"/>
            <ac:grpSpMk id="5" creationId="{E30F2075-EFAF-4588-628F-8CB9117DDB73}"/>
          </ac:grpSpMkLst>
        </pc:grpChg>
        <pc:grpChg chg="add mod">
          <ac:chgData name="Lalwani, Sunil" userId="95b0a425-4eed-4b84-a7cf-34664c131309" providerId="ADAL" clId="{CC5F0CBF-77A6-4739-8FF3-8FB7DAFF4AC8}" dt="2025-12-17T08:40:47.556" v="586" actId="207"/>
          <ac:grpSpMkLst>
            <pc:docMk/>
            <pc:sldMk cId="3586602870" sldId="269"/>
            <ac:grpSpMk id="6" creationId="{395708D0-DFE4-8562-5B96-0540D961480D}"/>
          </ac:grpSpMkLst>
        </pc:grpChg>
        <pc:picChg chg="mod">
          <ac:chgData name="Lalwani, Sunil" userId="95b0a425-4eed-4b84-a7cf-34664c131309" providerId="ADAL" clId="{CC5F0CBF-77A6-4739-8FF3-8FB7DAFF4AC8}" dt="2025-12-17T08:40:48.018" v="588" actId="1582"/>
          <ac:picMkLst>
            <pc:docMk/>
            <pc:sldMk cId="3586602870" sldId="269"/>
            <ac:picMk id="2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0"/>
        </pc:sldMkLst>
      </pc:sldChg>
      <pc:sldChg chg="add del">
        <pc:chgData name="Lalwani, Sunil" userId="95b0a425-4eed-4b84-a7cf-34664c131309" providerId="ADAL" clId="{CC5F0CBF-77A6-4739-8FF3-8FB7DAFF4AC8}" dt="2025-12-17T08:34:46.434" v="79" actId="2696"/>
        <pc:sldMkLst>
          <pc:docMk/>
          <pc:sldMk cId="435652304" sldId="270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1"/>
        </pc:sldMkLst>
      </pc:sldChg>
      <pc:sldChg chg="addSp modSp add ord">
        <pc:chgData name="Lalwani, Sunil" userId="95b0a425-4eed-4b84-a7cf-34664c131309" providerId="ADAL" clId="{CC5F0CBF-77A6-4739-8FF3-8FB7DAFF4AC8}" dt="2025-12-17T08:41:04.273" v="613"/>
        <pc:sldMkLst>
          <pc:docMk/>
          <pc:sldMk cId="2509282449" sldId="271"/>
        </pc:sldMkLst>
        <pc:spChg chg="mod">
          <ac:chgData name="Lalwani, Sunil" userId="95b0a425-4eed-4b84-a7cf-34664c131309" providerId="ADAL" clId="{CC5F0CBF-77A6-4739-8FF3-8FB7DAFF4AC8}" dt="2025-12-17T08:39:44.198" v="502"/>
          <ac:spMkLst>
            <pc:docMk/>
            <pc:sldMk cId="2509282449" sldId="271"/>
            <ac:spMk id="8" creationId="{DD7DC8EB-C5AE-4341-3704-E3A5607245DE}"/>
          </ac:spMkLst>
        </pc:spChg>
        <pc:spChg chg="mod">
          <ac:chgData name="Lalwani, Sunil" userId="95b0a425-4eed-4b84-a7cf-34664c131309" providerId="ADAL" clId="{CC5F0CBF-77A6-4739-8FF3-8FB7DAFF4AC8}" dt="2025-12-17T08:39:44.198" v="502"/>
          <ac:spMkLst>
            <pc:docMk/>
            <pc:sldMk cId="2509282449" sldId="271"/>
            <ac:spMk id="10" creationId="{297D89ED-991F-F059-6647-F95DA6EE87A1}"/>
          </ac:spMkLst>
        </pc:spChg>
        <pc:spChg chg="mod">
          <ac:chgData name="Lalwani, Sunil" userId="95b0a425-4eed-4b84-a7cf-34664c131309" providerId="ADAL" clId="{CC5F0CBF-77A6-4739-8FF3-8FB7DAFF4AC8}" dt="2025-12-17T08:39:58.044" v="526"/>
          <ac:spMkLst>
            <pc:docMk/>
            <pc:sldMk cId="2509282449" sldId="271"/>
            <ac:spMk id="15" creationId="{9F9B7310-7995-CB53-0BC3-13BDA4F89A67}"/>
          </ac:spMkLst>
        </pc:spChg>
        <pc:spChg chg="mod">
          <ac:chgData name="Lalwani, Sunil" userId="95b0a425-4eed-4b84-a7cf-34664c131309" providerId="ADAL" clId="{CC5F0CBF-77A6-4739-8FF3-8FB7DAFF4AC8}" dt="2025-12-17T08:39:58.044" v="526"/>
          <ac:spMkLst>
            <pc:docMk/>
            <pc:sldMk cId="2509282449" sldId="271"/>
            <ac:spMk id="17" creationId="{1284E66D-7DC9-0BDE-85E9-3F0DA16E9E59}"/>
          </ac:spMkLst>
        </pc:spChg>
        <pc:spChg chg="mod">
          <ac:chgData name="Lalwani, Sunil" userId="95b0a425-4eed-4b84-a7cf-34664c131309" providerId="ADAL" clId="{CC5F0CBF-77A6-4739-8FF3-8FB7DAFF4AC8}" dt="2025-12-17T08:39:58.044" v="526"/>
          <ac:spMkLst>
            <pc:docMk/>
            <pc:sldMk cId="2509282449" sldId="271"/>
            <ac:spMk id="19" creationId="{65D69D71-C5BD-6B91-0385-A18ABB99ADD6}"/>
          </ac:spMkLst>
        </pc:spChg>
        <pc:spChg chg="mod">
          <ac:chgData name="Lalwani, Sunil" userId="95b0a425-4eed-4b84-a7cf-34664c131309" providerId="ADAL" clId="{CC5F0CBF-77A6-4739-8FF3-8FB7DAFF4AC8}" dt="2025-12-17T08:39:58.044" v="526"/>
          <ac:spMkLst>
            <pc:docMk/>
            <pc:sldMk cId="2509282449" sldId="271"/>
            <ac:spMk id="21" creationId="{5BCE5A20-345F-DF16-8BD3-F875AF81AD56}"/>
          </ac:spMkLst>
        </pc:spChg>
        <pc:spChg chg="mod">
          <ac:chgData name="Lalwani, Sunil" userId="95b0a425-4eed-4b84-a7cf-34664c131309" providerId="ADAL" clId="{CC5F0CBF-77A6-4739-8FF3-8FB7DAFF4AC8}" dt="2025-12-17T08:40:17.935" v="551"/>
          <ac:spMkLst>
            <pc:docMk/>
            <pc:sldMk cId="2509282449" sldId="271"/>
            <ac:spMk id="24" creationId="{94087E4A-4137-0213-7C60-5446D904F5FD}"/>
          </ac:spMkLst>
        </pc:spChg>
        <pc:spChg chg="mod">
          <ac:chgData name="Lalwani, Sunil" userId="95b0a425-4eed-4b84-a7cf-34664c131309" providerId="ADAL" clId="{CC5F0CBF-77A6-4739-8FF3-8FB7DAFF4AC8}" dt="2025-12-17T08:40:17.935" v="551"/>
          <ac:spMkLst>
            <pc:docMk/>
            <pc:sldMk cId="2509282449" sldId="271"/>
            <ac:spMk id="26" creationId="{F260EED2-6FC5-9A33-ABE2-8C0539C9D939}"/>
          </ac:spMkLst>
        </pc:spChg>
        <pc:spChg chg="mod">
          <ac:chgData name="Lalwani, Sunil" userId="95b0a425-4eed-4b84-a7cf-34664c131309" providerId="ADAL" clId="{CC5F0CBF-77A6-4739-8FF3-8FB7DAFF4AC8}" dt="2025-12-17T08:40:48.812" v="589"/>
          <ac:spMkLst>
            <pc:docMk/>
            <pc:sldMk cId="2509282449" sldId="271"/>
            <ac:spMk id="29" creationId="{CD7C3EDD-5DA1-B74F-CCD2-8865BEEAEA9F}"/>
          </ac:spMkLst>
        </pc:spChg>
        <pc:spChg chg="mod">
          <ac:chgData name="Lalwani, Sunil" userId="95b0a425-4eed-4b84-a7cf-34664c131309" providerId="ADAL" clId="{CC5F0CBF-77A6-4739-8FF3-8FB7DAFF4AC8}" dt="2025-12-17T08:40:48.812" v="589"/>
          <ac:spMkLst>
            <pc:docMk/>
            <pc:sldMk cId="2509282449" sldId="271"/>
            <ac:spMk id="31" creationId="{F2154708-5CA3-5217-3195-80EB6D6EB595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36" creationId="{242D94E9-35A3-DDE0-98AE-6C5C7E34F0A0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38" creationId="{6EB74D8A-20BA-36FF-EA16-C72FE6EDB0DB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42" creationId="{8A531774-0507-CA5D-F86C-5508AD6314FC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44" creationId="{36192D39-5B8C-5851-39C9-FFA0224348A7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46" creationId="{AF6D5BE6-3ED8-E5EC-C4F8-6A7C3772C7AA}"/>
          </ac:spMkLst>
        </pc:spChg>
        <pc:spChg chg="mod">
          <ac:chgData name="Lalwani, Sunil" userId="95b0a425-4eed-4b84-a7cf-34664c131309" providerId="ADAL" clId="{CC5F0CBF-77A6-4739-8FF3-8FB7DAFF4AC8}" dt="2025-12-17T08:41:04.273" v="613"/>
          <ac:spMkLst>
            <pc:docMk/>
            <pc:sldMk cId="2509282449" sldId="271"/>
            <ac:spMk id="48" creationId="{B86C92B2-0538-8572-4373-D77F13D2AB21}"/>
          </ac:spMkLst>
        </pc:spChg>
        <pc:grpChg chg="add mod">
          <ac:chgData name="Lalwani, Sunil" userId="95b0a425-4eed-4b84-a7cf-34664c131309" providerId="ADAL" clId="{CC5F0CBF-77A6-4739-8FF3-8FB7DAFF4AC8}" dt="2025-12-17T08:39:44.198" v="502"/>
          <ac:grpSpMkLst>
            <pc:docMk/>
            <pc:sldMk cId="2509282449" sldId="271"/>
            <ac:grpSpMk id="6" creationId="{0980B318-A3D5-2AE0-95B7-B10FB710BAF4}"/>
          </ac:grpSpMkLst>
        </pc:grpChg>
        <pc:grpChg chg="mod">
          <ac:chgData name="Lalwani, Sunil" userId="95b0a425-4eed-4b84-a7cf-34664c131309" providerId="ADAL" clId="{CC5F0CBF-77A6-4739-8FF3-8FB7DAFF4AC8}" dt="2025-12-17T08:39:44.198" v="502"/>
          <ac:grpSpMkLst>
            <pc:docMk/>
            <pc:sldMk cId="2509282449" sldId="271"/>
            <ac:grpSpMk id="7" creationId="{1E924E56-88D9-6CB0-2C7D-D58CFAF21B0A}"/>
          </ac:grpSpMkLst>
        </pc:grpChg>
        <pc:grpChg chg="mod">
          <ac:chgData name="Lalwani, Sunil" userId="95b0a425-4eed-4b84-a7cf-34664c131309" providerId="ADAL" clId="{CC5F0CBF-77A6-4739-8FF3-8FB7DAFF4AC8}" dt="2025-12-17T08:39:58.044" v="526"/>
          <ac:grpSpMkLst>
            <pc:docMk/>
            <pc:sldMk cId="2509282449" sldId="271"/>
            <ac:grpSpMk id="12" creationId="{AB5DF9A0-B6C8-A02E-3794-0C2B239B9712}"/>
          </ac:grpSpMkLst>
        </pc:grpChg>
        <pc:grpChg chg="mod">
          <ac:chgData name="Lalwani, Sunil" userId="95b0a425-4eed-4b84-a7cf-34664c131309" providerId="ADAL" clId="{CC5F0CBF-77A6-4739-8FF3-8FB7DAFF4AC8}" dt="2025-12-17T08:39:58.044" v="526"/>
          <ac:grpSpMkLst>
            <pc:docMk/>
            <pc:sldMk cId="2509282449" sldId="271"/>
            <ac:grpSpMk id="13" creationId="{CA9F9DD3-E89C-7179-1058-913E503905C7}"/>
          </ac:grpSpMkLst>
        </pc:grpChg>
        <pc:grpChg chg="mod">
          <ac:chgData name="Lalwani, Sunil" userId="95b0a425-4eed-4b84-a7cf-34664c131309" providerId="ADAL" clId="{CC5F0CBF-77A6-4739-8FF3-8FB7DAFF4AC8}" dt="2025-12-17T08:39:58.044" v="526"/>
          <ac:grpSpMkLst>
            <pc:docMk/>
            <pc:sldMk cId="2509282449" sldId="271"/>
            <ac:grpSpMk id="14" creationId="{8222B237-B662-88B6-AC72-BD1B6858D88E}"/>
          </ac:grpSpMkLst>
        </pc:grpChg>
        <pc:grpChg chg="mod">
          <ac:chgData name="Lalwani, Sunil" userId="95b0a425-4eed-4b84-a7cf-34664c131309" providerId="ADAL" clId="{CC5F0CBF-77A6-4739-8FF3-8FB7DAFF4AC8}" dt="2025-12-17T08:39:58.044" v="526"/>
          <ac:grpSpMkLst>
            <pc:docMk/>
            <pc:sldMk cId="2509282449" sldId="271"/>
            <ac:grpSpMk id="18" creationId="{9CF09B8B-405C-4103-74C1-174060734326}"/>
          </ac:grpSpMkLst>
        </pc:grpChg>
        <pc:grpChg chg="add mod">
          <ac:chgData name="Lalwani, Sunil" userId="95b0a425-4eed-4b84-a7cf-34664c131309" providerId="ADAL" clId="{CC5F0CBF-77A6-4739-8FF3-8FB7DAFF4AC8}" dt="2025-12-17T08:40:17.935" v="551"/>
          <ac:grpSpMkLst>
            <pc:docMk/>
            <pc:sldMk cId="2509282449" sldId="271"/>
            <ac:grpSpMk id="22" creationId="{B2A733D5-C8E0-8A60-2A1F-AD551B153695}"/>
          </ac:grpSpMkLst>
        </pc:grpChg>
        <pc:grpChg chg="mod">
          <ac:chgData name="Lalwani, Sunil" userId="95b0a425-4eed-4b84-a7cf-34664c131309" providerId="ADAL" clId="{CC5F0CBF-77A6-4739-8FF3-8FB7DAFF4AC8}" dt="2025-12-17T08:40:17.935" v="551"/>
          <ac:grpSpMkLst>
            <pc:docMk/>
            <pc:sldMk cId="2509282449" sldId="271"/>
            <ac:grpSpMk id="23" creationId="{1A3222A7-267D-3EA3-340E-31D2A79AAC86}"/>
          </ac:grpSpMkLst>
        </pc:grpChg>
        <pc:grpChg chg="add mod">
          <ac:chgData name="Lalwani, Sunil" userId="95b0a425-4eed-4b84-a7cf-34664c131309" providerId="ADAL" clId="{CC5F0CBF-77A6-4739-8FF3-8FB7DAFF4AC8}" dt="2025-12-17T08:40:48.812" v="589"/>
          <ac:grpSpMkLst>
            <pc:docMk/>
            <pc:sldMk cId="2509282449" sldId="271"/>
            <ac:grpSpMk id="27" creationId="{879DA714-B192-69A1-11E1-5C12A780285A}"/>
          </ac:grpSpMkLst>
        </pc:grpChg>
        <pc:grpChg chg="mod">
          <ac:chgData name="Lalwani, Sunil" userId="95b0a425-4eed-4b84-a7cf-34664c131309" providerId="ADAL" clId="{CC5F0CBF-77A6-4739-8FF3-8FB7DAFF4AC8}" dt="2025-12-17T08:40:48.812" v="589"/>
          <ac:grpSpMkLst>
            <pc:docMk/>
            <pc:sldMk cId="2509282449" sldId="271"/>
            <ac:grpSpMk id="28" creationId="{A2D1DE10-E5DE-9C64-82BD-08103634F379}"/>
          </ac:grpSpMkLst>
        </pc:grpChg>
        <pc:grpChg chg="mod">
          <ac:chgData name="Lalwani, Sunil" userId="95b0a425-4eed-4b84-a7cf-34664c131309" providerId="ADAL" clId="{CC5F0CBF-77A6-4739-8FF3-8FB7DAFF4AC8}" dt="2025-12-17T08:41:04.273" v="613"/>
          <ac:grpSpMkLst>
            <pc:docMk/>
            <pc:sldMk cId="2509282449" sldId="271"/>
            <ac:grpSpMk id="40" creationId="{019ED5AF-9D43-16A9-34AD-79AFDE830D59}"/>
          </ac:grpSpMkLst>
        </pc:grpChg>
        <pc:picChg chg="mod">
          <ac:chgData name="Lalwani, Sunil" userId="95b0a425-4eed-4b84-a7cf-34664c131309" providerId="ADAL" clId="{CC5F0CBF-77A6-4739-8FF3-8FB7DAFF4AC8}" dt="2025-12-17T08:39:44.198" v="502"/>
          <ac:picMkLst>
            <pc:docMk/>
            <pc:sldMk cId="2509282449" sldId="271"/>
            <ac:picMk id="9" creationId="{CA2FF7D0-030F-0DE4-9731-A50AFF5A0F8C}"/>
          </ac:picMkLst>
        </pc:picChg>
        <pc:picChg chg="mod">
          <ac:chgData name="Lalwani, Sunil" userId="95b0a425-4eed-4b84-a7cf-34664c131309" providerId="ADAL" clId="{CC5F0CBF-77A6-4739-8FF3-8FB7DAFF4AC8}" dt="2025-12-17T08:39:58.044" v="526"/>
          <ac:picMkLst>
            <pc:docMk/>
            <pc:sldMk cId="2509282449" sldId="271"/>
            <ac:picMk id="16" creationId="{14295535-9165-674B-CA72-0D06CA1E7AEB}"/>
          </ac:picMkLst>
        </pc:picChg>
        <pc:picChg chg="mod">
          <ac:chgData name="Lalwani, Sunil" userId="95b0a425-4eed-4b84-a7cf-34664c131309" providerId="ADAL" clId="{CC5F0CBF-77A6-4739-8FF3-8FB7DAFF4AC8}" dt="2025-12-17T08:39:58.044" v="526"/>
          <ac:picMkLst>
            <pc:docMk/>
            <pc:sldMk cId="2509282449" sldId="271"/>
            <ac:picMk id="20" creationId="{2175DF8E-7F80-5023-2AE4-2940FBC8452F}"/>
          </ac:picMkLst>
        </pc:picChg>
        <pc:picChg chg="mod">
          <ac:chgData name="Lalwani, Sunil" userId="95b0a425-4eed-4b84-a7cf-34664c131309" providerId="ADAL" clId="{CC5F0CBF-77A6-4739-8FF3-8FB7DAFF4AC8}" dt="2025-12-17T08:40:17.935" v="551"/>
          <ac:picMkLst>
            <pc:docMk/>
            <pc:sldMk cId="2509282449" sldId="271"/>
            <ac:picMk id="25" creationId="{D8951536-5F7B-71C8-EC20-168D6931029A}"/>
          </ac:picMkLst>
        </pc:picChg>
        <pc:picChg chg="mod">
          <ac:chgData name="Lalwani, Sunil" userId="95b0a425-4eed-4b84-a7cf-34664c131309" providerId="ADAL" clId="{CC5F0CBF-77A6-4739-8FF3-8FB7DAFF4AC8}" dt="2025-12-17T08:40:48.812" v="589"/>
          <ac:picMkLst>
            <pc:docMk/>
            <pc:sldMk cId="2509282449" sldId="271"/>
            <ac:picMk id="30" creationId="{A11A9074-96AB-14E4-675F-3A53D61B236A}"/>
          </ac:picMkLst>
        </pc:picChg>
        <pc:picChg chg="mod">
          <ac:chgData name="Lalwani, Sunil" userId="95b0a425-4eed-4b84-a7cf-34664c131309" providerId="ADAL" clId="{CC5F0CBF-77A6-4739-8FF3-8FB7DAFF4AC8}" dt="2025-12-17T08:41:04.273" v="613"/>
          <ac:picMkLst>
            <pc:docMk/>
            <pc:sldMk cId="2509282449" sldId="271"/>
            <ac:picMk id="37" creationId="{71D629FD-E041-6333-0486-D4847A6A5D43}"/>
          </ac:picMkLst>
        </pc:picChg>
        <pc:picChg chg="mod">
          <ac:chgData name="Lalwani, Sunil" userId="95b0a425-4eed-4b84-a7cf-34664c131309" providerId="ADAL" clId="{CC5F0CBF-77A6-4739-8FF3-8FB7DAFF4AC8}" dt="2025-12-17T08:41:04.273" v="613"/>
          <ac:picMkLst>
            <pc:docMk/>
            <pc:sldMk cId="2509282449" sldId="271"/>
            <ac:picMk id="43" creationId="{E04199A4-6DCC-ED51-0AEE-969396C26B1B}"/>
          </ac:picMkLst>
        </pc:picChg>
        <pc:picChg chg="mod">
          <ac:chgData name="Lalwani, Sunil" userId="95b0a425-4eed-4b84-a7cf-34664c131309" providerId="ADAL" clId="{CC5F0CBF-77A6-4739-8FF3-8FB7DAFF4AC8}" dt="2025-12-17T08:41:04.273" v="613"/>
          <ac:picMkLst>
            <pc:docMk/>
            <pc:sldMk cId="2509282449" sldId="271"/>
            <ac:picMk id="47" creationId="{A3755ACA-E773-7B0D-00CE-F6EBDD4CF609}"/>
          </ac:picMkLst>
        </pc:picChg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2"/>
        </pc:sldMkLst>
      </pc:sldChg>
      <pc:sldChg chg="add del">
        <pc:chgData name="Lalwani, Sunil" userId="95b0a425-4eed-4b84-a7cf-34664c131309" providerId="ADAL" clId="{CC5F0CBF-77A6-4739-8FF3-8FB7DAFF4AC8}" dt="2025-12-17T08:39:27.304" v="474" actId="47"/>
        <pc:sldMkLst>
          <pc:docMk/>
          <pc:sldMk cId="2845562621" sldId="272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3"/>
        </pc:sldMkLst>
      </pc:sldChg>
      <pc:sldChg chg="add del ord">
        <pc:chgData name="Lalwani, Sunil" userId="95b0a425-4eed-4b84-a7cf-34664c131309" providerId="ADAL" clId="{CC5F0CBF-77A6-4739-8FF3-8FB7DAFF4AC8}" dt="2025-12-17T08:39:27.431" v="475" actId="47"/>
        <pc:sldMkLst>
          <pc:docMk/>
          <pc:sldMk cId="1080211516" sldId="273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4"/>
        </pc:sldMkLst>
      </pc:sldChg>
      <pc:sldChg chg="add del">
        <pc:chgData name="Lalwani, Sunil" userId="95b0a425-4eed-4b84-a7cf-34664c131309" providerId="ADAL" clId="{CC5F0CBF-77A6-4739-8FF3-8FB7DAFF4AC8}" dt="2025-12-17T08:34:56.782" v="95" actId="2696"/>
        <pc:sldMkLst>
          <pc:docMk/>
          <pc:sldMk cId="3699257517" sldId="274"/>
        </pc:sldMkLst>
      </pc:sldChg>
      <pc:sldChg chg="del">
        <pc:chgData name="Lalwani, Sunil" userId="95b0a425-4eed-4b84-a7cf-34664c131309" providerId="ADAL" clId="{CC5F0CBF-77A6-4739-8FF3-8FB7DAFF4AC8}" dt="2025-12-14T09:24:57.450" v="0" actId="47"/>
        <pc:sldMkLst>
          <pc:docMk/>
          <pc:sldMk cId="0" sldId="275"/>
        </pc:sldMkLst>
      </pc:sldChg>
      <pc:sldChg chg="add del ord">
        <pc:chgData name="Lalwani, Sunil" userId="95b0a425-4eed-4b84-a7cf-34664c131309" providerId="ADAL" clId="{CC5F0CBF-77A6-4739-8FF3-8FB7DAFF4AC8}" dt="2025-12-17T08:39:27.574" v="476" actId="47"/>
        <pc:sldMkLst>
          <pc:docMk/>
          <pc:sldMk cId="1386921473" sldId="275"/>
        </pc:sldMkLst>
      </pc:sldChg>
      <pc:sldChg chg="add del">
        <pc:chgData name="Lalwani, Sunil" userId="95b0a425-4eed-4b84-a7cf-34664c131309" providerId="ADAL" clId="{CC5F0CBF-77A6-4739-8FF3-8FB7DAFF4AC8}" dt="2025-12-17T08:39:28.576" v="477" actId="47"/>
        <pc:sldMkLst>
          <pc:docMk/>
          <pc:sldMk cId="1947289384" sldId="276"/>
        </pc:sldMkLst>
      </pc:sldChg>
      <pc:sldChg chg="add del ord">
        <pc:chgData name="Lalwani, Sunil" userId="95b0a425-4eed-4b84-a7cf-34664c131309" providerId="ADAL" clId="{CC5F0CBF-77A6-4739-8FF3-8FB7DAFF4AC8}" dt="2025-12-17T08:39:28.720" v="478" actId="47"/>
        <pc:sldMkLst>
          <pc:docMk/>
          <pc:sldMk cId="1890738753" sldId="277"/>
        </pc:sldMkLst>
      </pc:sldChg>
      <pc:sldChg chg="add del">
        <pc:chgData name="Lalwani, Sunil" userId="95b0a425-4eed-4b84-a7cf-34664c131309" providerId="ADAL" clId="{CC5F0CBF-77A6-4739-8FF3-8FB7DAFF4AC8}" dt="2025-12-17T08:35:08.706" v="119" actId="2696"/>
        <pc:sldMkLst>
          <pc:docMk/>
          <pc:sldMk cId="3784632264" sldId="278"/>
        </pc:sldMkLst>
      </pc:sldChg>
      <pc:sldChg chg="add ord">
        <pc:chgData name="Lalwani, Sunil" userId="95b0a425-4eed-4b84-a7cf-34664c131309" providerId="ADAL" clId="{CC5F0CBF-77A6-4739-8FF3-8FB7DAFF4AC8}" dt="2025-12-17T08:35:07.250" v="114"/>
        <pc:sldMkLst>
          <pc:docMk/>
          <pc:sldMk cId="3100714382" sldId="279"/>
        </pc:sldMkLst>
      </pc:sldChg>
      <pc:sldChg chg="add">
        <pc:chgData name="Lalwani, Sunil" userId="95b0a425-4eed-4b84-a7cf-34664c131309" providerId="ADAL" clId="{CC5F0CBF-77A6-4739-8FF3-8FB7DAFF4AC8}" dt="2025-12-17T08:35:07.831" v="115"/>
        <pc:sldMkLst>
          <pc:docMk/>
          <pc:sldMk cId="4047498771" sldId="280"/>
        </pc:sldMkLst>
      </pc:sldChg>
      <pc:sldChg chg="add ord">
        <pc:chgData name="Lalwani, Sunil" userId="95b0a425-4eed-4b84-a7cf-34664c131309" providerId="ADAL" clId="{CC5F0CBF-77A6-4739-8FF3-8FB7DAFF4AC8}" dt="2025-12-17T08:35:08.278" v="118"/>
        <pc:sldMkLst>
          <pc:docMk/>
          <pc:sldMk cId="1754661948" sldId="281"/>
        </pc:sldMkLst>
      </pc:sldChg>
      <pc:sldChg chg="add del">
        <pc:chgData name="Lalwani, Sunil" userId="95b0a425-4eed-4b84-a7cf-34664c131309" providerId="ADAL" clId="{CC5F0CBF-77A6-4739-8FF3-8FB7DAFF4AC8}" dt="2025-12-17T08:35:18.557" v="134" actId="2696"/>
        <pc:sldMkLst>
          <pc:docMk/>
          <pc:sldMk cId="943789906" sldId="282"/>
        </pc:sldMkLst>
      </pc:sldChg>
      <pc:sldChg chg="add ord">
        <pc:chgData name="Lalwani, Sunil" userId="95b0a425-4eed-4b84-a7cf-34664c131309" providerId="ADAL" clId="{CC5F0CBF-77A6-4739-8FF3-8FB7DAFF4AC8}" dt="2025-12-17T08:35:17.095" v="129"/>
        <pc:sldMkLst>
          <pc:docMk/>
          <pc:sldMk cId="658250264" sldId="283"/>
        </pc:sldMkLst>
      </pc:sldChg>
      <pc:sldChg chg="add">
        <pc:chgData name="Lalwani, Sunil" userId="95b0a425-4eed-4b84-a7cf-34664c131309" providerId="ADAL" clId="{CC5F0CBF-77A6-4739-8FF3-8FB7DAFF4AC8}" dt="2025-12-17T08:35:17.649" v="130"/>
        <pc:sldMkLst>
          <pc:docMk/>
          <pc:sldMk cId="371897035" sldId="284"/>
        </pc:sldMkLst>
      </pc:sldChg>
      <pc:sldChg chg="add ord">
        <pc:chgData name="Lalwani, Sunil" userId="95b0a425-4eed-4b84-a7cf-34664c131309" providerId="ADAL" clId="{CC5F0CBF-77A6-4739-8FF3-8FB7DAFF4AC8}" dt="2025-12-17T08:35:18.130" v="133"/>
        <pc:sldMkLst>
          <pc:docMk/>
          <pc:sldMk cId="1784616833" sldId="285"/>
        </pc:sldMkLst>
      </pc:sldChg>
      <pc:sldChg chg="add del">
        <pc:chgData name="Lalwani, Sunil" userId="95b0a425-4eed-4b84-a7cf-34664c131309" providerId="ADAL" clId="{CC5F0CBF-77A6-4739-8FF3-8FB7DAFF4AC8}" dt="2025-12-17T08:35:29.282" v="149" actId="2696"/>
        <pc:sldMkLst>
          <pc:docMk/>
          <pc:sldMk cId="1356003009" sldId="286"/>
        </pc:sldMkLst>
      </pc:sldChg>
      <pc:sldChg chg="add ord">
        <pc:chgData name="Lalwani, Sunil" userId="95b0a425-4eed-4b84-a7cf-34664c131309" providerId="ADAL" clId="{CC5F0CBF-77A6-4739-8FF3-8FB7DAFF4AC8}" dt="2025-12-17T08:35:27.674" v="144"/>
        <pc:sldMkLst>
          <pc:docMk/>
          <pc:sldMk cId="246391211" sldId="287"/>
        </pc:sldMkLst>
      </pc:sldChg>
      <pc:sldChg chg="add">
        <pc:chgData name="Lalwani, Sunil" userId="95b0a425-4eed-4b84-a7cf-34664c131309" providerId="ADAL" clId="{CC5F0CBF-77A6-4739-8FF3-8FB7DAFF4AC8}" dt="2025-12-17T08:35:28.325" v="145"/>
        <pc:sldMkLst>
          <pc:docMk/>
          <pc:sldMk cId="738918684" sldId="288"/>
        </pc:sldMkLst>
      </pc:sldChg>
      <pc:sldChg chg="add ord">
        <pc:chgData name="Lalwani, Sunil" userId="95b0a425-4eed-4b84-a7cf-34664c131309" providerId="ADAL" clId="{CC5F0CBF-77A6-4739-8FF3-8FB7DAFF4AC8}" dt="2025-12-17T08:35:28.866" v="148"/>
        <pc:sldMkLst>
          <pc:docMk/>
          <pc:sldMk cId="3826563398" sldId="289"/>
        </pc:sldMkLst>
      </pc:sldChg>
      <pc:sldChg chg="add del">
        <pc:chgData name="Lalwani, Sunil" userId="95b0a425-4eed-4b84-a7cf-34664c131309" providerId="ADAL" clId="{CC5F0CBF-77A6-4739-8FF3-8FB7DAFF4AC8}" dt="2025-12-17T08:35:40.757" v="164" actId="2696"/>
        <pc:sldMkLst>
          <pc:docMk/>
          <pc:sldMk cId="913131069" sldId="290"/>
        </pc:sldMkLst>
      </pc:sldChg>
      <pc:sldChg chg="add ord">
        <pc:chgData name="Lalwani, Sunil" userId="95b0a425-4eed-4b84-a7cf-34664c131309" providerId="ADAL" clId="{CC5F0CBF-77A6-4739-8FF3-8FB7DAFF4AC8}" dt="2025-12-17T08:35:39.067" v="159"/>
        <pc:sldMkLst>
          <pc:docMk/>
          <pc:sldMk cId="3261497870" sldId="291"/>
        </pc:sldMkLst>
      </pc:sldChg>
      <pc:sldChg chg="add">
        <pc:chgData name="Lalwani, Sunil" userId="95b0a425-4eed-4b84-a7cf-34664c131309" providerId="ADAL" clId="{CC5F0CBF-77A6-4739-8FF3-8FB7DAFF4AC8}" dt="2025-12-17T08:35:39.728" v="160"/>
        <pc:sldMkLst>
          <pc:docMk/>
          <pc:sldMk cId="1713176170" sldId="292"/>
        </pc:sldMkLst>
      </pc:sldChg>
      <pc:sldChg chg="add ord">
        <pc:chgData name="Lalwani, Sunil" userId="95b0a425-4eed-4b84-a7cf-34664c131309" providerId="ADAL" clId="{CC5F0CBF-77A6-4739-8FF3-8FB7DAFF4AC8}" dt="2025-12-17T08:35:40.299" v="163"/>
        <pc:sldMkLst>
          <pc:docMk/>
          <pc:sldMk cId="1439287616" sldId="293"/>
        </pc:sldMkLst>
      </pc:sldChg>
      <pc:sldChg chg="add del">
        <pc:chgData name="Lalwani, Sunil" userId="95b0a425-4eed-4b84-a7cf-34664c131309" providerId="ADAL" clId="{CC5F0CBF-77A6-4739-8FF3-8FB7DAFF4AC8}" dt="2025-12-17T08:35:54.029" v="187" actId="2696"/>
        <pc:sldMkLst>
          <pc:docMk/>
          <pc:sldMk cId="3306230132" sldId="294"/>
        </pc:sldMkLst>
      </pc:sldChg>
      <pc:sldChg chg="add ord">
        <pc:chgData name="Lalwani, Sunil" userId="95b0a425-4eed-4b84-a7cf-34664c131309" providerId="ADAL" clId="{CC5F0CBF-77A6-4739-8FF3-8FB7DAFF4AC8}" dt="2025-12-17T08:35:52.447" v="182"/>
        <pc:sldMkLst>
          <pc:docMk/>
          <pc:sldMk cId="2299971275" sldId="295"/>
        </pc:sldMkLst>
      </pc:sldChg>
      <pc:sldChg chg="add">
        <pc:chgData name="Lalwani, Sunil" userId="95b0a425-4eed-4b84-a7cf-34664c131309" providerId="ADAL" clId="{CC5F0CBF-77A6-4739-8FF3-8FB7DAFF4AC8}" dt="2025-12-17T08:35:53.036" v="183"/>
        <pc:sldMkLst>
          <pc:docMk/>
          <pc:sldMk cId="658395018" sldId="296"/>
        </pc:sldMkLst>
      </pc:sldChg>
      <pc:sldChg chg="add ord">
        <pc:chgData name="Lalwani, Sunil" userId="95b0a425-4eed-4b84-a7cf-34664c131309" providerId="ADAL" clId="{CC5F0CBF-77A6-4739-8FF3-8FB7DAFF4AC8}" dt="2025-12-17T08:35:53.593" v="186"/>
        <pc:sldMkLst>
          <pc:docMk/>
          <pc:sldMk cId="4112584440" sldId="297"/>
        </pc:sldMkLst>
      </pc:sldChg>
      <pc:sldChg chg="add del">
        <pc:chgData name="Lalwani, Sunil" userId="95b0a425-4eed-4b84-a7cf-34664c131309" providerId="ADAL" clId="{CC5F0CBF-77A6-4739-8FF3-8FB7DAFF4AC8}" dt="2025-12-17T08:36:05.806" v="202" actId="2696"/>
        <pc:sldMkLst>
          <pc:docMk/>
          <pc:sldMk cId="3163824127" sldId="298"/>
        </pc:sldMkLst>
      </pc:sldChg>
      <pc:sldChg chg="add ord">
        <pc:chgData name="Lalwani, Sunil" userId="95b0a425-4eed-4b84-a7cf-34664c131309" providerId="ADAL" clId="{CC5F0CBF-77A6-4739-8FF3-8FB7DAFF4AC8}" dt="2025-12-17T08:36:04.199" v="197"/>
        <pc:sldMkLst>
          <pc:docMk/>
          <pc:sldMk cId="3496052718" sldId="299"/>
        </pc:sldMkLst>
      </pc:sldChg>
      <pc:sldChg chg="add">
        <pc:chgData name="Lalwani, Sunil" userId="95b0a425-4eed-4b84-a7cf-34664c131309" providerId="ADAL" clId="{CC5F0CBF-77A6-4739-8FF3-8FB7DAFF4AC8}" dt="2025-12-17T08:36:04.789" v="198"/>
        <pc:sldMkLst>
          <pc:docMk/>
          <pc:sldMk cId="102419032" sldId="300"/>
        </pc:sldMkLst>
      </pc:sldChg>
      <pc:sldChg chg="add ord">
        <pc:chgData name="Lalwani, Sunil" userId="95b0a425-4eed-4b84-a7cf-34664c131309" providerId="ADAL" clId="{CC5F0CBF-77A6-4739-8FF3-8FB7DAFF4AC8}" dt="2025-12-17T08:36:05.369" v="201"/>
        <pc:sldMkLst>
          <pc:docMk/>
          <pc:sldMk cId="63746821" sldId="301"/>
        </pc:sldMkLst>
      </pc:sldChg>
      <pc:sldChg chg="add del">
        <pc:chgData name="Lalwani, Sunil" userId="95b0a425-4eed-4b84-a7cf-34664c131309" providerId="ADAL" clId="{CC5F0CBF-77A6-4739-8FF3-8FB7DAFF4AC8}" dt="2025-12-17T08:36:17.832" v="217" actId="2696"/>
        <pc:sldMkLst>
          <pc:docMk/>
          <pc:sldMk cId="2988583392" sldId="302"/>
        </pc:sldMkLst>
      </pc:sldChg>
      <pc:sldChg chg="add ord">
        <pc:chgData name="Lalwani, Sunil" userId="95b0a425-4eed-4b84-a7cf-34664c131309" providerId="ADAL" clId="{CC5F0CBF-77A6-4739-8FF3-8FB7DAFF4AC8}" dt="2025-12-17T08:36:16.175" v="212"/>
        <pc:sldMkLst>
          <pc:docMk/>
          <pc:sldMk cId="2999741756" sldId="303"/>
        </pc:sldMkLst>
      </pc:sldChg>
      <pc:sldChg chg="add">
        <pc:chgData name="Lalwani, Sunil" userId="95b0a425-4eed-4b84-a7cf-34664c131309" providerId="ADAL" clId="{CC5F0CBF-77A6-4739-8FF3-8FB7DAFF4AC8}" dt="2025-12-17T08:36:16.832" v="213"/>
        <pc:sldMkLst>
          <pc:docMk/>
          <pc:sldMk cId="427392879" sldId="304"/>
        </pc:sldMkLst>
      </pc:sldChg>
      <pc:sldChg chg="add ord">
        <pc:chgData name="Lalwani, Sunil" userId="95b0a425-4eed-4b84-a7cf-34664c131309" providerId="ADAL" clId="{CC5F0CBF-77A6-4739-8FF3-8FB7DAFF4AC8}" dt="2025-12-17T08:36:17.386" v="216"/>
        <pc:sldMkLst>
          <pc:docMk/>
          <pc:sldMk cId="809137446" sldId="305"/>
        </pc:sldMkLst>
      </pc:sldChg>
      <pc:sldChg chg="add del">
        <pc:chgData name="Lalwani, Sunil" userId="95b0a425-4eed-4b84-a7cf-34664c131309" providerId="ADAL" clId="{CC5F0CBF-77A6-4739-8FF3-8FB7DAFF4AC8}" dt="2025-12-17T08:36:30.131" v="232" actId="2696"/>
        <pc:sldMkLst>
          <pc:docMk/>
          <pc:sldMk cId="3789500436" sldId="306"/>
        </pc:sldMkLst>
      </pc:sldChg>
      <pc:sldChg chg="add ord">
        <pc:chgData name="Lalwani, Sunil" userId="95b0a425-4eed-4b84-a7cf-34664c131309" providerId="ADAL" clId="{CC5F0CBF-77A6-4739-8FF3-8FB7DAFF4AC8}" dt="2025-12-17T08:36:28.454" v="227"/>
        <pc:sldMkLst>
          <pc:docMk/>
          <pc:sldMk cId="585058494" sldId="307"/>
        </pc:sldMkLst>
      </pc:sldChg>
      <pc:sldChg chg="add">
        <pc:chgData name="Lalwani, Sunil" userId="95b0a425-4eed-4b84-a7cf-34664c131309" providerId="ADAL" clId="{CC5F0CBF-77A6-4739-8FF3-8FB7DAFF4AC8}" dt="2025-12-17T08:36:29.094" v="228"/>
        <pc:sldMkLst>
          <pc:docMk/>
          <pc:sldMk cId="1458654258" sldId="308"/>
        </pc:sldMkLst>
      </pc:sldChg>
      <pc:sldChg chg="add ord">
        <pc:chgData name="Lalwani, Sunil" userId="95b0a425-4eed-4b84-a7cf-34664c131309" providerId="ADAL" clId="{CC5F0CBF-77A6-4739-8FF3-8FB7DAFF4AC8}" dt="2025-12-17T08:36:29.679" v="231"/>
        <pc:sldMkLst>
          <pc:docMk/>
          <pc:sldMk cId="3365677792" sldId="309"/>
        </pc:sldMkLst>
      </pc:sldChg>
      <pc:sldChg chg="add del">
        <pc:chgData name="Lalwani, Sunil" userId="95b0a425-4eed-4b84-a7cf-34664c131309" providerId="ADAL" clId="{CC5F0CBF-77A6-4739-8FF3-8FB7DAFF4AC8}" dt="2025-12-17T08:36:43.959" v="255" actId="2696"/>
        <pc:sldMkLst>
          <pc:docMk/>
          <pc:sldMk cId="3479038013" sldId="310"/>
        </pc:sldMkLst>
      </pc:sldChg>
      <pc:sldChg chg="add ord">
        <pc:chgData name="Lalwani, Sunil" userId="95b0a425-4eed-4b84-a7cf-34664c131309" providerId="ADAL" clId="{CC5F0CBF-77A6-4739-8FF3-8FB7DAFF4AC8}" dt="2025-12-17T08:36:42.383" v="250"/>
        <pc:sldMkLst>
          <pc:docMk/>
          <pc:sldMk cId="4187778378" sldId="311"/>
        </pc:sldMkLst>
      </pc:sldChg>
      <pc:sldChg chg="add">
        <pc:chgData name="Lalwani, Sunil" userId="95b0a425-4eed-4b84-a7cf-34664c131309" providerId="ADAL" clId="{CC5F0CBF-77A6-4739-8FF3-8FB7DAFF4AC8}" dt="2025-12-17T08:36:42.964" v="251"/>
        <pc:sldMkLst>
          <pc:docMk/>
          <pc:sldMk cId="4054715875" sldId="312"/>
        </pc:sldMkLst>
      </pc:sldChg>
      <pc:sldChg chg="add ord">
        <pc:chgData name="Lalwani, Sunil" userId="95b0a425-4eed-4b84-a7cf-34664c131309" providerId="ADAL" clId="{CC5F0CBF-77A6-4739-8FF3-8FB7DAFF4AC8}" dt="2025-12-17T08:36:43.494" v="254"/>
        <pc:sldMkLst>
          <pc:docMk/>
          <pc:sldMk cId="253031870" sldId="313"/>
        </pc:sldMkLst>
      </pc:sldChg>
      <pc:sldChg chg="add del">
        <pc:chgData name="Lalwani, Sunil" userId="95b0a425-4eed-4b84-a7cf-34664c131309" providerId="ADAL" clId="{CC5F0CBF-77A6-4739-8FF3-8FB7DAFF4AC8}" dt="2025-12-17T08:36:56.981" v="270" actId="2696"/>
        <pc:sldMkLst>
          <pc:docMk/>
          <pc:sldMk cId="2602230563" sldId="314"/>
        </pc:sldMkLst>
      </pc:sldChg>
      <pc:sldChg chg="add ord">
        <pc:chgData name="Lalwani, Sunil" userId="95b0a425-4eed-4b84-a7cf-34664c131309" providerId="ADAL" clId="{CC5F0CBF-77A6-4739-8FF3-8FB7DAFF4AC8}" dt="2025-12-17T08:36:55.242" v="265"/>
        <pc:sldMkLst>
          <pc:docMk/>
          <pc:sldMk cId="2627265577" sldId="315"/>
        </pc:sldMkLst>
      </pc:sldChg>
      <pc:sldChg chg="add">
        <pc:chgData name="Lalwani, Sunil" userId="95b0a425-4eed-4b84-a7cf-34664c131309" providerId="ADAL" clId="{CC5F0CBF-77A6-4739-8FF3-8FB7DAFF4AC8}" dt="2025-12-17T08:36:55.846" v="266"/>
        <pc:sldMkLst>
          <pc:docMk/>
          <pc:sldMk cId="2145186080" sldId="316"/>
        </pc:sldMkLst>
      </pc:sldChg>
      <pc:sldChg chg="add ord">
        <pc:chgData name="Lalwani, Sunil" userId="95b0a425-4eed-4b84-a7cf-34664c131309" providerId="ADAL" clId="{CC5F0CBF-77A6-4739-8FF3-8FB7DAFF4AC8}" dt="2025-12-17T08:36:56.515" v="269"/>
        <pc:sldMkLst>
          <pc:docMk/>
          <pc:sldMk cId="370654213" sldId="317"/>
        </pc:sldMkLst>
      </pc:sldChg>
      <pc:sldChg chg="add del">
        <pc:chgData name="Lalwani, Sunil" userId="95b0a425-4eed-4b84-a7cf-34664c131309" providerId="ADAL" clId="{CC5F0CBF-77A6-4739-8FF3-8FB7DAFF4AC8}" dt="2025-12-17T08:37:09.219" v="285" actId="2696"/>
        <pc:sldMkLst>
          <pc:docMk/>
          <pc:sldMk cId="3537249897" sldId="318"/>
        </pc:sldMkLst>
      </pc:sldChg>
      <pc:sldChg chg="add ord">
        <pc:chgData name="Lalwani, Sunil" userId="95b0a425-4eed-4b84-a7cf-34664c131309" providerId="ADAL" clId="{CC5F0CBF-77A6-4739-8FF3-8FB7DAFF4AC8}" dt="2025-12-17T08:37:07.498" v="280"/>
        <pc:sldMkLst>
          <pc:docMk/>
          <pc:sldMk cId="2672655423" sldId="319"/>
        </pc:sldMkLst>
      </pc:sldChg>
      <pc:sldChg chg="add">
        <pc:chgData name="Lalwani, Sunil" userId="95b0a425-4eed-4b84-a7cf-34664c131309" providerId="ADAL" clId="{CC5F0CBF-77A6-4739-8FF3-8FB7DAFF4AC8}" dt="2025-12-17T08:37:08.136" v="281"/>
        <pc:sldMkLst>
          <pc:docMk/>
          <pc:sldMk cId="4033637718" sldId="320"/>
        </pc:sldMkLst>
      </pc:sldChg>
      <pc:sldChg chg="add ord">
        <pc:chgData name="Lalwani, Sunil" userId="95b0a425-4eed-4b84-a7cf-34664c131309" providerId="ADAL" clId="{CC5F0CBF-77A6-4739-8FF3-8FB7DAFF4AC8}" dt="2025-12-17T08:37:08.780" v="284"/>
        <pc:sldMkLst>
          <pc:docMk/>
          <pc:sldMk cId="3671573480" sldId="321"/>
        </pc:sldMkLst>
      </pc:sldChg>
      <pc:sldChg chg="add del">
        <pc:chgData name="Lalwani, Sunil" userId="95b0a425-4eed-4b84-a7cf-34664c131309" providerId="ADAL" clId="{CC5F0CBF-77A6-4739-8FF3-8FB7DAFF4AC8}" dt="2025-12-17T08:37:21.987" v="300" actId="2696"/>
        <pc:sldMkLst>
          <pc:docMk/>
          <pc:sldMk cId="2021451890" sldId="322"/>
        </pc:sldMkLst>
      </pc:sldChg>
      <pc:sldChg chg="add ord">
        <pc:chgData name="Lalwani, Sunil" userId="95b0a425-4eed-4b84-a7cf-34664c131309" providerId="ADAL" clId="{CC5F0CBF-77A6-4739-8FF3-8FB7DAFF4AC8}" dt="2025-12-17T08:37:20.377" v="295"/>
        <pc:sldMkLst>
          <pc:docMk/>
          <pc:sldMk cId="1931042577" sldId="323"/>
        </pc:sldMkLst>
      </pc:sldChg>
      <pc:sldChg chg="add">
        <pc:chgData name="Lalwani, Sunil" userId="95b0a425-4eed-4b84-a7cf-34664c131309" providerId="ADAL" clId="{CC5F0CBF-77A6-4739-8FF3-8FB7DAFF4AC8}" dt="2025-12-17T08:37:21.018" v="296"/>
        <pc:sldMkLst>
          <pc:docMk/>
          <pc:sldMk cId="3553807551" sldId="324"/>
        </pc:sldMkLst>
      </pc:sldChg>
      <pc:sldChg chg="add ord">
        <pc:chgData name="Lalwani, Sunil" userId="95b0a425-4eed-4b84-a7cf-34664c131309" providerId="ADAL" clId="{CC5F0CBF-77A6-4739-8FF3-8FB7DAFF4AC8}" dt="2025-12-17T08:37:21.557" v="299"/>
        <pc:sldMkLst>
          <pc:docMk/>
          <pc:sldMk cId="2787569521" sldId="325"/>
        </pc:sldMkLst>
      </pc:sldChg>
      <pc:sldChg chg="add del">
        <pc:chgData name="Lalwani, Sunil" userId="95b0a425-4eed-4b84-a7cf-34664c131309" providerId="ADAL" clId="{CC5F0CBF-77A6-4739-8FF3-8FB7DAFF4AC8}" dt="2025-12-17T08:37:36.185" v="323" actId="2696"/>
        <pc:sldMkLst>
          <pc:docMk/>
          <pc:sldMk cId="1907487646" sldId="326"/>
        </pc:sldMkLst>
      </pc:sldChg>
      <pc:sldChg chg="add ord">
        <pc:chgData name="Lalwani, Sunil" userId="95b0a425-4eed-4b84-a7cf-34664c131309" providerId="ADAL" clId="{CC5F0CBF-77A6-4739-8FF3-8FB7DAFF4AC8}" dt="2025-12-17T08:37:34.482" v="318"/>
        <pc:sldMkLst>
          <pc:docMk/>
          <pc:sldMk cId="2716132733" sldId="327"/>
        </pc:sldMkLst>
      </pc:sldChg>
      <pc:sldChg chg="add">
        <pc:chgData name="Lalwani, Sunil" userId="95b0a425-4eed-4b84-a7cf-34664c131309" providerId="ADAL" clId="{CC5F0CBF-77A6-4739-8FF3-8FB7DAFF4AC8}" dt="2025-12-17T08:37:35.140" v="319"/>
        <pc:sldMkLst>
          <pc:docMk/>
          <pc:sldMk cId="1888337210" sldId="328"/>
        </pc:sldMkLst>
      </pc:sldChg>
      <pc:sldChg chg="add ord">
        <pc:chgData name="Lalwani, Sunil" userId="95b0a425-4eed-4b84-a7cf-34664c131309" providerId="ADAL" clId="{CC5F0CBF-77A6-4739-8FF3-8FB7DAFF4AC8}" dt="2025-12-17T08:37:35.732" v="322"/>
        <pc:sldMkLst>
          <pc:docMk/>
          <pc:sldMk cId="1481212898" sldId="329"/>
        </pc:sldMkLst>
      </pc:sldChg>
      <pc:sldChg chg="add del">
        <pc:chgData name="Lalwani, Sunil" userId="95b0a425-4eed-4b84-a7cf-34664c131309" providerId="ADAL" clId="{CC5F0CBF-77A6-4739-8FF3-8FB7DAFF4AC8}" dt="2025-12-17T08:37:49.815" v="338" actId="2696"/>
        <pc:sldMkLst>
          <pc:docMk/>
          <pc:sldMk cId="1222696788" sldId="330"/>
        </pc:sldMkLst>
      </pc:sldChg>
      <pc:sldChg chg="add ord">
        <pc:chgData name="Lalwani, Sunil" userId="95b0a425-4eed-4b84-a7cf-34664c131309" providerId="ADAL" clId="{CC5F0CBF-77A6-4739-8FF3-8FB7DAFF4AC8}" dt="2025-12-17T08:37:48.109" v="333"/>
        <pc:sldMkLst>
          <pc:docMk/>
          <pc:sldMk cId="2726800579" sldId="331"/>
        </pc:sldMkLst>
      </pc:sldChg>
      <pc:sldChg chg="add">
        <pc:chgData name="Lalwani, Sunil" userId="95b0a425-4eed-4b84-a7cf-34664c131309" providerId="ADAL" clId="{CC5F0CBF-77A6-4739-8FF3-8FB7DAFF4AC8}" dt="2025-12-17T08:37:48.725" v="334"/>
        <pc:sldMkLst>
          <pc:docMk/>
          <pc:sldMk cId="1158943310" sldId="332"/>
        </pc:sldMkLst>
      </pc:sldChg>
      <pc:sldChg chg="add ord">
        <pc:chgData name="Lalwani, Sunil" userId="95b0a425-4eed-4b84-a7cf-34664c131309" providerId="ADAL" clId="{CC5F0CBF-77A6-4739-8FF3-8FB7DAFF4AC8}" dt="2025-12-17T08:37:49.333" v="337"/>
        <pc:sldMkLst>
          <pc:docMk/>
          <pc:sldMk cId="1063190858" sldId="333"/>
        </pc:sldMkLst>
      </pc:sldChg>
      <pc:sldChg chg="add del">
        <pc:chgData name="Lalwani, Sunil" userId="95b0a425-4eed-4b84-a7cf-34664c131309" providerId="ADAL" clId="{CC5F0CBF-77A6-4739-8FF3-8FB7DAFF4AC8}" dt="2025-12-17T08:38:03.367" v="353" actId="2696"/>
        <pc:sldMkLst>
          <pc:docMk/>
          <pc:sldMk cId="3680000011" sldId="334"/>
        </pc:sldMkLst>
      </pc:sldChg>
      <pc:sldChg chg="add ord">
        <pc:chgData name="Lalwani, Sunil" userId="95b0a425-4eed-4b84-a7cf-34664c131309" providerId="ADAL" clId="{CC5F0CBF-77A6-4739-8FF3-8FB7DAFF4AC8}" dt="2025-12-17T08:38:01.646" v="348"/>
        <pc:sldMkLst>
          <pc:docMk/>
          <pc:sldMk cId="3798281169" sldId="335"/>
        </pc:sldMkLst>
      </pc:sldChg>
      <pc:sldChg chg="add">
        <pc:chgData name="Lalwani, Sunil" userId="95b0a425-4eed-4b84-a7cf-34664c131309" providerId="ADAL" clId="{CC5F0CBF-77A6-4739-8FF3-8FB7DAFF4AC8}" dt="2025-12-17T08:38:02.342" v="349"/>
        <pc:sldMkLst>
          <pc:docMk/>
          <pc:sldMk cId="3346561989" sldId="336"/>
        </pc:sldMkLst>
      </pc:sldChg>
      <pc:sldChg chg="add ord">
        <pc:chgData name="Lalwani, Sunil" userId="95b0a425-4eed-4b84-a7cf-34664c131309" providerId="ADAL" clId="{CC5F0CBF-77A6-4739-8FF3-8FB7DAFF4AC8}" dt="2025-12-17T08:38:02.918" v="352"/>
        <pc:sldMkLst>
          <pc:docMk/>
          <pc:sldMk cId="1283181952" sldId="337"/>
        </pc:sldMkLst>
      </pc:sldChg>
      <pc:sldChg chg="add del">
        <pc:chgData name="Lalwani, Sunil" userId="95b0a425-4eed-4b84-a7cf-34664c131309" providerId="ADAL" clId="{CC5F0CBF-77A6-4739-8FF3-8FB7DAFF4AC8}" dt="2025-12-17T08:38:19.834" v="368" actId="2696"/>
        <pc:sldMkLst>
          <pc:docMk/>
          <pc:sldMk cId="1537346111" sldId="338"/>
        </pc:sldMkLst>
      </pc:sldChg>
      <pc:sldChg chg="add ord">
        <pc:chgData name="Lalwani, Sunil" userId="95b0a425-4eed-4b84-a7cf-34664c131309" providerId="ADAL" clId="{CC5F0CBF-77A6-4739-8FF3-8FB7DAFF4AC8}" dt="2025-12-17T08:38:18.200" v="363"/>
        <pc:sldMkLst>
          <pc:docMk/>
          <pc:sldMk cId="2838746136" sldId="339"/>
        </pc:sldMkLst>
      </pc:sldChg>
      <pc:sldChg chg="add">
        <pc:chgData name="Lalwani, Sunil" userId="95b0a425-4eed-4b84-a7cf-34664c131309" providerId="ADAL" clId="{CC5F0CBF-77A6-4739-8FF3-8FB7DAFF4AC8}" dt="2025-12-17T08:38:18.847" v="364"/>
        <pc:sldMkLst>
          <pc:docMk/>
          <pc:sldMk cId="434565313" sldId="340"/>
        </pc:sldMkLst>
      </pc:sldChg>
      <pc:sldChg chg="add ord">
        <pc:chgData name="Lalwani, Sunil" userId="95b0a425-4eed-4b84-a7cf-34664c131309" providerId="ADAL" clId="{CC5F0CBF-77A6-4739-8FF3-8FB7DAFF4AC8}" dt="2025-12-17T08:38:19.399" v="367"/>
        <pc:sldMkLst>
          <pc:docMk/>
          <pc:sldMk cId="4016872996" sldId="341"/>
        </pc:sldMkLst>
      </pc:sldChg>
      <pc:sldChg chg="add del">
        <pc:chgData name="Lalwani, Sunil" userId="95b0a425-4eed-4b84-a7cf-34664c131309" providerId="ADAL" clId="{CC5F0CBF-77A6-4739-8FF3-8FB7DAFF4AC8}" dt="2025-12-17T08:38:33.837" v="391" actId="2696"/>
        <pc:sldMkLst>
          <pc:docMk/>
          <pc:sldMk cId="3035394335" sldId="342"/>
        </pc:sldMkLst>
      </pc:sldChg>
      <pc:sldChg chg="add ord">
        <pc:chgData name="Lalwani, Sunil" userId="95b0a425-4eed-4b84-a7cf-34664c131309" providerId="ADAL" clId="{CC5F0CBF-77A6-4739-8FF3-8FB7DAFF4AC8}" dt="2025-12-17T08:38:32.251" v="386"/>
        <pc:sldMkLst>
          <pc:docMk/>
          <pc:sldMk cId="349907065" sldId="343"/>
        </pc:sldMkLst>
      </pc:sldChg>
      <pc:sldChg chg="add">
        <pc:chgData name="Lalwani, Sunil" userId="95b0a425-4eed-4b84-a7cf-34664c131309" providerId="ADAL" clId="{CC5F0CBF-77A6-4739-8FF3-8FB7DAFF4AC8}" dt="2025-12-17T08:38:32.831" v="387"/>
        <pc:sldMkLst>
          <pc:docMk/>
          <pc:sldMk cId="4092455519" sldId="344"/>
        </pc:sldMkLst>
      </pc:sldChg>
      <pc:sldChg chg="add ord">
        <pc:chgData name="Lalwani, Sunil" userId="95b0a425-4eed-4b84-a7cf-34664c131309" providerId="ADAL" clId="{CC5F0CBF-77A6-4739-8FF3-8FB7DAFF4AC8}" dt="2025-12-17T08:38:33.384" v="390"/>
        <pc:sldMkLst>
          <pc:docMk/>
          <pc:sldMk cId="1015103848" sldId="345"/>
        </pc:sldMkLst>
      </pc:sldChg>
      <pc:sldChg chg="add del">
        <pc:chgData name="Lalwani, Sunil" userId="95b0a425-4eed-4b84-a7cf-34664c131309" providerId="ADAL" clId="{CC5F0CBF-77A6-4739-8FF3-8FB7DAFF4AC8}" dt="2025-12-17T08:38:46.603" v="406" actId="2696"/>
        <pc:sldMkLst>
          <pc:docMk/>
          <pc:sldMk cId="3124529771" sldId="346"/>
        </pc:sldMkLst>
      </pc:sldChg>
      <pc:sldChg chg="add ord">
        <pc:chgData name="Lalwani, Sunil" userId="95b0a425-4eed-4b84-a7cf-34664c131309" providerId="ADAL" clId="{CC5F0CBF-77A6-4739-8FF3-8FB7DAFF4AC8}" dt="2025-12-17T08:38:44.965" v="401"/>
        <pc:sldMkLst>
          <pc:docMk/>
          <pc:sldMk cId="475866573" sldId="347"/>
        </pc:sldMkLst>
      </pc:sldChg>
      <pc:sldChg chg="add">
        <pc:chgData name="Lalwani, Sunil" userId="95b0a425-4eed-4b84-a7cf-34664c131309" providerId="ADAL" clId="{CC5F0CBF-77A6-4739-8FF3-8FB7DAFF4AC8}" dt="2025-12-17T08:38:45.575" v="402"/>
        <pc:sldMkLst>
          <pc:docMk/>
          <pc:sldMk cId="687213999" sldId="348"/>
        </pc:sldMkLst>
      </pc:sldChg>
      <pc:sldChg chg="add ord">
        <pc:chgData name="Lalwani, Sunil" userId="95b0a425-4eed-4b84-a7cf-34664c131309" providerId="ADAL" clId="{CC5F0CBF-77A6-4739-8FF3-8FB7DAFF4AC8}" dt="2025-12-17T08:38:46.166" v="405"/>
        <pc:sldMkLst>
          <pc:docMk/>
          <pc:sldMk cId="1761924229" sldId="349"/>
        </pc:sldMkLst>
      </pc:sldChg>
      <pc:sldChg chg="add del">
        <pc:chgData name="Lalwani, Sunil" userId="95b0a425-4eed-4b84-a7cf-34664c131309" providerId="ADAL" clId="{CC5F0CBF-77A6-4739-8FF3-8FB7DAFF4AC8}" dt="2025-12-17T08:38:58.317" v="421" actId="2696"/>
        <pc:sldMkLst>
          <pc:docMk/>
          <pc:sldMk cId="1603857333" sldId="350"/>
        </pc:sldMkLst>
      </pc:sldChg>
      <pc:sldChg chg="add ord">
        <pc:chgData name="Lalwani, Sunil" userId="95b0a425-4eed-4b84-a7cf-34664c131309" providerId="ADAL" clId="{CC5F0CBF-77A6-4739-8FF3-8FB7DAFF4AC8}" dt="2025-12-17T08:38:56.845" v="416"/>
        <pc:sldMkLst>
          <pc:docMk/>
          <pc:sldMk cId="235000053" sldId="351"/>
        </pc:sldMkLst>
      </pc:sldChg>
      <pc:sldChg chg="add">
        <pc:chgData name="Lalwani, Sunil" userId="95b0a425-4eed-4b84-a7cf-34664c131309" providerId="ADAL" clId="{CC5F0CBF-77A6-4739-8FF3-8FB7DAFF4AC8}" dt="2025-12-17T08:38:57.411" v="417"/>
        <pc:sldMkLst>
          <pc:docMk/>
          <pc:sldMk cId="2513554551" sldId="352"/>
        </pc:sldMkLst>
      </pc:sldChg>
      <pc:sldChg chg="add ord">
        <pc:chgData name="Lalwani, Sunil" userId="95b0a425-4eed-4b84-a7cf-34664c131309" providerId="ADAL" clId="{CC5F0CBF-77A6-4739-8FF3-8FB7DAFF4AC8}" dt="2025-12-17T08:38:57.891" v="420"/>
        <pc:sldMkLst>
          <pc:docMk/>
          <pc:sldMk cId="3881040411" sldId="353"/>
        </pc:sldMkLst>
      </pc:sldChg>
      <pc:sldChg chg="add del">
        <pc:chgData name="Lalwani, Sunil" userId="95b0a425-4eed-4b84-a7cf-34664c131309" providerId="ADAL" clId="{CC5F0CBF-77A6-4739-8FF3-8FB7DAFF4AC8}" dt="2025-12-17T08:39:09.143" v="436" actId="2696"/>
        <pc:sldMkLst>
          <pc:docMk/>
          <pc:sldMk cId="2425638947" sldId="354"/>
        </pc:sldMkLst>
      </pc:sldChg>
      <pc:sldChg chg="add ord">
        <pc:chgData name="Lalwani, Sunil" userId="95b0a425-4eed-4b84-a7cf-34664c131309" providerId="ADAL" clId="{CC5F0CBF-77A6-4739-8FF3-8FB7DAFF4AC8}" dt="2025-12-17T08:39:07.643" v="431"/>
        <pc:sldMkLst>
          <pc:docMk/>
          <pc:sldMk cId="4074288008" sldId="355"/>
        </pc:sldMkLst>
      </pc:sldChg>
      <pc:sldChg chg="add">
        <pc:chgData name="Lalwani, Sunil" userId="95b0a425-4eed-4b84-a7cf-34664c131309" providerId="ADAL" clId="{CC5F0CBF-77A6-4739-8FF3-8FB7DAFF4AC8}" dt="2025-12-17T08:39:08.224" v="432"/>
        <pc:sldMkLst>
          <pc:docMk/>
          <pc:sldMk cId="2089824014" sldId="356"/>
        </pc:sldMkLst>
      </pc:sldChg>
      <pc:sldChg chg="add ord">
        <pc:chgData name="Lalwani, Sunil" userId="95b0a425-4eed-4b84-a7cf-34664c131309" providerId="ADAL" clId="{CC5F0CBF-77A6-4739-8FF3-8FB7DAFF4AC8}" dt="2025-12-17T08:39:08.701" v="435"/>
        <pc:sldMkLst>
          <pc:docMk/>
          <pc:sldMk cId="3483989255" sldId="357"/>
        </pc:sldMkLst>
      </pc:sldChg>
      <pc:sldChg chg="add del">
        <pc:chgData name="Lalwani, Sunil" userId="95b0a425-4eed-4b84-a7cf-34664c131309" providerId="ADAL" clId="{CC5F0CBF-77A6-4739-8FF3-8FB7DAFF4AC8}" dt="2025-12-17T08:39:21.406" v="465" actId="2696"/>
        <pc:sldMkLst>
          <pc:docMk/>
          <pc:sldMk cId="400357291" sldId="358"/>
        </pc:sldMkLst>
      </pc:sldChg>
      <pc:sldChg chg="add ord">
        <pc:chgData name="Lalwani, Sunil" userId="95b0a425-4eed-4b84-a7cf-34664c131309" providerId="ADAL" clId="{CC5F0CBF-77A6-4739-8FF3-8FB7DAFF4AC8}" dt="2025-12-17T08:39:19.923" v="460"/>
        <pc:sldMkLst>
          <pc:docMk/>
          <pc:sldMk cId="769396434" sldId="359"/>
        </pc:sldMkLst>
      </pc:sldChg>
      <pc:sldChg chg="add">
        <pc:chgData name="Lalwani, Sunil" userId="95b0a425-4eed-4b84-a7cf-34664c131309" providerId="ADAL" clId="{CC5F0CBF-77A6-4739-8FF3-8FB7DAFF4AC8}" dt="2025-12-17T08:39:20.503" v="461"/>
        <pc:sldMkLst>
          <pc:docMk/>
          <pc:sldMk cId="1783320533" sldId="360"/>
        </pc:sldMkLst>
      </pc:sldChg>
      <pc:sldChg chg="add ord">
        <pc:chgData name="Lalwani, Sunil" userId="95b0a425-4eed-4b84-a7cf-34664c131309" providerId="ADAL" clId="{CC5F0CBF-77A6-4739-8FF3-8FB7DAFF4AC8}" dt="2025-12-17T08:39:20.975" v="464"/>
        <pc:sldMkLst>
          <pc:docMk/>
          <pc:sldMk cId="1173528954" sldId="361"/>
        </pc:sldMkLst>
      </pc:sldChg>
      <pc:sldChg chg="add del">
        <pc:chgData name="Lalwani, Sunil" userId="95b0a425-4eed-4b84-a7cf-34664c131309" providerId="ADAL" clId="{CC5F0CBF-77A6-4739-8FF3-8FB7DAFF4AC8}" dt="2025-12-17T08:39:35.913" v="486" actId="2696"/>
        <pc:sldMkLst>
          <pc:docMk/>
          <pc:sldMk cId="58002224" sldId="362"/>
        </pc:sldMkLst>
      </pc:sldChg>
      <pc:sldChg chg="add ord">
        <pc:chgData name="Lalwani, Sunil" userId="95b0a425-4eed-4b84-a7cf-34664c131309" providerId="ADAL" clId="{CC5F0CBF-77A6-4739-8FF3-8FB7DAFF4AC8}" dt="2025-12-17T08:39:34.432" v="481"/>
        <pc:sldMkLst>
          <pc:docMk/>
          <pc:sldMk cId="3962697851" sldId="363"/>
        </pc:sldMkLst>
      </pc:sldChg>
      <pc:sldChg chg="add">
        <pc:chgData name="Lalwani, Sunil" userId="95b0a425-4eed-4b84-a7cf-34664c131309" providerId="ADAL" clId="{CC5F0CBF-77A6-4739-8FF3-8FB7DAFF4AC8}" dt="2025-12-17T08:39:35" v="482"/>
        <pc:sldMkLst>
          <pc:docMk/>
          <pc:sldMk cId="1860592573" sldId="364"/>
        </pc:sldMkLst>
      </pc:sldChg>
      <pc:sldChg chg="add ord">
        <pc:chgData name="Lalwani, Sunil" userId="95b0a425-4eed-4b84-a7cf-34664c131309" providerId="ADAL" clId="{CC5F0CBF-77A6-4739-8FF3-8FB7DAFF4AC8}" dt="2025-12-17T08:39:35.476" v="485"/>
        <pc:sldMkLst>
          <pc:docMk/>
          <pc:sldMk cId="1986933344" sldId="365"/>
        </pc:sldMkLst>
      </pc:sldChg>
      <pc:sldChg chg="add del">
        <pc:chgData name="Lalwani, Sunil" userId="95b0a425-4eed-4b84-a7cf-34664c131309" providerId="ADAL" clId="{CC5F0CBF-77A6-4739-8FF3-8FB7DAFF4AC8}" dt="2025-12-17T08:39:48.280" v="510" actId="2696"/>
        <pc:sldMkLst>
          <pc:docMk/>
          <pc:sldMk cId="2871954136" sldId="366"/>
        </pc:sldMkLst>
      </pc:sldChg>
      <pc:sldChg chg="add ord">
        <pc:chgData name="Lalwani, Sunil" userId="95b0a425-4eed-4b84-a7cf-34664c131309" providerId="ADAL" clId="{CC5F0CBF-77A6-4739-8FF3-8FB7DAFF4AC8}" dt="2025-12-17T08:39:46.831" v="505"/>
        <pc:sldMkLst>
          <pc:docMk/>
          <pc:sldMk cId="3535180992" sldId="367"/>
        </pc:sldMkLst>
      </pc:sldChg>
      <pc:sldChg chg="add">
        <pc:chgData name="Lalwani, Sunil" userId="95b0a425-4eed-4b84-a7cf-34664c131309" providerId="ADAL" clId="{CC5F0CBF-77A6-4739-8FF3-8FB7DAFF4AC8}" dt="2025-12-17T08:39:47.390" v="506"/>
        <pc:sldMkLst>
          <pc:docMk/>
          <pc:sldMk cId="751028015" sldId="368"/>
        </pc:sldMkLst>
      </pc:sldChg>
      <pc:sldChg chg="add ord">
        <pc:chgData name="Lalwani, Sunil" userId="95b0a425-4eed-4b84-a7cf-34664c131309" providerId="ADAL" clId="{CC5F0CBF-77A6-4739-8FF3-8FB7DAFF4AC8}" dt="2025-12-17T08:39:47.832" v="509"/>
        <pc:sldMkLst>
          <pc:docMk/>
          <pc:sldMk cId="3479259697" sldId="369"/>
        </pc:sldMkLst>
      </pc:sldChg>
      <pc:sldChg chg="add del">
        <pc:chgData name="Lalwani, Sunil" userId="95b0a425-4eed-4b84-a7cf-34664c131309" providerId="ADAL" clId="{CC5F0CBF-77A6-4739-8FF3-8FB7DAFF4AC8}" dt="2025-12-17T08:40:07.774" v="536" actId="2696"/>
        <pc:sldMkLst>
          <pc:docMk/>
          <pc:sldMk cId="4192300617" sldId="370"/>
        </pc:sldMkLst>
      </pc:sldChg>
      <pc:sldChg chg="add ord">
        <pc:chgData name="Lalwani, Sunil" userId="95b0a425-4eed-4b84-a7cf-34664c131309" providerId="ADAL" clId="{CC5F0CBF-77A6-4739-8FF3-8FB7DAFF4AC8}" dt="2025-12-17T08:40:06.166" v="531"/>
        <pc:sldMkLst>
          <pc:docMk/>
          <pc:sldMk cId="3955412919" sldId="371"/>
        </pc:sldMkLst>
      </pc:sldChg>
      <pc:sldChg chg="add">
        <pc:chgData name="Lalwani, Sunil" userId="95b0a425-4eed-4b84-a7cf-34664c131309" providerId="ADAL" clId="{CC5F0CBF-77A6-4739-8FF3-8FB7DAFF4AC8}" dt="2025-12-17T08:40:06.816" v="532"/>
        <pc:sldMkLst>
          <pc:docMk/>
          <pc:sldMk cId="436019636" sldId="372"/>
        </pc:sldMkLst>
      </pc:sldChg>
      <pc:sldChg chg="add ord">
        <pc:chgData name="Lalwani, Sunil" userId="95b0a425-4eed-4b84-a7cf-34664c131309" providerId="ADAL" clId="{CC5F0CBF-77A6-4739-8FF3-8FB7DAFF4AC8}" dt="2025-12-17T08:40:07.331" v="535"/>
        <pc:sldMkLst>
          <pc:docMk/>
          <pc:sldMk cId="41523679" sldId="373"/>
        </pc:sldMkLst>
      </pc:sldChg>
      <pc:sldChg chg="add del">
        <pc:chgData name="Lalwani, Sunil" userId="95b0a425-4eed-4b84-a7cf-34664c131309" providerId="ADAL" clId="{CC5F0CBF-77A6-4739-8FF3-8FB7DAFF4AC8}" dt="2025-12-17T08:40:22.798" v="559" actId="2696"/>
        <pc:sldMkLst>
          <pc:docMk/>
          <pc:sldMk cId="671254255" sldId="374"/>
        </pc:sldMkLst>
      </pc:sldChg>
      <pc:sldChg chg="add ord">
        <pc:chgData name="Lalwani, Sunil" userId="95b0a425-4eed-4b84-a7cf-34664c131309" providerId="ADAL" clId="{CC5F0CBF-77A6-4739-8FF3-8FB7DAFF4AC8}" dt="2025-12-17T08:40:21.249" v="554"/>
        <pc:sldMkLst>
          <pc:docMk/>
          <pc:sldMk cId="706652907" sldId="375"/>
        </pc:sldMkLst>
      </pc:sldChg>
      <pc:sldChg chg="add">
        <pc:chgData name="Lalwani, Sunil" userId="95b0a425-4eed-4b84-a7cf-34664c131309" providerId="ADAL" clId="{CC5F0CBF-77A6-4739-8FF3-8FB7DAFF4AC8}" dt="2025-12-17T08:40:21.868" v="555"/>
        <pc:sldMkLst>
          <pc:docMk/>
          <pc:sldMk cId="2377101048" sldId="376"/>
        </pc:sldMkLst>
      </pc:sldChg>
      <pc:sldChg chg="add ord">
        <pc:chgData name="Lalwani, Sunil" userId="95b0a425-4eed-4b84-a7cf-34664c131309" providerId="ADAL" clId="{CC5F0CBF-77A6-4739-8FF3-8FB7DAFF4AC8}" dt="2025-12-17T08:40:22.361" v="558"/>
        <pc:sldMkLst>
          <pc:docMk/>
          <pc:sldMk cId="3551966082" sldId="377"/>
        </pc:sldMkLst>
      </pc:sldChg>
      <pc:sldChg chg="add del">
        <pc:chgData name="Lalwani, Sunil" userId="95b0a425-4eed-4b84-a7cf-34664c131309" providerId="ADAL" clId="{CC5F0CBF-77A6-4739-8FF3-8FB7DAFF4AC8}" dt="2025-12-17T08:40:38.757" v="574" actId="2696"/>
        <pc:sldMkLst>
          <pc:docMk/>
          <pc:sldMk cId="2067123846" sldId="378"/>
        </pc:sldMkLst>
      </pc:sldChg>
      <pc:sldChg chg="add ord">
        <pc:chgData name="Lalwani, Sunil" userId="95b0a425-4eed-4b84-a7cf-34664c131309" providerId="ADAL" clId="{CC5F0CBF-77A6-4739-8FF3-8FB7DAFF4AC8}" dt="2025-12-17T08:40:37.167" v="569"/>
        <pc:sldMkLst>
          <pc:docMk/>
          <pc:sldMk cId="1170822248" sldId="379"/>
        </pc:sldMkLst>
      </pc:sldChg>
      <pc:sldChg chg="add">
        <pc:chgData name="Lalwani, Sunil" userId="95b0a425-4eed-4b84-a7cf-34664c131309" providerId="ADAL" clId="{CC5F0CBF-77A6-4739-8FF3-8FB7DAFF4AC8}" dt="2025-12-17T08:40:37.743" v="570"/>
        <pc:sldMkLst>
          <pc:docMk/>
          <pc:sldMk cId="386743811" sldId="380"/>
        </pc:sldMkLst>
      </pc:sldChg>
      <pc:sldChg chg="add ord">
        <pc:chgData name="Lalwani, Sunil" userId="95b0a425-4eed-4b84-a7cf-34664c131309" providerId="ADAL" clId="{CC5F0CBF-77A6-4739-8FF3-8FB7DAFF4AC8}" dt="2025-12-17T08:40:38.281" v="573"/>
        <pc:sldMkLst>
          <pc:docMk/>
          <pc:sldMk cId="2680641208" sldId="381"/>
        </pc:sldMkLst>
      </pc:sldChg>
      <pc:sldChg chg="add del">
        <pc:chgData name="Lalwani, Sunil" userId="95b0a425-4eed-4b84-a7cf-34664c131309" providerId="ADAL" clId="{CC5F0CBF-77A6-4739-8FF3-8FB7DAFF4AC8}" dt="2025-12-17T08:40:53.636" v="597" actId="2696"/>
        <pc:sldMkLst>
          <pc:docMk/>
          <pc:sldMk cId="3410800176" sldId="382"/>
        </pc:sldMkLst>
      </pc:sldChg>
      <pc:sldChg chg="add ord">
        <pc:chgData name="Lalwani, Sunil" userId="95b0a425-4eed-4b84-a7cf-34664c131309" providerId="ADAL" clId="{CC5F0CBF-77A6-4739-8FF3-8FB7DAFF4AC8}" dt="2025-12-17T08:40:52.075" v="592"/>
        <pc:sldMkLst>
          <pc:docMk/>
          <pc:sldMk cId="1817832393" sldId="383"/>
        </pc:sldMkLst>
      </pc:sldChg>
      <pc:sldChg chg="add">
        <pc:chgData name="Lalwani, Sunil" userId="95b0a425-4eed-4b84-a7cf-34664c131309" providerId="ADAL" clId="{CC5F0CBF-77A6-4739-8FF3-8FB7DAFF4AC8}" dt="2025-12-17T08:40:52.691" v="593"/>
        <pc:sldMkLst>
          <pc:docMk/>
          <pc:sldMk cId="2108737740" sldId="384"/>
        </pc:sldMkLst>
      </pc:sldChg>
      <pc:sldChg chg="add ord">
        <pc:chgData name="Lalwani, Sunil" userId="95b0a425-4eed-4b84-a7cf-34664c131309" providerId="ADAL" clId="{CC5F0CBF-77A6-4739-8FF3-8FB7DAFF4AC8}" dt="2025-12-17T08:40:53.199" v="596"/>
        <pc:sldMkLst>
          <pc:docMk/>
          <pc:sldMk cId="3153687856" sldId="385"/>
        </pc:sldMkLst>
      </pc:sldChg>
      <pc:sldChg chg="add">
        <pc:chgData name="Lalwani, Sunil" userId="95b0a425-4eed-4b84-a7cf-34664c131309" providerId="ADAL" clId="{CC5F0CBF-77A6-4739-8FF3-8FB7DAFF4AC8}" dt="2025-12-17T08:40:55.059" v="599"/>
        <pc:sldMkLst>
          <pc:docMk/>
          <pc:sldMk cId="1838646425" sldId="3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08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87005247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9308978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94793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Exploring 50 Key Topics in Supply Chain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rapid journey through critical themes shaping modern supply chains—each topic covered in 2 slides: overview + key insights or examples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901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646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7D9DE461-EF71-259E-0A7B-81FB9BC6D940}"/>
              </a:ext>
            </a:extLst>
          </p:cNvPr>
          <p:cNvGrpSpPr/>
          <p:nvPr/>
        </p:nvGrpSpPr>
        <p:grpSpPr>
          <a:xfrm>
            <a:off x="0" y="0"/>
            <a:ext cx="4876800" cy="1676400"/>
            <a:chOff x="0" y="0"/>
            <a:chExt cx="4876800" cy="1676400"/>
          </a:xfrm>
          <a:solidFill>
            <a:srgbClr val="C07000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9EC4DB-8BA4-289D-EC2F-7DE9B2575D95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4724400" cy="1524000"/>
            </a:xfrm>
            <a:grpFill/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14E1F79-64BC-D4D0-3F4E-E681048BE5F1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5356503"/>
              </a:xfrm>
              <a:grpFill/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B47D2D01-CD54-1A53-8602-0855F470A00B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4572000" cy="1371600"/>
                  <a:chOff x="0" y="0"/>
                  <a:chExt cx="13836611" cy="4290536"/>
                </a:xfrm>
                <a:grpFill/>
              </p:grpSpPr>
              <p:pic>
                <p:nvPicPr>
                  <p:cNvPr id="5" name="Image 0" descr="preencoded.png">
                    <a:extLst>
                      <a:ext uri="{FF2B5EF4-FFF2-40B4-BE49-F238E27FC236}">
                        <a16:creationId xmlns:a16="http://schemas.microsoft.com/office/drawing/2014/main" id="{238A41FE-4957-C4C6-815C-BFE8D4BD48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0" y="0"/>
                    <a:ext cx="9144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6" name="Text 0">
                    <a:extLst>
                      <a:ext uri="{FF2B5EF4-FFF2-40B4-BE49-F238E27FC236}">
                        <a16:creationId xmlns:a16="http://schemas.microsoft.com/office/drawing/2014/main" id="{DA03FD6E-6331-98E8-140F-333A06FA0D7B}"/>
                      </a:ext>
                    </a:extLst>
                  </p:cNvPr>
                  <p:cNvSpPr/>
                  <p:nvPr/>
                </p:nvSpPr>
                <p:spPr>
                  <a:xfrm>
                    <a:off x="6280190" y="2872978"/>
                    <a:ext cx="7556421" cy="141755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Exploring 50 Key Topics in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1" descr="Decorative – no critical information">
                  <a:extLst>
                    <a:ext uri="{FF2B5EF4-FFF2-40B4-BE49-F238E27FC236}">
                      <a16:creationId xmlns:a16="http://schemas.microsoft.com/office/drawing/2014/main" id="{5A956811-DB7F-3C98-C63C-F8B973976426}"/>
                    </a:ext>
                  </a:extLst>
                </p:cNvPr>
                <p:cNvSpPr/>
                <p:nvPr/>
              </p:nvSpPr>
              <p:spPr>
                <a:xfrm>
                  <a:off x="6280190" y="4630698"/>
                  <a:ext cx="75564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 rapid journey through critical themes shaping modern supply chains—each topic covered in 2 slides: overview + key insights or examples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CB00C61-D7C8-FFBB-F854-E2677FAFBC2E}"/>
                  </a:ext>
                </a:extLst>
              </p:cNvPr>
              <p:cNvGrpSpPr/>
              <p:nvPr/>
            </p:nvGrpSpPr>
            <p:grpSpPr>
              <a:xfrm>
                <a:off x="152400" y="152400"/>
                <a:ext cx="4572000" cy="1371600"/>
                <a:chOff x="0" y="0"/>
                <a:chExt cx="13836611" cy="5356503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A778247F-3BB9-497C-C010-936ADD3BBB1C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4572000" cy="1371600"/>
                  <a:chOff x="0" y="0"/>
                  <a:chExt cx="13836611" cy="4290536"/>
                </a:xfrm>
                <a:grpFill/>
              </p:grpSpPr>
              <p:pic>
                <p:nvPicPr>
                  <p:cNvPr id="10" name="Image 0" descr="preencoded.png">
                    <a:extLst>
                      <a:ext uri="{FF2B5EF4-FFF2-40B4-BE49-F238E27FC236}">
                        <a16:creationId xmlns:a16="http://schemas.microsoft.com/office/drawing/2014/main" id="{BC1FE8DC-E484-E006-A49E-2A7BDD3207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0" y="0"/>
                    <a:ext cx="9144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11" name="Text 0">
                    <a:extLst>
                      <a:ext uri="{FF2B5EF4-FFF2-40B4-BE49-F238E27FC236}">
                        <a16:creationId xmlns:a16="http://schemas.microsoft.com/office/drawing/2014/main" id="{F7EB361D-CF97-243E-59D7-485B4E1DCB07}"/>
                      </a:ext>
                    </a:extLst>
                  </p:cNvPr>
                  <p:cNvSpPr/>
                  <p:nvPr/>
                </p:nvSpPr>
                <p:spPr>
                  <a:xfrm>
                    <a:off x="6280190" y="2872978"/>
                    <a:ext cx="7556421" cy="141755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Exploring 50 Key Topics in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9" name="Text 1" descr="Decorative – no critical information">
                  <a:extLst>
                    <a:ext uri="{FF2B5EF4-FFF2-40B4-BE49-F238E27FC236}">
                      <a16:creationId xmlns:a16="http://schemas.microsoft.com/office/drawing/2014/main" id="{85FDDAC6-EE91-A8AE-9765-AFECC000670C}"/>
                    </a:ext>
                  </a:extLst>
                </p:cNvPr>
                <p:cNvSpPr/>
                <p:nvPr/>
              </p:nvSpPr>
              <p:spPr>
                <a:xfrm>
                  <a:off x="6280190" y="4630698"/>
                  <a:ext cx="75564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 rapid journey through critical themes shaping modern supply chains—each topic covered in 2 slides: overview + key insights or examples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12" name="Group 11" descr="Decorative – no critical information">
              <a:extLst>
                <a:ext uri="{FF2B5EF4-FFF2-40B4-BE49-F238E27FC236}">
                  <a16:creationId xmlns:a16="http://schemas.microsoft.com/office/drawing/2014/main" id="{D80A14E2-8EC3-64C2-C7D2-3B49A5998720}"/>
                </a:ext>
              </a:extLst>
            </p:cNvPr>
            <p:cNvGrpSpPr/>
            <p:nvPr/>
          </p:nvGrpSpPr>
          <p:grpSpPr>
            <a:xfrm>
              <a:off x="304800" y="30480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7C2C112-E95F-DF0A-41C1-0D057BE6780E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15" name="Image 0" descr="preencoded.png">
                  <a:extLst>
                    <a:ext uri="{FF2B5EF4-FFF2-40B4-BE49-F238E27FC236}">
                      <a16:creationId xmlns:a16="http://schemas.microsoft.com/office/drawing/2014/main" id="{33378A03-5C7D-3F9D-4728-BA3C2777DA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6" name="Text 0">
                  <a:extLst>
                    <a:ext uri="{FF2B5EF4-FFF2-40B4-BE49-F238E27FC236}">
                      <a16:creationId xmlns:a16="http://schemas.microsoft.com/office/drawing/2014/main" id="{A794196F-1689-2970-5E88-272B21A425E1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4" name="Text 1" descr="Decorative – no critical information">
                <a:extLst>
                  <a:ext uri="{FF2B5EF4-FFF2-40B4-BE49-F238E27FC236}">
                    <a16:creationId xmlns:a16="http://schemas.microsoft.com/office/drawing/2014/main" id="{38078525-B9CC-7996-E4E5-8EA85E714BD3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Group 16" descr="Decorative – no critical information">
            <a:extLst>
              <a:ext uri="{FF2B5EF4-FFF2-40B4-BE49-F238E27FC236}">
                <a16:creationId xmlns:a16="http://schemas.microsoft.com/office/drawing/2014/main" id="{EE779368-761A-04BC-94E4-D3B462750193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F633F-A210-15D7-1FE0-E713D1AE6770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2CD4C53E-36AE-68A2-8C66-B0C0EBD92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1" name="Text 0">
                <a:extLst>
                  <a:ext uri="{FF2B5EF4-FFF2-40B4-BE49-F238E27FC236}">
                    <a16:creationId xmlns:a16="http://schemas.microsoft.com/office/drawing/2014/main" id="{571A5C09-520F-0817-7797-3FD59414534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9" name="Text 1" descr="Decorative – no critical information">
              <a:extLst>
                <a:ext uri="{FF2B5EF4-FFF2-40B4-BE49-F238E27FC236}">
                  <a16:creationId xmlns:a16="http://schemas.microsoft.com/office/drawing/2014/main" id="{A22EA976-2F4A-4FD4-A68E-96BA334EF45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A1F3DB-AEC2-BEB3-252D-95C10A8BC290}"/>
              </a:ext>
            </a:extLst>
          </p:cNvPr>
          <p:cNvGrpSpPr/>
          <p:nvPr/>
        </p:nvGrpSpPr>
        <p:grpSpPr>
          <a:xfrm>
            <a:off x="609600" y="6096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62F1C1D-2941-D5F4-9C5C-788750FA433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01DF833A-9B1F-07EC-716A-57F9AECC4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4D50FA45-8C6E-1C2F-A6A1-5E3488385A06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80576AA9-7701-DF00-3D21-E4BF4882A77B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CB3903-420B-F34B-C7E0-97E4F4FC51F7}"/>
              </a:ext>
            </a:extLst>
          </p:cNvPr>
          <p:cNvGrpSpPr/>
          <p:nvPr/>
        </p:nvGrpSpPr>
        <p:grpSpPr>
          <a:xfrm>
            <a:off x="762000" y="7620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3DAF4-8E9E-E628-715A-74DFBE5C527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B219B22E-64C7-1A47-9691-DFB9C59F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8A1A877D-D5CB-BACE-4316-5F24EEAEDD3A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26DC8DB-54E8-7988-74CF-D7A111D4672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49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95708D0-DFE4-8562-5B96-0540D961480D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602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95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30F2075-EFAF-4588-628F-8CB9117DDB73}"/>
              </a:ext>
            </a:extLst>
          </p:cNvPr>
          <p:cNvGrpSpPr/>
          <p:nvPr/>
        </p:nvGrpSpPr>
        <p:grpSpPr>
          <a:xfrm>
            <a:off x="0" y="0"/>
            <a:ext cx="13836611" cy="4290536"/>
            <a:chOff x="0" y="0"/>
            <a:chExt cx="13836611" cy="4290536"/>
          </a:xfrm>
          <a:solidFill>
            <a:srgbClr val="C07000"/>
          </a:solidFill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144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  <p:sp>
          <p:nvSpPr>
            <p:cNvPr id="3" name="Text 0"/>
            <p:cNvSpPr/>
            <p:nvPr/>
          </p:nvSpPr>
          <p:spPr>
            <a:xfrm>
              <a:off x="6280190" y="2872978"/>
              <a:ext cx="7556421" cy="14175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Exploring 50 Key Topics in Supply Chain Management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1" descr="Decorative – no critical information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A rapid journey through critical themes shaping modern supply chains—each topic covered in 2 slides: overview + key insights or examples</a:t>
            </a:r>
            <a:endParaRPr lang="en-US" sz="1750" dirty="0">
              <a:latin typeface="Calibri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80B318-A3D5-2AE0-95B7-B10FB710BAF4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E924E56-88D9-6CB0-2C7D-D58CFAF21B0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9" name="Image 0" descr="preencoded.png">
                <a:extLst>
                  <a:ext uri="{FF2B5EF4-FFF2-40B4-BE49-F238E27FC236}">
                    <a16:creationId xmlns:a16="http://schemas.microsoft.com/office/drawing/2014/main" id="{CA2FF7D0-030F-0DE4-9731-A50AFF5A0F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0" name="Text 0">
                <a:extLst>
                  <a:ext uri="{FF2B5EF4-FFF2-40B4-BE49-F238E27FC236}">
                    <a16:creationId xmlns:a16="http://schemas.microsoft.com/office/drawing/2014/main" id="{297D89ED-991F-F059-6647-F95DA6EE87A1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1" descr="Decorative – no critical information">
              <a:extLst>
                <a:ext uri="{FF2B5EF4-FFF2-40B4-BE49-F238E27FC236}">
                  <a16:creationId xmlns:a16="http://schemas.microsoft.com/office/drawing/2014/main" id="{DD7DC8EB-C5AE-4341-3704-E3A5607245DE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EB9A14-B0C4-A8A8-1ADB-983FC457D79E}"/>
              </a:ext>
            </a:extLst>
          </p:cNvPr>
          <p:cNvGrpSpPr/>
          <p:nvPr/>
        </p:nvGrpSpPr>
        <p:grpSpPr>
          <a:xfrm>
            <a:off x="0" y="0"/>
            <a:ext cx="4724400" cy="1524000"/>
            <a:chOff x="0" y="0"/>
            <a:chExt cx="4724400" cy="1524000"/>
          </a:xfrm>
          <a:solidFill>
            <a:srgbClr val="C07000"/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B5DF9A0-B6C8-A02E-3794-0C2B239B9712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CF09B8B-405C-4103-74C1-174060734326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20" name="Image 0" descr="preencoded.png">
                  <a:extLst>
                    <a:ext uri="{FF2B5EF4-FFF2-40B4-BE49-F238E27FC236}">
                      <a16:creationId xmlns:a16="http://schemas.microsoft.com/office/drawing/2014/main" id="{2175DF8E-7F80-5023-2AE4-2940FBC845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21" name="Text 0">
                  <a:extLst>
                    <a:ext uri="{FF2B5EF4-FFF2-40B4-BE49-F238E27FC236}">
                      <a16:creationId xmlns:a16="http://schemas.microsoft.com/office/drawing/2014/main" id="{5BCE5A20-345F-DF16-8BD3-F875AF81AD56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9" name="Text 1" descr="Decorative – no critical information">
                <a:extLst>
                  <a:ext uri="{FF2B5EF4-FFF2-40B4-BE49-F238E27FC236}">
                    <a16:creationId xmlns:a16="http://schemas.microsoft.com/office/drawing/2014/main" id="{65D69D71-C5BD-6B91-0385-A18ABB99ADD6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9F9DD3-E89C-7179-1058-913E503905C7}"/>
                </a:ext>
              </a:extLst>
            </p:cNvPr>
            <p:cNvGrpSpPr/>
            <p:nvPr/>
          </p:nvGrpSpPr>
          <p:grpSpPr>
            <a:xfrm>
              <a:off x="152400" y="15240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222B237-B662-88B6-AC72-BD1B6858D88E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16" name="Image 0" descr="preencoded.png">
                  <a:extLst>
                    <a:ext uri="{FF2B5EF4-FFF2-40B4-BE49-F238E27FC236}">
                      <a16:creationId xmlns:a16="http://schemas.microsoft.com/office/drawing/2014/main" id="{14295535-9165-674B-CA72-0D06CA1E7A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7" name="Text 0">
                  <a:extLst>
                    <a:ext uri="{FF2B5EF4-FFF2-40B4-BE49-F238E27FC236}">
                      <a16:creationId xmlns:a16="http://schemas.microsoft.com/office/drawing/2014/main" id="{1284E66D-7DC9-0BDE-85E9-3F0DA16E9E59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5" name="Text 1" descr="Decorative – no critical information">
                <a:extLst>
                  <a:ext uri="{FF2B5EF4-FFF2-40B4-BE49-F238E27FC236}">
                    <a16:creationId xmlns:a16="http://schemas.microsoft.com/office/drawing/2014/main" id="{9F9B7310-7995-CB53-0BC3-13BDA4F89A67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A733D5-C8E0-8A60-2A1F-AD551B153695}"/>
              </a:ext>
            </a:extLst>
          </p:cNvPr>
          <p:cNvGrpSpPr/>
          <p:nvPr/>
        </p:nvGrpSpPr>
        <p:grpSpPr>
          <a:xfrm>
            <a:off x="304800" y="3048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A3222A7-267D-3EA3-340E-31D2A79AAC86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D8951536-5F7B-71C8-EC20-168D69310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F260EED2-6FC5-9A33-ABE2-8C0539C9D939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94087E4A-4137-0213-7C60-5446D904F5F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9DA714-B192-69A1-11E1-5C12A780285A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2D1DE10-E5DE-9C64-82BD-08103634F379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A11A9074-96AB-14E4-675F-3A53D61B23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F2154708-5CA3-5217-3195-80EB6D6EB59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D7C3EDD-5DA1-B74F-CCD2-8865BEEAEA9F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3E0036-8225-A0BD-6145-293ECE7D992F}"/>
              </a:ext>
            </a:extLst>
          </p:cNvPr>
          <p:cNvGrpSpPr/>
          <p:nvPr/>
        </p:nvGrpSpPr>
        <p:grpSpPr>
          <a:xfrm>
            <a:off x="0" y="0"/>
            <a:ext cx="4876800" cy="1676400"/>
            <a:chOff x="0" y="0"/>
            <a:chExt cx="4876800" cy="1676400"/>
          </a:xfrm>
          <a:solidFill>
            <a:srgbClr val="C07000"/>
          </a:solidFill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3ACC044-78BC-0D0C-178F-6B33DA957547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4724400" cy="1524000"/>
            </a:xfrm>
            <a:grpFill/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BB89954-7CB9-E149-99F2-0AB91EEC86F4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5356503"/>
              </a:xfrm>
              <a:grpFill/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6B74373B-CB27-E94A-D4B2-C858C49E0625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4572000" cy="1371600"/>
                  <a:chOff x="0" y="0"/>
                  <a:chExt cx="13836611" cy="4290536"/>
                </a:xfrm>
                <a:grpFill/>
              </p:grpSpPr>
              <p:pic>
                <p:nvPicPr>
                  <p:cNvPr id="47" name="Image 0" descr="preencoded.png">
                    <a:extLst>
                      <a:ext uri="{FF2B5EF4-FFF2-40B4-BE49-F238E27FC236}">
                        <a16:creationId xmlns:a16="http://schemas.microsoft.com/office/drawing/2014/main" id="{A3755ACA-E773-7B0D-00CE-F6EBDD4CF6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0" y="0"/>
                    <a:ext cx="9144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48" name="Text 0">
                    <a:extLst>
                      <a:ext uri="{FF2B5EF4-FFF2-40B4-BE49-F238E27FC236}">
                        <a16:creationId xmlns:a16="http://schemas.microsoft.com/office/drawing/2014/main" id="{B86C92B2-0538-8572-4373-D77F13D2AB21}"/>
                      </a:ext>
                    </a:extLst>
                  </p:cNvPr>
                  <p:cNvSpPr/>
                  <p:nvPr/>
                </p:nvSpPr>
                <p:spPr>
                  <a:xfrm>
                    <a:off x="6280190" y="2872978"/>
                    <a:ext cx="7556421" cy="141755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Exploring 50 Key Topics in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6" name="Text 1" descr="Decorative – no critical information">
                  <a:extLst>
                    <a:ext uri="{FF2B5EF4-FFF2-40B4-BE49-F238E27FC236}">
                      <a16:creationId xmlns:a16="http://schemas.microsoft.com/office/drawing/2014/main" id="{AF6D5BE6-3ED8-E5EC-C4F8-6A7C3772C7AA}"/>
                    </a:ext>
                  </a:extLst>
                </p:cNvPr>
                <p:cNvSpPr/>
                <p:nvPr/>
              </p:nvSpPr>
              <p:spPr>
                <a:xfrm>
                  <a:off x="6280190" y="4630698"/>
                  <a:ext cx="75564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 rapid journey through critical themes shaping modern supply chains—each topic covered in 2 slides: overview + key insights or examples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19ED5AF-9D43-16A9-34AD-79AFDE830D59}"/>
                  </a:ext>
                </a:extLst>
              </p:cNvPr>
              <p:cNvGrpSpPr/>
              <p:nvPr/>
            </p:nvGrpSpPr>
            <p:grpSpPr>
              <a:xfrm>
                <a:off x="152400" y="152400"/>
                <a:ext cx="4572000" cy="1371600"/>
                <a:chOff x="0" y="0"/>
                <a:chExt cx="13836611" cy="5356503"/>
              </a:xfrm>
              <a:grpFill/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CB6B8B39-06E5-1573-8BB5-342584470CDF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4572000" cy="1371600"/>
                  <a:chOff x="0" y="0"/>
                  <a:chExt cx="13836611" cy="4290536"/>
                </a:xfrm>
                <a:grpFill/>
              </p:grpSpPr>
              <p:pic>
                <p:nvPicPr>
                  <p:cNvPr id="43" name="Image 0" descr="preencoded.png">
                    <a:extLst>
                      <a:ext uri="{FF2B5EF4-FFF2-40B4-BE49-F238E27FC236}">
                        <a16:creationId xmlns:a16="http://schemas.microsoft.com/office/drawing/2014/main" id="{E04199A4-6DCC-ED51-0AEE-969396C26B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0" y="0"/>
                    <a:ext cx="9144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  <p:sp>
                <p:nvSpPr>
                  <p:cNvPr id="44" name="Text 0">
                    <a:extLst>
                      <a:ext uri="{FF2B5EF4-FFF2-40B4-BE49-F238E27FC236}">
                        <a16:creationId xmlns:a16="http://schemas.microsoft.com/office/drawing/2014/main" id="{36192D39-5B8C-5851-39C9-FFA0224348A7}"/>
                      </a:ext>
                    </a:extLst>
                  </p:cNvPr>
                  <p:cNvSpPr/>
                  <p:nvPr/>
                </p:nvSpPr>
                <p:spPr>
                  <a:xfrm>
                    <a:off x="6280190" y="2872978"/>
                    <a:ext cx="7556421" cy="1417558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Exploring 50 Key Topics in Supply Chain Management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2" name="Text 1" descr="Decorative – no critical information">
                  <a:extLst>
                    <a:ext uri="{FF2B5EF4-FFF2-40B4-BE49-F238E27FC236}">
                      <a16:creationId xmlns:a16="http://schemas.microsoft.com/office/drawing/2014/main" id="{8A531774-0507-CA5D-F86C-5508AD6314FC}"/>
                    </a:ext>
                  </a:extLst>
                </p:cNvPr>
                <p:cNvSpPr/>
                <p:nvPr/>
              </p:nvSpPr>
              <p:spPr>
                <a:xfrm>
                  <a:off x="6280190" y="4630698"/>
                  <a:ext cx="75564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A rapid journey through critical themes shaping modern supply chains—each topic covered in 2 slides: overview + key insights or examples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34" name="Group 33" descr="Decorative – no critical information">
              <a:extLst>
                <a:ext uri="{FF2B5EF4-FFF2-40B4-BE49-F238E27FC236}">
                  <a16:creationId xmlns:a16="http://schemas.microsoft.com/office/drawing/2014/main" id="{042E95DA-3AFA-BDDD-35CA-60F9C0EACC2B}"/>
                </a:ext>
              </a:extLst>
            </p:cNvPr>
            <p:cNvGrpSpPr/>
            <p:nvPr/>
          </p:nvGrpSpPr>
          <p:grpSpPr>
            <a:xfrm>
              <a:off x="304800" y="30480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5589702-BC96-09FD-BB9E-61EBF4790D31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37" name="Image 0" descr="preencoded.png">
                  <a:extLst>
                    <a:ext uri="{FF2B5EF4-FFF2-40B4-BE49-F238E27FC236}">
                      <a16:creationId xmlns:a16="http://schemas.microsoft.com/office/drawing/2014/main" id="{71D629FD-E041-6333-0486-D4847A6A5D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38" name="Text 0">
                  <a:extLst>
                    <a:ext uri="{FF2B5EF4-FFF2-40B4-BE49-F238E27FC236}">
                      <a16:creationId xmlns:a16="http://schemas.microsoft.com/office/drawing/2014/main" id="{6EB74D8A-20BA-36FF-EA16-C72FE6EDB0DB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36" name="Text 1" descr="Decorative – no critical information">
                <a:extLst>
                  <a:ext uri="{FF2B5EF4-FFF2-40B4-BE49-F238E27FC236}">
                    <a16:creationId xmlns:a16="http://schemas.microsoft.com/office/drawing/2014/main" id="{242D94E9-35A3-DDE0-98AE-6C5C7E34F0A0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928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71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498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66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25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97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4616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391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918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6563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497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176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287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971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395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584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6052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1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746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741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92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137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058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6542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677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7778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715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318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265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1860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654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2655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637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5734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0425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8075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569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32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3372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1212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800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9433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3190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2811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5619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18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46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5653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6872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907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4555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1038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665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213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9242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0000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35545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0404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2880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8240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9892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3964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32053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4E1F79-64BC-D4D0-3F4E-E681048BE5F1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D2D01-CD54-1A53-8602-0855F470A00B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5" name="Image 0" descr="preencoded.png">
                <a:extLst>
                  <a:ext uri="{FF2B5EF4-FFF2-40B4-BE49-F238E27FC236}">
                    <a16:creationId xmlns:a16="http://schemas.microsoft.com/office/drawing/2014/main" id="{238A41FE-4957-C4C6-815C-BFE8D4BD4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6" name="Text 0">
                <a:extLst>
                  <a:ext uri="{FF2B5EF4-FFF2-40B4-BE49-F238E27FC236}">
                    <a16:creationId xmlns:a16="http://schemas.microsoft.com/office/drawing/2014/main" id="{DA03FD6E-6331-98E8-140F-333A06FA0D7B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>
              <a:extLst>
                <a:ext uri="{FF2B5EF4-FFF2-40B4-BE49-F238E27FC236}">
                  <a16:creationId xmlns:a16="http://schemas.microsoft.com/office/drawing/2014/main" id="{5A956811-DB7F-3C98-C63C-F8B973976426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CB00C61-D7C8-FFBB-F854-E2677FAFBC2E}"/>
              </a:ext>
            </a:extLst>
          </p:cNvPr>
          <p:cNvGrpSpPr/>
          <p:nvPr/>
        </p:nvGrpSpPr>
        <p:grpSpPr>
          <a:xfrm>
            <a:off x="152400" y="1524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78247F-3BB9-497C-C010-936ADD3BBB1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0" name="Image 0" descr="preencoded.png">
                <a:extLst>
                  <a:ext uri="{FF2B5EF4-FFF2-40B4-BE49-F238E27FC236}">
                    <a16:creationId xmlns:a16="http://schemas.microsoft.com/office/drawing/2014/main" id="{BC1FE8DC-E484-E006-A49E-2A7BDD320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1" name="Text 0">
                <a:extLst>
                  <a:ext uri="{FF2B5EF4-FFF2-40B4-BE49-F238E27FC236}">
                    <a16:creationId xmlns:a16="http://schemas.microsoft.com/office/drawing/2014/main" id="{F7EB361D-CF97-243E-59D7-485B4E1DCB07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Text 1" descr="Decorative – no critical information">
              <a:extLst>
                <a:ext uri="{FF2B5EF4-FFF2-40B4-BE49-F238E27FC236}">
                  <a16:creationId xmlns:a16="http://schemas.microsoft.com/office/drawing/2014/main" id="{85FDDAC6-EE91-A8AE-9765-AFECC000670C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0A14E2-8EC3-64C2-C7D2-3B49A5998720}"/>
              </a:ext>
            </a:extLst>
          </p:cNvPr>
          <p:cNvGrpSpPr/>
          <p:nvPr/>
        </p:nvGrpSpPr>
        <p:grpSpPr>
          <a:xfrm>
            <a:off x="304800" y="3048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C2C112-E95F-DF0A-41C1-0D057BE6780E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33378A03-5C7D-3F9D-4728-BA3C2777D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6" name="Text 0">
                <a:extLst>
                  <a:ext uri="{FF2B5EF4-FFF2-40B4-BE49-F238E27FC236}">
                    <a16:creationId xmlns:a16="http://schemas.microsoft.com/office/drawing/2014/main" id="{A794196F-1689-2970-5E88-272B21A425E1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" descr="Decorative – no critical information">
              <a:extLst>
                <a:ext uri="{FF2B5EF4-FFF2-40B4-BE49-F238E27FC236}">
                  <a16:creationId xmlns:a16="http://schemas.microsoft.com/office/drawing/2014/main" id="{38078525-B9CC-7996-E4E5-8EA85E714BD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79368-761A-04BC-94E4-D3B462750193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F633F-A210-15D7-1FE0-E713D1AE6770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2CD4C53E-36AE-68A2-8C66-B0C0EBD92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1" name="Text 0">
                <a:extLst>
                  <a:ext uri="{FF2B5EF4-FFF2-40B4-BE49-F238E27FC236}">
                    <a16:creationId xmlns:a16="http://schemas.microsoft.com/office/drawing/2014/main" id="{571A5C09-520F-0817-7797-3FD59414534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9" name="Text 1" descr="Decorative – no critical information">
              <a:extLst>
                <a:ext uri="{FF2B5EF4-FFF2-40B4-BE49-F238E27FC236}">
                  <a16:creationId xmlns:a16="http://schemas.microsoft.com/office/drawing/2014/main" id="{A22EA976-2F4A-4FD4-A68E-96BA334EF45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A1F3DB-AEC2-BEB3-252D-95C10A8BC290}"/>
              </a:ext>
            </a:extLst>
          </p:cNvPr>
          <p:cNvGrpSpPr/>
          <p:nvPr/>
        </p:nvGrpSpPr>
        <p:grpSpPr>
          <a:xfrm>
            <a:off x="609600" y="6096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62F1C1D-2941-D5F4-9C5C-788750FA433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01DF833A-9B1F-07EC-716A-57F9AECC4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4D50FA45-8C6E-1C2F-A6A1-5E3488385A06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80576AA9-7701-DF00-3D21-E4BF4882A77B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CB3903-420B-F34B-C7E0-97E4F4FC51F7}"/>
              </a:ext>
            </a:extLst>
          </p:cNvPr>
          <p:cNvGrpSpPr/>
          <p:nvPr/>
        </p:nvGrpSpPr>
        <p:grpSpPr>
          <a:xfrm>
            <a:off x="762000" y="7620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3DAF4-8E9E-E628-715A-74DFBE5C527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B219B22E-64C7-1A47-9691-DFB9C59F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8A1A877D-D5CB-BACE-4316-5F24EEAEDD3A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26DC8DB-54E8-7988-74CF-D7A111D4672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5289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4E1F79-64BC-D4D0-3F4E-E681048BE5F1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7D2D01-CD54-1A53-8602-0855F470A00B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5" name="Image 0" descr="preencoded.png">
                <a:extLst>
                  <a:ext uri="{FF2B5EF4-FFF2-40B4-BE49-F238E27FC236}">
                    <a16:creationId xmlns:a16="http://schemas.microsoft.com/office/drawing/2014/main" id="{238A41FE-4957-C4C6-815C-BFE8D4BD48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6" name="Text 0">
                <a:extLst>
                  <a:ext uri="{FF2B5EF4-FFF2-40B4-BE49-F238E27FC236}">
                    <a16:creationId xmlns:a16="http://schemas.microsoft.com/office/drawing/2014/main" id="{DA03FD6E-6331-98E8-140F-333A06FA0D7B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>
              <a:extLst>
                <a:ext uri="{FF2B5EF4-FFF2-40B4-BE49-F238E27FC236}">
                  <a16:creationId xmlns:a16="http://schemas.microsoft.com/office/drawing/2014/main" id="{5A956811-DB7F-3C98-C63C-F8B973976426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CB00C61-D7C8-FFBB-F854-E2677FAFBC2E}"/>
              </a:ext>
            </a:extLst>
          </p:cNvPr>
          <p:cNvGrpSpPr/>
          <p:nvPr/>
        </p:nvGrpSpPr>
        <p:grpSpPr>
          <a:xfrm>
            <a:off x="152400" y="1524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778247F-3BB9-497C-C010-936ADD3BBB1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0" name="Image 0" descr="preencoded.png">
                <a:extLst>
                  <a:ext uri="{FF2B5EF4-FFF2-40B4-BE49-F238E27FC236}">
                    <a16:creationId xmlns:a16="http://schemas.microsoft.com/office/drawing/2014/main" id="{BC1FE8DC-E484-E006-A49E-2A7BDD320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1" name="Text 0">
                <a:extLst>
                  <a:ext uri="{FF2B5EF4-FFF2-40B4-BE49-F238E27FC236}">
                    <a16:creationId xmlns:a16="http://schemas.microsoft.com/office/drawing/2014/main" id="{F7EB361D-CF97-243E-59D7-485B4E1DCB07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9" name="Text 1" descr="Decorative – no critical information">
              <a:extLst>
                <a:ext uri="{FF2B5EF4-FFF2-40B4-BE49-F238E27FC236}">
                  <a16:creationId xmlns:a16="http://schemas.microsoft.com/office/drawing/2014/main" id="{85FDDAC6-EE91-A8AE-9765-AFECC000670C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0A14E2-8EC3-64C2-C7D2-3B49A5998720}"/>
              </a:ext>
            </a:extLst>
          </p:cNvPr>
          <p:cNvGrpSpPr/>
          <p:nvPr/>
        </p:nvGrpSpPr>
        <p:grpSpPr>
          <a:xfrm>
            <a:off x="304800" y="3048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C2C112-E95F-DF0A-41C1-0D057BE6780E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33378A03-5C7D-3F9D-4728-BA3C2777D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6" name="Text 0">
                <a:extLst>
                  <a:ext uri="{FF2B5EF4-FFF2-40B4-BE49-F238E27FC236}">
                    <a16:creationId xmlns:a16="http://schemas.microsoft.com/office/drawing/2014/main" id="{A794196F-1689-2970-5E88-272B21A425E1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" descr="Decorative – no critical information">
              <a:extLst>
                <a:ext uri="{FF2B5EF4-FFF2-40B4-BE49-F238E27FC236}">
                  <a16:creationId xmlns:a16="http://schemas.microsoft.com/office/drawing/2014/main" id="{38078525-B9CC-7996-E4E5-8EA85E714BD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79368-761A-04BC-94E4-D3B462750193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F633F-A210-15D7-1FE0-E713D1AE6770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2CD4C53E-36AE-68A2-8C66-B0C0EBD92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1" name="Text 0">
                <a:extLst>
                  <a:ext uri="{FF2B5EF4-FFF2-40B4-BE49-F238E27FC236}">
                    <a16:creationId xmlns:a16="http://schemas.microsoft.com/office/drawing/2014/main" id="{571A5C09-520F-0817-7797-3FD59414534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9" name="Text 1" descr="Decorative – no critical information">
              <a:extLst>
                <a:ext uri="{FF2B5EF4-FFF2-40B4-BE49-F238E27FC236}">
                  <a16:creationId xmlns:a16="http://schemas.microsoft.com/office/drawing/2014/main" id="{A22EA976-2F4A-4FD4-A68E-96BA334EF45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A1F3DB-AEC2-BEB3-252D-95C10A8BC290}"/>
              </a:ext>
            </a:extLst>
          </p:cNvPr>
          <p:cNvGrpSpPr/>
          <p:nvPr/>
        </p:nvGrpSpPr>
        <p:grpSpPr>
          <a:xfrm>
            <a:off x="609600" y="6096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62F1C1D-2941-D5F4-9C5C-788750FA433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01DF833A-9B1F-07EC-716A-57F9AECC4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4D50FA45-8C6E-1C2F-A6A1-5E3488385A06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80576AA9-7701-DF00-3D21-E4BF4882A77B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CB3903-420B-F34B-C7E0-97E4F4FC51F7}"/>
              </a:ext>
            </a:extLst>
          </p:cNvPr>
          <p:cNvGrpSpPr/>
          <p:nvPr/>
        </p:nvGrpSpPr>
        <p:grpSpPr>
          <a:xfrm>
            <a:off x="762000" y="7620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3DAF4-8E9E-E628-715A-74DFBE5C527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B219B22E-64C7-1A47-9691-DFB9C59F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8A1A877D-D5CB-BACE-4316-5F24EEAEDD3A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26DC8DB-54E8-7988-74CF-D7A111D4672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269785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5925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69333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518099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0280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2596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41291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01963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95708D0-DFE4-8562-5B96-0540D961480D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236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95708D0-DFE4-8562-5B96-0540D961480D}"/>
              </a:ext>
            </a:extLst>
          </p:cNvPr>
          <p:cNvGrpSpPr/>
          <p:nvPr/>
        </p:nvGrpSpPr>
        <p:grpSpPr>
          <a:xfrm>
            <a:off x="0" y="0"/>
            <a:ext cx="13836611" cy="5356503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66529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1010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19EC4DB-8BA4-289D-EC2F-7DE9B2575D95}"/>
              </a:ext>
            </a:extLst>
          </p:cNvPr>
          <p:cNvGrpSpPr/>
          <p:nvPr/>
        </p:nvGrpSpPr>
        <p:grpSpPr>
          <a:xfrm>
            <a:off x="0" y="0"/>
            <a:ext cx="4724400" cy="1524000"/>
            <a:chOff x="0" y="0"/>
            <a:chExt cx="4724400" cy="1524000"/>
          </a:xfrm>
          <a:solidFill>
            <a:srgbClr val="C07000"/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4E1F79-64BC-D4D0-3F4E-E681048BE5F1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47D2D01-CD54-1A53-8602-0855F470A00B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5" name="Image 0" descr="preencoded.png">
                  <a:extLst>
                    <a:ext uri="{FF2B5EF4-FFF2-40B4-BE49-F238E27FC236}">
                      <a16:creationId xmlns:a16="http://schemas.microsoft.com/office/drawing/2014/main" id="{238A41FE-4957-C4C6-815C-BFE8D4BD48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6" name="Text 0">
                  <a:extLst>
                    <a:ext uri="{FF2B5EF4-FFF2-40B4-BE49-F238E27FC236}">
                      <a16:creationId xmlns:a16="http://schemas.microsoft.com/office/drawing/2014/main" id="{DA03FD6E-6331-98E8-140F-333A06FA0D7B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1" descr="Decorative – no critical information">
                <a:extLst>
                  <a:ext uri="{FF2B5EF4-FFF2-40B4-BE49-F238E27FC236}">
                    <a16:creationId xmlns:a16="http://schemas.microsoft.com/office/drawing/2014/main" id="{5A956811-DB7F-3C98-C63C-F8B973976426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00C61-D7C8-FFBB-F854-E2677FAFBC2E}"/>
                </a:ext>
              </a:extLst>
            </p:cNvPr>
            <p:cNvGrpSpPr/>
            <p:nvPr/>
          </p:nvGrpSpPr>
          <p:grpSpPr>
            <a:xfrm>
              <a:off x="152400" y="15240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778247F-3BB9-497C-C010-936ADD3BBB1C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10" name="Image 0" descr="preencoded.png">
                  <a:extLst>
                    <a:ext uri="{FF2B5EF4-FFF2-40B4-BE49-F238E27FC236}">
                      <a16:creationId xmlns:a16="http://schemas.microsoft.com/office/drawing/2014/main" id="{BC1FE8DC-E484-E006-A49E-2A7BDD3207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1" name="Text 0">
                  <a:extLst>
                    <a:ext uri="{FF2B5EF4-FFF2-40B4-BE49-F238E27FC236}">
                      <a16:creationId xmlns:a16="http://schemas.microsoft.com/office/drawing/2014/main" id="{F7EB361D-CF97-243E-59D7-485B4E1DCB07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Text 1" descr="Decorative – no critical information">
                <a:extLst>
                  <a:ext uri="{FF2B5EF4-FFF2-40B4-BE49-F238E27FC236}">
                    <a16:creationId xmlns:a16="http://schemas.microsoft.com/office/drawing/2014/main" id="{85FDDAC6-EE91-A8AE-9765-AFECC000670C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2" name="Group 11" descr="Decorative – no critical information">
            <a:extLst>
              <a:ext uri="{FF2B5EF4-FFF2-40B4-BE49-F238E27FC236}">
                <a16:creationId xmlns:a16="http://schemas.microsoft.com/office/drawing/2014/main" id="{D80A14E2-8EC3-64C2-C7D2-3B49A5998720}"/>
              </a:ext>
            </a:extLst>
          </p:cNvPr>
          <p:cNvGrpSpPr/>
          <p:nvPr/>
        </p:nvGrpSpPr>
        <p:grpSpPr>
          <a:xfrm>
            <a:off x="304800" y="3048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C2C112-E95F-DF0A-41C1-0D057BE6780E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33378A03-5C7D-3F9D-4728-BA3C2777D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6" name="Text 0">
                <a:extLst>
                  <a:ext uri="{FF2B5EF4-FFF2-40B4-BE49-F238E27FC236}">
                    <a16:creationId xmlns:a16="http://schemas.microsoft.com/office/drawing/2014/main" id="{A794196F-1689-2970-5E88-272B21A425E1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" descr="Decorative – no critical information">
              <a:extLst>
                <a:ext uri="{FF2B5EF4-FFF2-40B4-BE49-F238E27FC236}">
                  <a16:creationId xmlns:a16="http://schemas.microsoft.com/office/drawing/2014/main" id="{38078525-B9CC-7996-E4E5-8EA85E714BD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79368-761A-04BC-94E4-D3B462750193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F633F-A210-15D7-1FE0-E713D1AE6770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2CD4C53E-36AE-68A2-8C66-B0C0EBD92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1" name="Text 0">
                <a:extLst>
                  <a:ext uri="{FF2B5EF4-FFF2-40B4-BE49-F238E27FC236}">
                    <a16:creationId xmlns:a16="http://schemas.microsoft.com/office/drawing/2014/main" id="{571A5C09-520F-0817-7797-3FD59414534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9" name="Text 1" descr="Decorative – no critical information">
              <a:extLst>
                <a:ext uri="{FF2B5EF4-FFF2-40B4-BE49-F238E27FC236}">
                  <a16:creationId xmlns:a16="http://schemas.microsoft.com/office/drawing/2014/main" id="{A22EA976-2F4A-4FD4-A68E-96BA334EF45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A1F3DB-AEC2-BEB3-252D-95C10A8BC290}"/>
              </a:ext>
            </a:extLst>
          </p:cNvPr>
          <p:cNvGrpSpPr/>
          <p:nvPr/>
        </p:nvGrpSpPr>
        <p:grpSpPr>
          <a:xfrm>
            <a:off x="609600" y="6096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62F1C1D-2941-D5F4-9C5C-788750FA433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01DF833A-9B1F-07EC-716A-57F9AECC4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4D50FA45-8C6E-1C2F-A6A1-5E3488385A06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80576AA9-7701-DF00-3D21-E4BF4882A77B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CB3903-420B-F34B-C7E0-97E4F4FC51F7}"/>
              </a:ext>
            </a:extLst>
          </p:cNvPr>
          <p:cNvGrpSpPr/>
          <p:nvPr/>
        </p:nvGrpSpPr>
        <p:grpSpPr>
          <a:xfrm>
            <a:off x="762000" y="7620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3DAF4-8E9E-E628-715A-74DFBE5C527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B219B22E-64C7-1A47-9691-DFB9C59F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8A1A877D-D5CB-BACE-4316-5F24EEAEDD3A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26DC8DB-54E8-7988-74CF-D7A111D4672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9660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F19EC4DB-8BA4-289D-EC2F-7DE9B2575D95}"/>
              </a:ext>
            </a:extLst>
          </p:cNvPr>
          <p:cNvGrpSpPr/>
          <p:nvPr/>
        </p:nvGrpSpPr>
        <p:grpSpPr>
          <a:xfrm>
            <a:off x="0" y="0"/>
            <a:ext cx="4724400" cy="1524000"/>
            <a:chOff x="0" y="0"/>
            <a:chExt cx="4724400" cy="1524000"/>
          </a:xfrm>
          <a:solidFill>
            <a:srgbClr val="C07000"/>
          </a:solidFill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14E1F79-64BC-D4D0-3F4E-E681048BE5F1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47D2D01-CD54-1A53-8602-0855F470A00B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5" name="Image 0" descr="preencoded.png">
                  <a:extLst>
                    <a:ext uri="{FF2B5EF4-FFF2-40B4-BE49-F238E27FC236}">
                      <a16:creationId xmlns:a16="http://schemas.microsoft.com/office/drawing/2014/main" id="{238A41FE-4957-C4C6-815C-BFE8D4BD48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6" name="Text 0">
                  <a:extLst>
                    <a:ext uri="{FF2B5EF4-FFF2-40B4-BE49-F238E27FC236}">
                      <a16:creationId xmlns:a16="http://schemas.microsoft.com/office/drawing/2014/main" id="{DA03FD6E-6331-98E8-140F-333A06FA0D7B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1" descr="Decorative – no critical information">
                <a:extLst>
                  <a:ext uri="{FF2B5EF4-FFF2-40B4-BE49-F238E27FC236}">
                    <a16:creationId xmlns:a16="http://schemas.microsoft.com/office/drawing/2014/main" id="{5A956811-DB7F-3C98-C63C-F8B973976426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CB00C61-D7C8-FFBB-F854-E2677FAFBC2E}"/>
                </a:ext>
              </a:extLst>
            </p:cNvPr>
            <p:cNvGrpSpPr/>
            <p:nvPr/>
          </p:nvGrpSpPr>
          <p:grpSpPr>
            <a:xfrm>
              <a:off x="152400" y="152400"/>
              <a:ext cx="4572000" cy="1371600"/>
              <a:chOff x="0" y="0"/>
              <a:chExt cx="13836611" cy="5356503"/>
            </a:xfrm>
            <a:grpFill/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778247F-3BB9-497C-C010-936ADD3BBB1C}"/>
                  </a:ext>
                </a:extLst>
              </p:cNvPr>
              <p:cNvGrpSpPr/>
              <p:nvPr/>
            </p:nvGrpSpPr>
            <p:grpSpPr>
              <a:xfrm>
                <a:off x="0" y="0"/>
                <a:ext cx="4572000" cy="1371600"/>
                <a:chOff x="0" y="0"/>
                <a:chExt cx="13836611" cy="4290536"/>
              </a:xfrm>
              <a:grpFill/>
            </p:grpSpPr>
            <p:pic>
              <p:nvPicPr>
                <p:cNvPr id="10" name="Image 0" descr="preencoded.png">
                  <a:extLst>
                    <a:ext uri="{FF2B5EF4-FFF2-40B4-BE49-F238E27FC236}">
                      <a16:creationId xmlns:a16="http://schemas.microsoft.com/office/drawing/2014/main" id="{BC1FE8DC-E484-E006-A49E-2A7BDD3207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0" y="0"/>
                  <a:ext cx="9144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  <p:sp>
              <p:nvSpPr>
                <p:cNvPr id="11" name="Text 0">
                  <a:extLst>
                    <a:ext uri="{FF2B5EF4-FFF2-40B4-BE49-F238E27FC236}">
                      <a16:creationId xmlns:a16="http://schemas.microsoft.com/office/drawing/2014/main" id="{F7EB361D-CF97-243E-59D7-485B4E1DCB07}"/>
                    </a:ext>
                  </a:extLst>
                </p:cNvPr>
                <p:cNvSpPr/>
                <p:nvPr/>
              </p:nvSpPr>
              <p:spPr>
                <a:xfrm>
                  <a:off x="6280190" y="2872978"/>
                  <a:ext cx="7556421" cy="1417558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Exploring 50 Key Topics in Supply Chain Management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9" name="Text 1" descr="Decorative – no critical information">
                <a:extLst>
                  <a:ext uri="{FF2B5EF4-FFF2-40B4-BE49-F238E27FC236}">
                    <a16:creationId xmlns:a16="http://schemas.microsoft.com/office/drawing/2014/main" id="{85FDDAC6-EE91-A8AE-9765-AFECC000670C}"/>
                  </a:ext>
                </a:extLst>
              </p:cNvPr>
              <p:cNvSpPr/>
              <p:nvPr/>
            </p:nvSpPr>
            <p:spPr>
              <a:xfrm>
                <a:off x="6280190" y="4630698"/>
                <a:ext cx="75564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A rapid journey through critical themes shaping modern supply chains—each topic covered in 2 slides: overview + key insights or examples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2" name="Group 11" descr="Decorative – no critical information">
            <a:extLst>
              <a:ext uri="{FF2B5EF4-FFF2-40B4-BE49-F238E27FC236}">
                <a16:creationId xmlns:a16="http://schemas.microsoft.com/office/drawing/2014/main" id="{D80A14E2-8EC3-64C2-C7D2-3B49A5998720}"/>
              </a:ext>
            </a:extLst>
          </p:cNvPr>
          <p:cNvGrpSpPr/>
          <p:nvPr/>
        </p:nvGrpSpPr>
        <p:grpSpPr>
          <a:xfrm>
            <a:off x="304800" y="3048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C2C112-E95F-DF0A-41C1-0D057BE6780E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15" name="Image 0" descr="preencoded.png">
                <a:extLst>
                  <a:ext uri="{FF2B5EF4-FFF2-40B4-BE49-F238E27FC236}">
                    <a16:creationId xmlns:a16="http://schemas.microsoft.com/office/drawing/2014/main" id="{33378A03-5C7D-3F9D-4728-BA3C2777D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16" name="Text 0">
                <a:extLst>
                  <a:ext uri="{FF2B5EF4-FFF2-40B4-BE49-F238E27FC236}">
                    <a16:creationId xmlns:a16="http://schemas.microsoft.com/office/drawing/2014/main" id="{A794196F-1689-2970-5E88-272B21A425E1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4" name="Text 1" descr="Decorative – no critical information">
              <a:extLst>
                <a:ext uri="{FF2B5EF4-FFF2-40B4-BE49-F238E27FC236}">
                  <a16:creationId xmlns:a16="http://schemas.microsoft.com/office/drawing/2014/main" id="{38078525-B9CC-7996-E4E5-8EA85E714BD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779368-761A-04BC-94E4-D3B462750193}"/>
              </a:ext>
            </a:extLst>
          </p:cNvPr>
          <p:cNvGrpSpPr/>
          <p:nvPr/>
        </p:nvGrpSpPr>
        <p:grpSpPr>
          <a:xfrm>
            <a:off x="457200" y="4572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7CF633F-A210-15D7-1FE0-E713D1AE6770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0" name="Image 0" descr="preencoded.png">
                <a:extLst>
                  <a:ext uri="{FF2B5EF4-FFF2-40B4-BE49-F238E27FC236}">
                    <a16:creationId xmlns:a16="http://schemas.microsoft.com/office/drawing/2014/main" id="{2CD4C53E-36AE-68A2-8C66-B0C0EBD92A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1" name="Text 0">
                <a:extLst>
                  <a:ext uri="{FF2B5EF4-FFF2-40B4-BE49-F238E27FC236}">
                    <a16:creationId xmlns:a16="http://schemas.microsoft.com/office/drawing/2014/main" id="{571A5C09-520F-0817-7797-3FD594145345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9" name="Text 1" descr="Decorative – no critical information">
              <a:extLst>
                <a:ext uri="{FF2B5EF4-FFF2-40B4-BE49-F238E27FC236}">
                  <a16:creationId xmlns:a16="http://schemas.microsoft.com/office/drawing/2014/main" id="{A22EA976-2F4A-4FD4-A68E-96BA334EF45D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1A1F3DB-AEC2-BEB3-252D-95C10A8BC290}"/>
              </a:ext>
            </a:extLst>
          </p:cNvPr>
          <p:cNvGrpSpPr/>
          <p:nvPr/>
        </p:nvGrpSpPr>
        <p:grpSpPr>
          <a:xfrm>
            <a:off x="609600" y="6096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62F1C1D-2941-D5F4-9C5C-788750FA433A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5" name="Image 0" descr="preencoded.png">
                <a:extLst>
                  <a:ext uri="{FF2B5EF4-FFF2-40B4-BE49-F238E27FC236}">
                    <a16:creationId xmlns:a16="http://schemas.microsoft.com/office/drawing/2014/main" id="{01DF833A-9B1F-07EC-716A-57F9AECC4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26" name="Text 0">
                <a:extLst>
                  <a:ext uri="{FF2B5EF4-FFF2-40B4-BE49-F238E27FC236}">
                    <a16:creationId xmlns:a16="http://schemas.microsoft.com/office/drawing/2014/main" id="{4D50FA45-8C6E-1C2F-A6A1-5E3488385A06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4" name="Text 1" descr="Decorative – no critical information">
              <a:extLst>
                <a:ext uri="{FF2B5EF4-FFF2-40B4-BE49-F238E27FC236}">
                  <a16:creationId xmlns:a16="http://schemas.microsoft.com/office/drawing/2014/main" id="{80576AA9-7701-DF00-3D21-E4BF4882A77B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DCB3903-420B-F34B-C7E0-97E4F4FC51F7}"/>
              </a:ext>
            </a:extLst>
          </p:cNvPr>
          <p:cNvGrpSpPr/>
          <p:nvPr/>
        </p:nvGrpSpPr>
        <p:grpSpPr>
          <a:xfrm>
            <a:off x="762000" y="76200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3DAF4-8E9E-E628-715A-74DFBE5C527C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30" name="Image 0" descr="preencoded.png">
                <a:extLst>
                  <a:ext uri="{FF2B5EF4-FFF2-40B4-BE49-F238E27FC236}">
                    <a16:creationId xmlns:a16="http://schemas.microsoft.com/office/drawing/2014/main" id="{B219B22E-64C7-1A47-9691-DFB9C59F07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1" name="Text 0">
                <a:extLst>
                  <a:ext uri="{FF2B5EF4-FFF2-40B4-BE49-F238E27FC236}">
                    <a16:creationId xmlns:a16="http://schemas.microsoft.com/office/drawing/2014/main" id="{8A1A877D-D5CB-BACE-4316-5F24EEAEDD3A}"/>
                  </a:ext>
                </a:extLst>
              </p:cNvPr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9" name="Text 1" descr="Decorative – no critical information">
              <a:extLst>
                <a:ext uri="{FF2B5EF4-FFF2-40B4-BE49-F238E27FC236}">
                  <a16:creationId xmlns:a16="http://schemas.microsoft.com/office/drawing/2014/main" id="{C26DC8DB-54E8-7988-74CF-D7A111D46723}"/>
                </a:ext>
              </a:extLst>
            </p:cNvPr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08222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74381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06412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C55F93E-4F19-7B5A-F00B-E8AF6379928C}"/>
              </a:ext>
            </a:extLst>
          </p:cNvPr>
          <p:cNvGrpSpPr/>
          <p:nvPr/>
        </p:nvGrpSpPr>
        <p:grpSpPr>
          <a:xfrm>
            <a:off x="0" y="0"/>
            <a:ext cx="4572000" cy="1371600"/>
            <a:chOff x="0" y="0"/>
            <a:chExt cx="13836611" cy="5356503"/>
          </a:xfrm>
          <a:solidFill>
            <a:srgbClr val="C07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30F2075-EFAF-4588-628F-8CB9117DDB73}"/>
                </a:ext>
              </a:extLst>
            </p:cNvPr>
            <p:cNvGrpSpPr/>
            <p:nvPr/>
          </p:nvGrpSpPr>
          <p:grpSpPr>
            <a:xfrm>
              <a:off x="0" y="0"/>
              <a:ext cx="4572000" cy="1371600"/>
              <a:chOff x="0" y="0"/>
              <a:chExt cx="13836611" cy="4290536"/>
            </a:xfrm>
            <a:grpFill/>
          </p:grpSpPr>
          <p:pic>
            <p:nvPicPr>
              <p:cNvPr id="2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  <p:sp>
            <p:nvSpPr>
              <p:cNvPr id="3" name="Text 0"/>
              <p:cNvSpPr/>
              <p:nvPr/>
            </p:nvSpPr>
            <p:spPr>
              <a:xfrm>
                <a:off x="6280190" y="2872978"/>
                <a:ext cx="7556421" cy="1417558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Exploring 50 Key Topics in Supply Chain Management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1" descr="Decorative – no critical information"/>
            <p:cNvSpPr/>
            <p:nvPr/>
          </p:nvSpPr>
          <p:spPr>
            <a:xfrm>
              <a:off x="6280190" y="4630698"/>
              <a:ext cx="7556421" cy="725805"/>
            </a:xfrm>
            <a:prstGeom prst="rect">
              <a:avLst/>
            </a:prstGeom>
            <a:grpFill/>
            <a:ln w="12700">
              <a:solidFill>
                <a:srgbClr val="000000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A rapid journey through critical themes shaping modern supply chains—each topic covered in 2 slides: overview + key insights or examples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8323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7377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68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2492</Words>
  <Application>Microsoft Office PowerPoint</Application>
  <PresentationFormat>Custom</PresentationFormat>
  <Paragraphs>192</Paragraphs>
  <Slides>88</Slides>
  <Notes>60</Notes>
  <HiddenSlides>56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2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2025-12-17T08:41:21Z</dcterms:modified>
</cp:coreProperties>
</file>