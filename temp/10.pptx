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20:47.794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20:47.794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20:47.794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20:47.794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20:47.794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20:47.794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20:47.794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20:47.794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20:47.794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20:47.794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20:42.738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20:42.738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20:42.738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20:42.738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20:42.738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20:42.738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20:42.738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20:42.738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20:42.738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20:42.738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880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8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9943" y="568404"/>
            <a:ext cx="7696914" cy="129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Industry 4.0 &amp; Smart Manufacturing</a:t>
            </a:r>
            <a:endParaRPr lang="en-US" sz="4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943" y="2170509"/>
            <a:ext cx="1033582" cy="12402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50217" y="2377202"/>
            <a:ext cx="3108008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Cyber-Physical Systems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450217" y="2824043"/>
            <a:ext cx="6456640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sensors and actuators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9943" y="3410783"/>
            <a:ext cx="1033582" cy="12402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50217" y="3617476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Robotics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450217" y="4064318"/>
            <a:ext cx="6456640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Collaborative automation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9943" y="4651058"/>
            <a:ext cx="1033582" cy="124027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50217" y="4857750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Data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450217" y="5304592"/>
            <a:ext cx="6456640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production insights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6209943" y="6123861"/>
            <a:ext cx="7696914" cy="1539597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6635" y="6437590"/>
            <a:ext cx="258366" cy="20669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81693" y="6382226"/>
            <a:ext cx="6818471" cy="99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Excellence: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Lean manufacturing principles enhanced with digital twins and IoT sensors—achieving 99.8% quality rates and 30% faster production cycles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</vt:lpstr>
      <vt:lpstr>Arial</vt:lpstr>
      <vt:lpstr>Inter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2025-12-14T09:20:50Z</dcterms:modified>
</cp:coreProperties>
</file>