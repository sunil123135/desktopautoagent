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3"/>
  </p:notesMasterIdLst>
  <p:sldIdLst>
    <p:sldId id="266" r:id="rId2"/>
  </p:sldIdLst>
  <p:sldSz cx="14630400" cy="8229600"/>
  <p:notesSz cx="8229600" cy="14630400"/>
  <p:embeddedFontLst>
    <p:embeddedFont>
      <p:font typeface="Inter" panose="020B0604020202020204" charset="0"/>
      <p:regular r:id="rId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66" d="100"/>
          <a:sy n="66" d="100"/>
        </p:scale>
        <p:origin x="720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notesMaster" Target="notesMasters/notesMaster1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font" Target="fonts/font1.fntdata"/><Relationship Id="rId9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alwani, Sunil" userId="95b0a425-4eed-4b84-a7cf-34664c131309" providerId="ADAL" clId="{CC5F0CBF-77A6-4739-8FF3-8FB7DAFF4AC8}"/>
    <pc:docChg chg="delSld">
      <pc:chgData name="Lalwani, Sunil" userId="95b0a425-4eed-4b84-a7cf-34664c131309" providerId="ADAL" clId="{CC5F0CBF-77A6-4739-8FF3-8FB7DAFF4AC8}" dt="2025-12-14T09:14:36.994" v="1" actId="47"/>
      <pc:docMkLst>
        <pc:docMk/>
      </pc:docMkLst>
      <pc:sldChg chg="del">
        <pc:chgData name="Lalwani, Sunil" userId="95b0a425-4eed-4b84-a7cf-34664c131309" providerId="ADAL" clId="{CC5F0CBF-77A6-4739-8FF3-8FB7DAFF4AC8}" dt="2025-12-14T09:14:36.994" v="1" actId="47"/>
        <pc:sldMkLst>
          <pc:docMk/>
          <pc:sldMk cId="0" sldId="256"/>
        </pc:sldMkLst>
      </pc:sldChg>
      <pc:sldChg chg="del">
        <pc:chgData name="Lalwani, Sunil" userId="95b0a425-4eed-4b84-a7cf-34664c131309" providerId="ADAL" clId="{CC5F0CBF-77A6-4739-8FF3-8FB7DAFF4AC8}" dt="2025-12-14T09:14:36.994" v="1" actId="47"/>
        <pc:sldMkLst>
          <pc:docMk/>
          <pc:sldMk cId="0" sldId="257"/>
        </pc:sldMkLst>
      </pc:sldChg>
      <pc:sldChg chg="del">
        <pc:chgData name="Lalwani, Sunil" userId="95b0a425-4eed-4b84-a7cf-34664c131309" providerId="ADAL" clId="{CC5F0CBF-77A6-4739-8FF3-8FB7DAFF4AC8}" dt="2025-12-14T09:14:36.994" v="1" actId="47"/>
        <pc:sldMkLst>
          <pc:docMk/>
          <pc:sldMk cId="0" sldId="258"/>
        </pc:sldMkLst>
      </pc:sldChg>
      <pc:sldChg chg="del">
        <pc:chgData name="Lalwani, Sunil" userId="95b0a425-4eed-4b84-a7cf-34664c131309" providerId="ADAL" clId="{CC5F0CBF-77A6-4739-8FF3-8FB7DAFF4AC8}" dt="2025-12-14T09:14:36.994" v="1" actId="47"/>
        <pc:sldMkLst>
          <pc:docMk/>
          <pc:sldMk cId="0" sldId="259"/>
        </pc:sldMkLst>
      </pc:sldChg>
      <pc:sldChg chg="del">
        <pc:chgData name="Lalwani, Sunil" userId="95b0a425-4eed-4b84-a7cf-34664c131309" providerId="ADAL" clId="{CC5F0CBF-77A6-4739-8FF3-8FB7DAFF4AC8}" dt="2025-12-14T09:14:36.994" v="1" actId="47"/>
        <pc:sldMkLst>
          <pc:docMk/>
          <pc:sldMk cId="0" sldId="260"/>
        </pc:sldMkLst>
      </pc:sldChg>
      <pc:sldChg chg="del">
        <pc:chgData name="Lalwani, Sunil" userId="95b0a425-4eed-4b84-a7cf-34664c131309" providerId="ADAL" clId="{CC5F0CBF-77A6-4739-8FF3-8FB7DAFF4AC8}" dt="2025-12-14T09:14:36.994" v="1" actId="47"/>
        <pc:sldMkLst>
          <pc:docMk/>
          <pc:sldMk cId="0" sldId="261"/>
        </pc:sldMkLst>
      </pc:sldChg>
      <pc:sldChg chg="del">
        <pc:chgData name="Lalwani, Sunil" userId="95b0a425-4eed-4b84-a7cf-34664c131309" providerId="ADAL" clId="{CC5F0CBF-77A6-4739-8FF3-8FB7DAFF4AC8}" dt="2025-12-14T09:14:36.994" v="1" actId="47"/>
        <pc:sldMkLst>
          <pc:docMk/>
          <pc:sldMk cId="0" sldId="262"/>
        </pc:sldMkLst>
      </pc:sldChg>
      <pc:sldChg chg="del">
        <pc:chgData name="Lalwani, Sunil" userId="95b0a425-4eed-4b84-a7cf-34664c131309" providerId="ADAL" clId="{CC5F0CBF-77A6-4739-8FF3-8FB7DAFF4AC8}" dt="2025-12-14T09:14:36.994" v="1" actId="47"/>
        <pc:sldMkLst>
          <pc:docMk/>
          <pc:sldMk cId="0" sldId="263"/>
        </pc:sldMkLst>
      </pc:sldChg>
      <pc:sldChg chg="del">
        <pc:chgData name="Lalwani, Sunil" userId="95b0a425-4eed-4b84-a7cf-34664c131309" providerId="ADAL" clId="{CC5F0CBF-77A6-4739-8FF3-8FB7DAFF4AC8}" dt="2025-12-14T09:14:36.994" v="1" actId="47"/>
        <pc:sldMkLst>
          <pc:docMk/>
          <pc:sldMk cId="0" sldId="264"/>
        </pc:sldMkLst>
      </pc:sldChg>
      <pc:sldChg chg="del">
        <pc:chgData name="Lalwani, Sunil" userId="95b0a425-4eed-4b84-a7cf-34664c131309" providerId="ADAL" clId="{CC5F0CBF-77A6-4739-8FF3-8FB7DAFF4AC8}" dt="2025-12-14T09:14:36.994" v="1" actId="47"/>
        <pc:sldMkLst>
          <pc:docMk/>
          <pc:sldMk cId="0" sldId="265"/>
        </pc:sldMkLst>
      </pc:sldChg>
      <pc:sldChg chg="del">
        <pc:chgData name="Lalwani, Sunil" userId="95b0a425-4eed-4b84-a7cf-34664c131309" providerId="ADAL" clId="{CC5F0CBF-77A6-4739-8FF3-8FB7DAFF4AC8}" dt="2025-12-14T09:14:32.752" v="0" actId="47"/>
        <pc:sldMkLst>
          <pc:docMk/>
          <pc:sldMk cId="0" sldId="267"/>
        </pc:sldMkLst>
      </pc:sldChg>
      <pc:sldChg chg="del">
        <pc:chgData name="Lalwani, Sunil" userId="95b0a425-4eed-4b84-a7cf-34664c131309" providerId="ADAL" clId="{CC5F0CBF-77A6-4739-8FF3-8FB7DAFF4AC8}" dt="2025-12-14T09:14:32.752" v="0" actId="47"/>
        <pc:sldMkLst>
          <pc:docMk/>
          <pc:sldMk cId="0" sldId="268"/>
        </pc:sldMkLst>
      </pc:sldChg>
      <pc:sldChg chg="del">
        <pc:chgData name="Lalwani, Sunil" userId="95b0a425-4eed-4b84-a7cf-34664c131309" providerId="ADAL" clId="{CC5F0CBF-77A6-4739-8FF3-8FB7DAFF4AC8}" dt="2025-12-14T09:14:32.752" v="0" actId="47"/>
        <pc:sldMkLst>
          <pc:docMk/>
          <pc:sldMk cId="0" sldId="269"/>
        </pc:sldMkLst>
      </pc:sldChg>
      <pc:sldChg chg="del">
        <pc:chgData name="Lalwani, Sunil" userId="95b0a425-4eed-4b84-a7cf-34664c131309" providerId="ADAL" clId="{CC5F0CBF-77A6-4739-8FF3-8FB7DAFF4AC8}" dt="2025-12-14T09:14:32.752" v="0" actId="47"/>
        <pc:sldMkLst>
          <pc:docMk/>
          <pc:sldMk cId="0" sldId="270"/>
        </pc:sldMkLst>
      </pc:sldChg>
      <pc:sldChg chg="del">
        <pc:chgData name="Lalwani, Sunil" userId="95b0a425-4eed-4b84-a7cf-34664c131309" providerId="ADAL" clId="{CC5F0CBF-77A6-4739-8FF3-8FB7DAFF4AC8}" dt="2025-12-14T09:14:32.752" v="0" actId="47"/>
        <pc:sldMkLst>
          <pc:docMk/>
          <pc:sldMk cId="0" sldId="271"/>
        </pc:sldMkLst>
      </pc:sldChg>
      <pc:sldChg chg="del">
        <pc:chgData name="Lalwani, Sunil" userId="95b0a425-4eed-4b84-a7cf-34664c131309" providerId="ADAL" clId="{CC5F0CBF-77A6-4739-8FF3-8FB7DAFF4AC8}" dt="2025-12-14T09:14:32.752" v="0" actId="47"/>
        <pc:sldMkLst>
          <pc:docMk/>
          <pc:sldMk cId="0" sldId="272"/>
        </pc:sldMkLst>
      </pc:sldChg>
      <pc:sldChg chg="del">
        <pc:chgData name="Lalwani, Sunil" userId="95b0a425-4eed-4b84-a7cf-34664c131309" providerId="ADAL" clId="{CC5F0CBF-77A6-4739-8FF3-8FB7DAFF4AC8}" dt="2025-12-14T09:14:32.752" v="0" actId="47"/>
        <pc:sldMkLst>
          <pc:docMk/>
          <pc:sldMk cId="0" sldId="273"/>
        </pc:sldMkLst>
      </pc:sldChg>
      <pc:sldChg chg="del">
        <pc:chgData name="Lalwani, Sunil" userId="95b0a425-4eed-4b84-a7cf-34664c131309" providerId="ADAL" clId="{CC5F0CBF-77A6-4739-8FF3-8FB7DAFF4AC8}" dt="2025-12-14T09:14:32.752" v="0" actId="47"/>
        <pc:sldMkLst>
          <pc:docMk/>
          <pc:sldMk cId="0" sldId="274"/>
        </pc:sldMkLst>
      </pc:sldChg>
      <pc:sldChg chg="del">
        <pc:chgData name="Lalwani, Sunil" userId="95b0a425-4eed-4b84-a7cf-34664c131309" providerId="ADAL" clId="{CC5F0CBF-77A6-4739-8FF3-8FB7DAFF4AC8}" dt="2025-12-14T09:14:32.752" v="0" actId="47"/>
        <pc:sldMkLst>
          <pc:docMk/>
          <pc:sldMk cId="0" sldId="275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9791898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253365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09374" y="3251121"/>
            <a:ext cx="7826454" cy="6334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950"/>
              </a:lnSpc>
              <a:buNone/>
            </a:pPr>
            <a:r>
              <a:rPr lang="en-US" sz="39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Cybersecurity in Supply Chains</a:t>
            </a:r>
            <a:endParaRPr lang="en-US" sz="3950" dirty="0"/>
          </a:p>
        </p:txBody>
      </p:sp>
      <p:sp>
        <p:nvSpPr>
          <p:cNvPr id="4" name="Shape 1"/>
          <p:cNvSpPr/>
          <p:nvPr/>
        </p:nvSpPr>
        <p:spPr>
          <a:xfrm>
            <a:off x="709374" y="4492466"/>
            <a:ext cx="4268748" cy="2143125"/>
          </a:xfrm>
          <a:prstGeom prst="roundRect">
            <a:avLst>
              <a:gd name="adj" fmla="val 5120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2"/>
          <p:cNvSpPr/>
          <p:nvPr/>
        </p:nvSpPr>
        <p:spPr>
          <a:xfrm>
            <a:off x="709374" y="4469606"/>
            <a:ext cx="4268748" cy="91440"/>
          </a:xfrm>
          <a:prstGeom prst="roundRect">
            <a:avLst>
              <a:gd name="adj" fmla="val 93103"/>
            </a:avLst>
          </a:prstGeom>
          <a:solidFill>
            <a:srgbClr val="4950B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3"/>
          <p:cNvSpPr/>
          <p:nvPr/>
        </p:nvSpPr>
        <p:spPr>
          <a:xfrm>
            <a:off x="2539663" y="4188500"/>
            <a:ext cx="608052" cy="608052"/>
          </a:xfrm>
          <a:prstGeom prst="roundRect">
            <a:avLst>
              <a:gd name="adj" fmla="val 150382"/>
            </a:avLst>
          </a:prstGeom>
          <a:solidFill>
            <a:srgbClr val="4950B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2722066" y="4340543"/>
            <a:ext cx="243126" cy="3039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50"/>
              </a:lnSpc>
              <a:buNone/>
            </a:pPr>
            <a:r>
              <a:rPr lang="en-US" sz="19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1</a:t>
            </a:r>
            <a:endParaRPr lang="en-US" sz="1900" dirty="0"/>
          </a:p>
        </p:txBody>
      </p:sp>
      <p:sp>
        <p:nvSpPr>
          <p:cNvPr id="8" name="Text 5"/>
          <p:cNvSpPr/>
          <p:nvPr/>
        </p:nvSpPr>
        <p:spPr>
          <a:xfrm>
            <a:off x="934879" y="4999196"/>
            <a:ext cx="2533650" cy="3167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9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Threat Landscape</a:t>
            </a:r>
            <a:endParaRPr lang="en-US" sz="1950" dirty="0"/>
          </a:p>
        </p:txBody>
      </p:sp>
      <p:sp>
        <p:nvSpPr>
          <p:cNvPr id="9" name="Text 6"/>
          <p:cNvSpPr/>
          <p:nvPr/>
        </p:nvSpPr>
        <p:spPr>
          <a:xfrm>
            <a:off x="934879" y="5437465"/>
            <a:ext cx="3817739" cy="9726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Ransomware, data breaches, and IoT vulnerabilities pose growing risks to interconnected supply networks</a:t>
            </a:r>
            <a:endParaRPr lang="en-US" sz="1550" dirty="0"/>
          </a:p>
        </p:txBody>
      </p:sp>
      <p:sp>
        <p:nvSpPr>
          <p:cNvPr id="10" name="Shape 7"/>
          <p:cNvSpPr/>
          <p:nvPr/>
        </p:nvSpPr>
        <p:spPr>
          <a:xfrm>
            <a:off x="5180767" y="4492466"/>
            <a:ext cx="4268748" cy="2143125"/>
          </a:xfrm>
          <a:prstGeom prst="roundRect">
            <a:avLst>
              <a:gd name="adj" fmla="val 5120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5180767" y="4469606"/>
            <a:ext cx="4268748" cy="91440"/>
          </a:xfrm>
          <a:prstGeom prst="roundRect">
            <a:avLst>
              <a:gd name="adj" fmla="val 93103"/>
            </a:avLst>
          </a:prstGeom>
          <a:solidFill>
            <a:srgbClr val="4950B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7011055" y="4188500"/>
            <a:ext cx="608052" cy="608052"/>
          </a:xfrm>
          <a:prstGeom prst="roundRect">
            <a:avLst>
              <a:gd name="adj" fmla="val 150382"/>
            </a:avLst>
          </a:prstGeom>
          <a:solidFill>
            <a:srgbClr val="4950B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7193459" y="4340543"/>
            <a:ext cx="243126" cy="3039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50"/>
              </a:lnSpc>
              <a:buNone/>
            </a:pPr>
            <a:r>
              <a:rPr lang="en-US" sz="19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2</a:t>
            </a:r>
            <a:endParaRPr lang="en-US" sz="1900" dirty="0"/>
          </a:p>
        </p:txBody>
      </p:sp>
      <p:sp>
        <p:nvSpPr>
          <p:cNvPr id="14" name="Text 11"/>
          <p:cNvSpPr/>
          <p:nvPr/>
        </p:nvSpPr>
        <p:spPr>
          <a:xfrm>
            <a:off x="5406271" y="4999196"/>
            <a:ext cx="2609850" cy="3167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9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Protection Strategies</a:t>
            </a:r>
            <a:endParaRPr lang="en-US" sz="1950" dirty="0"/>
          </a:p>
        </p:txBody>
      </p:sp>
      <p:sp>
        <p:nvSpPr>
          <p:cNvPr id="15" name="Text 12"/>
          <p:cNvSpPr/>
          <p:nvPr/>
        </p:nvSpPr>
        <p:spPr>
          <a:xfrm>
            <a:off x="5406271" y="5437465"/>
            <a:ext cx="3817739" cy="9726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Multi-layer security, encryption, access controls, and continuous monitoring defend critical infrastructure</a:t>
            </a:r>
            <a:endParaRPr lang="en-US" sz="1550" dirty="0"/>
          </a:p>
        </p:txBody>
      </p:sp>
      <p:sp>
        <p:nvSpPr>
          <p:cNvPr id="16" name="Shape 13"/>
          <p:cNvSpPr/>
          <p:nvPr/>
        </p:nvSpPr>
        <p:spPr>
          <a:xfrm>
            <a:off x="9652159" y="4492466"/>
            <a:ext cx="4268748" cy="2143125"/>
          </a:xfrm>
          <a:prstGeom prst="roundRect">
            <a:avLst>
              <a:gd name="adj" fmla="val 5120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Shape 14"/>
          <p:cNvSpPr/>
          <p:nvPr/>
        </p:nvSpPr>
        <p:spPr>
          <a:xfrm>
            <a:off x="9652159" y="4469606"/>
            <a:ext cx="4268748" cy="91440"/>
          </a:xfrm>
          <a:prstGeom prst="roundRect">
            <a:avLst>
              <a:gd name="adj" fmla="val 93103"/>
            </a:avLst>
          </a:prstGeom>
          <a:solidFill>
            <a:srgbClr val="4950B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Shape 15"/>
          <p:cNvSpPr/>
          <p:nvPr/>
        </p:nvSpPr>
        <p:spPr>
          <a:xfrm>
            <a:off x="11482447" y="4188500"/>
            <a:ext cx="608052" cy="608052"/>
          </a:xfrm>
          <a:prstGeom prst="roundRect">
            <a:avLst>
              <a:gd name="adj" fmla="val 150382"/>
            </a:avLst>
          </a:prstGeom>
          <a:solidFill>
            <a:srgbClr val="4950B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/>
          <p:nvPr/>
        </p:nvSpPr>
        <p:spPr>
          <a:xfrm>
            <a:off x="11664851" y="4340543"/>
            <a:ext cx="243126" cy="3039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50"/>
              </a:lnSpc>
              <a:buNone/>
            </a:pPr>
            <a:r>
              <a:rPr lang="en-US" sz="19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3</a:t>
            </a:r>
            <a:endParaRPr lang="en-US" sz="1900" dirty="0"/>
          </a:p>
        </p:txBody>
      </p:sp>
      <p:sp>
        <p:nvSpPr>
          <p:cNvPr id="20" name="Text 17"/>
          <p:cNvSpPr/>
          <p:nvPr/>
        </p:nvSpPr>
        <p:spPr>
          <a:xfrm>
            <a:off x="9877663" y="4999196"/>
            <a:ext cx="2592348" cy="3167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9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Vendor Management</a:t>
            </a:r>
            <a:endParaRPr lang="en-US" sz="1950" dirty="0"/>
          </a:p>
        </p:txBody>
      </p:sp>
      <p:sp>
        <p:nvSpPr>
          <p:cNvPr id="21" name="Text 18"/>
          <p:cNvSpPr/>
          <p:nvPr/>
        </p:nvSpPr>
        <p:spPr>
          <a:xfrm>
            <a:off x="9877663" y="5437465"/>
            <a:ext cx="3817739" cy="9726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Third-party risk assessment and security standards ensure partner compliance and data protection</a:t>
            </a:r>
            <a:endParaRPr lang="en-US" sz="1550" dirty="0"/>
          </a:p>
        </p:txBody>
      </p:sp>
      <p:sp>
        <p:nvSpPr>
          <p:cNvPr id="22" name="Text 19"/>
          <p:cNvSpPr/>
          <p:nvPr/>
        </p:nvSpPr>
        <p:spPr>
          <a:xfrm>
            <a:off x="709374" y="6863596"/>
            <a:ext cx="13211651" cy="6484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As digital interconnectivity increases, cybersecurity becomes mission-critical—60% of supply chain breaches originate from third-party vendors</a:t>
            </a:r>
            <a:endParaRPr lang="en-US" sz="15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74</Words>
  <Application>Microsoft Office PowerPoint</Application>
  <PresentationFormat>Custom</PresentationFormat>
  <Paragraphs>12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Inter</vt:lpstr>
      <vt:lpstr>Arial</vt:lpstr>
      <vt:lpstr>Inter Bold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Lalwani, Sunil</cp:lastModifiedBy>
  <cp:revision>1</cp:revision>
  <dcterms:created xsi:type="dcterms:W3CDTF">2025-12-14T08:55:05Z</dcterms:created>
  <dcterms:modified xsi:type="dcterms:W3CDTF">2025-12-14T09:14:39Z</dcterms:modified>
</cp:coreProperties>
</file>