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4:11.783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4:11.783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4:08.06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80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322" y="526613"/>
            <a:ext cx="9929693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for Supply Chain Transparency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22" y="1627822"/>
            <a:ext cx="5035510" cy="5035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0653" y="1603891"/>
            <a:ext cx="2872978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Trust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6180653" y="2280047"/>
            <a:ext cx="95726" cy="95726"/>
          </a:xfrm>
          <a:prstGeom prst="roundRect">
            <a:avLst>
              <a:gd name="adj" fmla="val 47761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67832" y="2178368"/>
            <a:ext cx="247185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Provenance Tracking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67832" y="2669024"/>
            <a:ext cx="3486626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product journey visibility from origin to consumer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93774" y="2280047"/>
            <a:ext cx="95726" cy="95726"/>
          </a:xfrm>
          <a:prstGeom prst="roundRect">
            <a:avLst>
              <a:gd name="adj" fmla="val 47761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80953" y="2178368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Fraud Prevention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480953" y="2669024"/>
            <a:ext cx="3486626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Tamper-proof records eliminate counterfeit products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80653" y="3766661"/>
            <a:ext cx="95726" cy="95726"/>
          </a:xfrm>
          <a:prstGeom prst="roundRect">
            <a:avLst>
              <a:gd name="adj" fmla="val 47761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67832" y="3664982"/>
            <a:ext cx="3246120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Compliance Documentation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67832" y="4155638"/>
            <a:ext cx="749974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regulatory reporting and audit trails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70322" y="7094101"/>
            <a:ext cx="13289756" cy="1120259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74" y="7386876"/>
            <a:ext cx="239316" cy="19145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92542" y="7333417"/>
            <a:ext cx="12476083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Walmart Food Safety:</a:t>
            </a: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Blockchain tracking reduces contamination source identification from 7 days to 2.2 seconds—saving lives and millions in recalls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 Bold</vt:lpstr>
      <vt:lpstr>Inter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2025-12-14T09:14:14Z</dcterms:modified>
</cp:coreProperties>
</file>