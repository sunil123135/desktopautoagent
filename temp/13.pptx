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13:49.15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13:49.152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13:45.595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17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329" y="573762"/>
            <a:ext cx="7683341" cy="130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 Data Analytics in Decision-Making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329" y="2190869"/>
            <a:ext cx="521613" cy="521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12689" y="2314694"/>
            <a:ext cx="2911435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Optimization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1512689" y="2765822"/>
            <a:ext cx="690098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millions of data points to determine optimal stock levels, reducing carrying costs by 20-35%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329" y="3850838"/>
            <a:ext cx="521613" cy="5216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12689" y="3974663"/>
            <a:ext cx="260842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Supplier Evaluation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512689" y="4425791"/>
            <a:ext cx="690098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 and risk scoring enable data-driven sourcing decisions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329" y="5510808"/>
            <a:ext cx="521613" cy="5216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12689" y="5634633"/>
            <a:ext cx="260842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 Prediction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512689" y="6085761"/>
            <a:ext cx="6900982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models process historical data, market trends, and external factors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30329" y="6988135"/>
            <a:ext cx="7683341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 and CPG industries lead adoption—leveraging analytics for everything from raw material sourcing to final mile delivery optimization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Inter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2025-12-14T09:13:51Z</dcterms:modified>
</cp:coreProperties>
</file>