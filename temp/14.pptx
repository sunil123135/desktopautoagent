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9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13:21.628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13:21.628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13:17.286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13:17.286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13:17.286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13:17.286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13:17.286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13:17.286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58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107" y="538639"/>
            <a:ext cx="6891814" cy="595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Agile Supply Chain Strategies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67107" y="1420178"/>
            <a:ext cx="22860" cy="5017651"/>
          </a:xfrm>
          <a:prstGeom prst="roundRect">
            <a:avLst>
              <a:gd name="adj" fmla="val 350222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89967" y="1420178"/>
            <a:ext cx="7809786" cy="1418392"/>
          </a:xfrm>
          <a:prstGeom prst="rect">
            <a:avLst/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0586" y="1618417"/>
            <a:ext cx="2382679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Rapid Response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80586" y="2030492"/>
            <a:ext cx="7420928" cy="60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Flexibility to pivot quickly when market conditions shift—reducing lead times from months to weeks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9967" y="3219807"/>
            <a:ext cx="7809786" cy="1418392"/>
          </a:xfrm>
          <a:prstGeom prst="rect">
            <a:avLst/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80586" y="3418046"/>
            <a:ext cx="2382679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 Design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80586" y="3830122"/>
            <a:ext cx="7420928" cy="60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Interchangeable components and processes enable swift reconfiguration without major disruption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9967" y="5019437"/>
            <a:ext cx="7809786" cy="1418392"/>
          </a:xfrm>
          <a:prstGeom prst="rect">
            <a:avLst/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0586" y="5217676"/>
            <a:ext cx="2382679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Visibility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80586" y="5629751"/>
            <a:ext cx="7420928" cy="60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transparency allows immediate identification of bottlenecks and opportunities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52976" y="6866692"/>
            <a:ext cx="7523917" cy="60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Zara's Agility: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Design-to-store in 2 weeks vs. industry average of 6 months—enabling 20+ collection updates annually and minimal markdowns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7107" y="6652260"/>
            <a:ext cx="22860" cy="103870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Arial</vt:lpstr>
      <vt:lpstr>Inter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2025-12-14T09:13:24Z</dcterms:modified>
</cp:coreProperties>
</file>