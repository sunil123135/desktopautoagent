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2:52.180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2:52.180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2:47.674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2:47.674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2:47.674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2:47.674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2:47.674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69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11748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Collaboration &amp; Partnerships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70767" y="2801898"/>
            <a:ext cx="36618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Communication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4585" y="3354943"/>
            <a:ext cx="318968" cy="3189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97628" y="2393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Joint Planning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8797" y="2927866"/>
            <a:ext cx="318968" cy="3189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51256" y="4028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Aligned Objectives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1041" y="4045863"/>
            <a:ext cx="318968" cy="31896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597628" y="5663327"/>
            <a:ext cx="30376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Exchange</a:t>
            </a:r>
            <a:endParaRPr lang="en-US" sz="2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18797" y="5163860"/>
            <a:ext cx="318968" cy="31896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2197418" y="52544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Co-Innovation</a:t>
            </a:r>
            <a:endParaRPr lang="en-US" sz="2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04585" y="4736783"/>
            <a:ext cx="318968" cy="31896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Cross-functional teams and cross-company cooperation drive shared success—digital platforms enable seamless collaboration, reducing planning cycles by 40% and improving forecast accuracy by 25%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Inter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2025-12-14T09:12:58Z</dcterms:modified>
</cp:coreProperties>
</file>