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12:17.850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12:17.850" v="1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12:13.404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12:13.404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12:13.404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12:13.404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774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883" y="458748"/>
            <a:ext cx="7221260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Management Innovations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3883" y="1396960"/>
            <a:ext cx="250293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 Approaches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583883" y="2158008"/>
            <a:ext cx="7221260" cy="2286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3883" y="2287072"/>
            <a:ext cx="212848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Demand-Driven MRP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3883" y="2714625"/>
            <a:ext cx="7221260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DDMRP balances flow and variability, reducing inventory by 30% while improving service levels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3883" y="3800713"/>
            <a:ext cx="7221260" cy="2286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3883" y="3929777"/>
            <a:ext cx="20854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Just-In-Time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3883" y="4357330"/>
            <a:ext cx="722126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Minimizing waste through precise timing and lean principles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3883" y="5176599"/>
            <a:ext cx="7221260" cy="2286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3883" y="5305663"/>
            <a:ext cx="208871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Positioning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3883" y="5733217"/>
            <a:ext cx="722126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location optimization based on demand patterns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718" y="1417796"/>
            <a:ext cx="5834301" cy="583430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3883" y="7627382"/>
            <a:ext cx="13462635" cy="708779"/>
          </a:xfrm>
          <a:prstGeom prst="roundRect">
            <a:avLst>
              <a:gd name="adj" fmla="val 9887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89" y="7880390"/>
            <a:ext cx="208478" cy="16680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25974" y="7835860"/>
            <a:ext cx="12753737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Amazon's Strategy: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Predictive algorithms position inventory closer to customers before orders are placed—enabling same-day and next-day delivery at scale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Inter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2025-12-14T09:12:20Z</dcterms:modified>
</cp:coreProperties>
</file>