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11:46.229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11:46.229" v="1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11:40.012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11:40.012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11:40.012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201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685" y="900232"/>
            <a:ext cx="7712631" cy="1278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Trade Dynamics &amp; Geopolitical Impact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5685" y="2484953"/>
            <a:ext cx="3754041" cy="2204918"/>
          </a:xfrm>
          <a:prstGeom prst="roundRect">
            <a:avLst>
              <a:gd name="adj" fmla="val 389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2975" y="2712244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Tariffs &amp; Trade Wars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42975" y="3154323"/>
            <a:ext cx="3299460" cy="1308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Shifting costs and route economics—companies reassess manufacturing footprints and sourcing strategies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74156" y="2484953"/>
            <a:ext cx="3754160" cy="2204918"/>
          </a:xfrm>
          <a:prstGeom prst="roundRect">
            <a:avLst>
              <a:gd name="adj" fmla="val 389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01446" y="2712244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Regulatory Changes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901446" y="3154323"/>
            <a:ext cx="3299579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Customs requirements, sanctions, and compliance mandates create complexity and risk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5685" y="4894302"/>
            <a:ext cx="7712631" cy="1550789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42975" y="5121593"/>
            <a:ext cx="3163372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Diversification Strategies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42975" y="5563672"/>
            <a:ext cx="7258050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Multi-country sourcing and "China+1" approaches reduce concentration risk and increase resilience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5685" y="6675120"/>
            <a:ext cx="7712631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Forward-thinking companies build geographic flexibility into their networks—maintaining options to shift production and sourcing as conditions evolve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Arial</vt:lpstr>
      <vt:lpstr>Inter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2025-12-14T09:11:54Z</dcterms:modified>
</cp:coreProperties>
</file>