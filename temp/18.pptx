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undo custSel addSld delSld">
      <pc:chgData name="Lalwani, Sunil" userId="95b0a425-4eed-4b84-a7cf-34664c131309" providerId="ADAL" clId="{CC5F0CBF-77A6-4739-8FF3-8FB7DAFF4AC8}" dt="2025-12-14T09:10:55.902" v="3" actId="47"/>
      <pc:docMkLst>
        <pc:docMk/>
      </pc:docMkLst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56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57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58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59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0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1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2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3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4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5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6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7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8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69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70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71"/>
        </pc:sldMkLst>
      </pc:sldChg>
      <pc:sldChg chg="add del">
        <pc:chgData name="Lalwani, Sunil" userId="95b0a425-4eed-4b84-a7cf-34664c131309" providerId="ADAL" clId="{CC5F0CBF-77A6-4739-8FF3-8FB7DAFF4AC8}" dt="2025-12-14T09:10:55.902" v="3" actId="47"/>
        <pc:sldMkLst>
          <pc:docMk/>
          <pc:sldMk cId="0" sldId="272"/>
        </pc:sldMkLst>
      </pc:sldChg>
      <pc:sldChg chg="add del">
        <pc:chgData name="Lalwani, Sunil" userId="95b0a425-4eed-4b84-a7cf-34664c131309" providerId="ADAL" clId="{CC5F0CBF-77A6-4739-8FF3-8FB7DAFF4AC8}" dt="2025-12-14T09:10:42.436" v="1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0:50.434" v="2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0:50.434" v="2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83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2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613" y="3113722"/>
            <a:ext cx="1163157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Talent &amp; Workforce Development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20842" y="4874538"/>
            <a:ext cx="3957995" cy="204073"/>
          </a:xfrm>
          <a:prstGeom prst="roundRect">
            <a:avLst>
              <a:gd name="adj" fmla="val 42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4613" y="4670346"/>
            <a:ext cx="612458" cy="612458"/>
          </a:xfrm>
          <a:prstGeom prst="roundRect">
            <a:avLst>
              <a:gd name="adj" fmla="val 7465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727" y="4823460"/>
            <a:ext cx="306229" cy="3062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8686" y="5486876"/>
            <a:ext cx="255222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Skills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18686" y="5928360"/>
            <a:ext cx="385619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in analytics platforms, AI tools, and automation systems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9258" y="4568309"/>
            <a:ext cx="3957995" cy="204073"/>
          </a:xfrm>
          <a:prstGeom prst="roundRect">
            <a:avLst>
              <a:gd name="adj" fmla="val 42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183029" y="4364117"/>
            <a:ext cx="612458" cy="612458"/>
          </a:xfrm>
          <a:prstGeom prst="roundRect">
            <a:avLst>
              <a:gd name="adj" fmla="val 7465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6143" y="4517231"/>
            <a:ext cx="306229" cy="3062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87102" y="5180647"/>
            <a:ext cx="295132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Sustainability Expertise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5387102" y="5622131"/>
            <a:ext cx="385619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circular economy, carbon accounting, and ESG metrics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957673" y="4262080"/>
            <a:ext cx="3957995" cy="204073"/>
          </a:xfrm>
          <a:prstGeom prst="roundRect">
            <a:avLst>
              <a:gd name="adj" fmla="val 420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651444" y="4057888"/>
            <a:ext cx="612458" cy="612458"/>
          </a:xfrm>
          <a:prstGeom prst="roundRect">
            <a:avLst>
              <a:gd name="adj" fmla="val 7465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4559" y="4211003"/>
            <a:ext cx="306229" cy="3062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55518" y="4874419"/>
            <a:ext cx="258830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Leadership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855518" y="5315903"/>
            <a:ext cx="385619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capabilities to navigate complexity and drive transformation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14613" y="7015520"/>
            <a:ext cx="1320117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 critical skills gaps is essential to future-proof supply chain teams—65% of companies report talent shortage as top constraint to innovation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 Bold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2025-12-14T09:11:00Z</dcterms:modified>
</cp:coreProperties>
</file>