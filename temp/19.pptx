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09:57.359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09:57.359" v="1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09:51.969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3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998" y="435293"/>
            <a:ext cx="6379964" cy="494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Customer-Centric Supply Chains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53998" y="1325642"/>
            <a:ext cx="2886551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Designing Around Needs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553998" y="1780580"/>
            <a:ext cx="656820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supply chains start with customer requirements and work backward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3998" y="2176105"/>
            <a:ext cx="656820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delivery windows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3998" y="2484596"/>
            <a:ext cx="656820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fulfillment options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3998" y="2793087"/>
            <a:ext cx="656820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communication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3998" y="3101578"/>
            <a:ext cx="656820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returns processes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3998" y="3410069"/>
            <a:ext cx="656820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 tracking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820" y="1345406"/>
            <a:ext cx="6568202" cy="65682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1408" y="8447603"/>
            <a:ext cx="13284994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enable unprecedented personalization—from delivery preferences to product recommendations based on supply chain capabilities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3998" y="8269605"/>
            <a:ext cx="22860" cy="609124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</vt:lpstr>
      <vt:lpstr>Arial</vt:lpstr>
      <vt:lpstr>Inter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2025-12-14T09:10:02Z</dcterms:modified>
</cp:coreProperties>
</file>