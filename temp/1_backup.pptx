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6T15:34:55.400" v="1" actId="47"/>
      <pc:docMkLst>
        <pc:docMk/>
      </pc:docMkLst>
      <pc:sldChg chg="del">
        <pc:chgData name="Lalwani, Sunil" userId="95b0a425-4eed-4b84-a7cf-34664c131309" providerId="ADAL" clId="{CC5F0CBF-77A6-4739-8FF3-8FB7DAFF4AC8}" dt="2025-12-16T15:34:55.400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081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Exploring 50 Key Topics in Supply Chain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rapid journey through critical themes shaping modern supply chains—each topic covered in 2 slides: overview + key insights or examples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Inter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2025-12-16T15:34:56Z</dcterms:modified>
</cp:coreProperties>
</file>