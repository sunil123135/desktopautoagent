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57" r:id="rId2"/>
    <p:sldId id="262" r:id="rId3"/>
    <p:sldId id="455" r:id="rId4"/>
    <p:sldId id="258" r:id="rId5"/>
    <p:sldId id="260" r:id="rId6"/>
    <p:sldId id="261" r:id="rId7"/>
    <p:sldId id="264" r:id="rId8"/>
    <p:sldId id="265" r:id="rId9"/>
    <p:sldId id="266" r:id="rId10"/>
    <p:sldId id="268" r:id="rId11"/>
    <p:sldId id="269" r:id="rId12"/>
    <p:sldId id="270" r:id="rId13"/>
    <p:sldId id="272" r:id="rId14"/>
    <p:sldId id="273" r:id="rId15"/>
    <p:sldId id="274" r:id="rId16"/>
    <p:sldId id="276" r:id="rId17"/>
    <p:sldId id="277" r:id="rId18"/>
    <p:sldId id="278" r:id="rId19"/>
    <p:sldId id="280" r:id="rId20"/>
    <p:sldId id="281" r:id="rId21"/>
    <p:sldId id="282" r:id="rId22"/>
    <p:sldId id="284" r:id="rId23"/>
    <p:sldId id="285" r:id="rId24"/>
    <p:sldId id="286" r:id="rId25"/>
    <p:sldId id="288" r:id="rId26"/>
    <p:sldId id="289" r:id="rId27"/>
    <p:sldId id="290" r:id="rId28"/>
    <p:sldId id="292" r:id="rId29"/>
    <p:sldId id="293" r:id="rId30"/>
    <p:sldId id="294" r:id="rId31"/>
    <p:sldId id="296" r:id="rId32"/>
    <p:sldId id="297" r:id="rId33"/>
    <p:sldId id="298" r:id="rId34"/>
    <p:sldId id="300" r:id="rId35"/>
    <p:sldId id="301" r:id="rId36"/>
    <p:sldId id="302" r:id="rId37"/>
    <p:sldId id="304" r:id="rId38"/>
    <p:sldId id="305" r:id="rId39"/>
    <p:sldId id="306" r:id="rId40"/>
    <p:sldId id="308" r:id="rId41"/>
    <p:sldId id="309" r:id="rId42"/>
    <p:sldId id="310" r:id="rId43"/>
    <p:sldId id="312" r:id="rId44"/>
    <p:sldId id="313" r:id="rId45"/>
    <p:sldId id="314" r:id="rId46"/>
    <p:sldId id="316" r:id="rId47"/>
    <p:sldId id="317" r:id="rId48"/>
    <p:sldId id="318" r:id="rId49"/>
    <p:sldId id="320" r:id="rId50"/>
    <p:sldId id="321" r:id="rId51"/>
    <p:sldId id="322" r:id="rId52"/>
    <p:sldId id="324" r:id="rId53"/>
    <p:sldId id="325" r:id="rId54"/>
    <p:sldId id="326" r:id="rId55"/>
    <p:sldId id="328" r:id="rId56"/>
    <p:sldId id="329" r:id="rId57"/>
    <p:sldId id="330" r:id="rId58"/>
    <p:sldId id="332" r:id="rId59"/>
    <p:sldId id="333" r:id="rId60"/>
    <p:sldId id="334" r:id="rId61"/>
    <p:sldId id="336" r:id="rId62"/>
    <p:sldId id="337" r:id="rId63"/>
    <p:sldId id="338" r:id="rId64"/>
    <p:sldId id="340" r:id="rId65"/>
    <p:sldId id="341" r:id="rId66"/>
    <p:sldId id="342" r:id="rId67"/>
    <p:sldId id="344" r:id="rId68"/>
    <p:sldId id="345" r:id="rId69"/>
    <p:sldId id="346" r:id="rId70"/>
    <p:sldId id="348" r:id="rId71"/>
    <p:sldId id="349" r:id="rId72"/>
    <p:sldId id="350" r:id="rId73"/>
    <p:sldId id="352" r:id="rId74"/>
    <p:sldId id="353" r:id="rId75"/>
    <p:sldId id="354" r:id="rId76"/>
    <p:sldId id="356" r:id="rId77"/>
    <p:sldId id="357" r:id="rId78"/>
    <p:sldId id="358" r:id="rId79"/>
    <p:sldId id="360" r:id="rId80"/>
    <p:sldId id="361" r:id="rId81"/>
    <p:sldId id="362" r:id="rId82"/>
    <p:sldId id="364" r:id="rId83"/>
    <p:sldId id="365" r:id="rId84"/>
    <p:sldId id="366" r:id="rId85"/>
    <p:sldId id="368" r:id="rId86"/>
    <p:sldId id="369" r:id="rId87"/>
    <p:sldId id="370" r:id="rId88"/>
    <p:sldId id="372" r:id="rId89"/>
    <p:sldId id="373" r:id="rId90"/>
    <p:sldId id="374" r:id="rId91"/>
    <p:sldId id="376" r:id="rId92"/>
    <p:sldId id="377" r:id="rId93"/>
    <p:sldId id="378" r:id="rId94"/>
    <p:sldId id="380" r:id="rId95"/>
    <p:sldId id="381" r:id="rId96"/>
    <p:sldId id="382" r:id="rId97"/>
    <p:sldId id="384" r:id="rId98"/>
    <p:sldId id="385" r:id="rId99"/>
    <p:sldId id="386" r:id="rId100"/>
    <p:sldId id="388" r:id="rId101"/>
    <p:sldId id="389" r:id="rId102"/>
    <p:sldId id="390" r:id="rId103"/>
    <p:sldId id="392" r:id="rId104"/>
    <p:sldId id="393" r:id="rId105"/>
    <p:sldId id="394" r:id="rId106"/>
    <p:sldId id="396" r:id="rId107"/>
    <p:sldId id="397" r:id="rId108"/>
    <p:sldId id="398" r:id="rId109"/>
    <p:sldId id="400" r:id="rId110"/>
    <p:sldId id="401" r:id="rId111"/>
    <p:sldId id="402" r:id="rId112"/>
    <p:sldId id="404" r:id="rId113"/>
    <p:sldId id="405" r:id="rId114"/>
    <p:sldId id="406" r:id="rId115"/>
    <p:sldId id="408" r:id="rId116"/>
    <p:sldId id="409" r:id="rId117"/>
    <p:sldId id="410" r:id="rId118"/>
    <p:sldId id="412" r:id="rId119"/>
    <p:sldId id="413" r:id="rId120"/>
    <p:sldId id="414" r:id="rId121"/>
    <p:sldId id="416" r:id="rId122"/>
    <p:sldId id="417" r:id="rId123"/>
    <p:sldId id="418" r:id="rId124"/>
    <p:sldId id="420" r:id="rId125"/>
    <p:sldId id="421" r:id="rId126"/>
    <p:sldId id="422" r:id="rId127"/>
    <p:sldId id="424" r:id="rId128"/>
    <p:sldId id="425" r:id="rId129"/>
    <p:sldId id="426" r:id="rId130"/>
    <p:sldId id="428" r:id="rId131"/>
    <p:sldId id="429" r:id="rId132"/>
    <p:sldId id="430" r:id="rId133"/>
    <p:sldId id="432" r:id="rId134"/>
    <p:sldId id="433" r:id="rId135"/>
    <p:sldId id="434" r:id="rId136"/>
    <p:sldId id="436" r:id="rId137"/>
    <p:sldId id="437" r:id="rId138"/>
    <p:sldId id="438" r:id="rId139"/>
    <p:sldId id="440" r:id="rId140"/>
    <p:sldId id="441" r:id="rId141"/>
    <p:sldId id="442" r:id="rId142"/>
    <p:sldId id="444" r:id="rId143"/>
    <p:sldId id="445" r:id="rId144"/>
    <p:sldId id="446" r:id="rId145"/>
    <p:sldId id="448" r:id="rId146"/>
    <p:sldId id="449" r:id="rId147"/>
    <p:sldId id="450" r:id="rId148"/>
    <p:sldId id="452" r:id="rId149"/>
    <p:sldId id="453" r:id="rId150"/>
    <p:sldId id="454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E4181-720E-4526-BAE4-731988CF13CF}" v="404" dt="2025-12-17T08:55:00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8:55:00.451" v="819"/>
      <pc:docMkLst>
        <pc:docMk/>
      </pc:docMkLst>
      <pc:sldChg chg="del">
        <pc:chgData name="Lalwani, Sunil" userId="95b0a425-4eed-4b84-a7cf-34664c131309" providerId="ADAL" clId="{CC5F0CBF-77A6-4739-8FF3-8FB7DAFF4AC8}" dt="2025-12-14T09:24:43.009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6T15:35:09.666" v="2" actId="47"/>
        <pc:sldMkLst>
          <pc:docMk/>
          <pc:sldMk cId="0" sldId="258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8:54:59.687" v="818" actId="1582"/>
        <pc:sldMkLst>
          <pc:docMk/>
          <pc:sldMk cId="4039204520" sldId="258"/>
        </pc:sldMkLst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54:59.687" v="818" actId="1582"/>
          <ac:spMkLst>
            <pc:docMk/>
            <pc:sldMk cId="4039204520" sldId="258"/>
            <ac:spMk id="12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8:45:16.149" v="308"/>
          <ac:grpSpMkLst>
            <pc:docMk/>
            <pc:sldMk cId="4039204520" sldId="258"/>
            <ac:grpSpMk id="13" creationId="{29C9E7D3-4365-9EB7-3551-69A40F52ACCF}"/>
          </ac:grpSpMkLst>
        </pc:grpChg>
        <pc:grpChg chg="add mod">
          <ac:chgData name="Lalwani, Sunil" userId="95b0a425-4eed-4b84-a7cf-34664c131309" providerId="ADAL" clId="{CC5F0CBF-77A6-4739-8FF3-8FB7DAFF4AC8}" dt="2025-12-17T08:46:21.777" v="374"/>
          <ac:grpSpMkLst>
            <pc:docMk/>
            <pc:sldMk cId="4039204520" sldId="258"/>
            <ac:grpSpMk id="14" creationId="{06BEE9C0-D439-2DD0-92D9-212715242D2E}"/>
          </ac:grpSpMkLst>
        </pc:grpChg>
        <pc:grpChg chg="add mod">
          <ac:chgData name="Lalwani, Sunil" userId="95b0a425-4eed-4b84-a7cf-34664c131309" providerId="ADAL" clId="{CC5F0CBF-77A6-4739-8FF3-8FB7DAFF4AC8}" dt="2025-12-17T08:46:21.777" v="374"/>
          <ac:grpSpMkLst>
            <pc:docMk/>
            <pc:sldMk cId="4039204520" sldId="258"/>
            <ac:grpSpMk id="15" creationId="{4FFA5557-AB17-751B-B4AB-D4CD2F2212BD}"/>
          </ac:grpSpMkLst>
        </pc:grpChg>
        <pc:grpChg chg="add mod">
          <ac:chgData name="Lalwani, Sunil" userId="95b0a425-4eed-4b84-a7cf-34664c131309" providerId="ADAL" clId="{CC5F0CBF-77A6-4739-8FF3-8FB7DAFF4AC8}" dt="2025-12-17T08:47:29.525" v="439"/>
          <ac:grpSpMkLst>
            <pc:docMk/>
            <pc:sldMk cId="4039204520" sldId="258"/>
            <ac:grpSpMk id="16" creationId="{8FA051A4-4AF4-1BB5-9FA3-6E9E366B5A83}"/>
          </ac:grpSpMkLst>
        </pc:grpChg>
        <pc:grpChg chg="add mod">
          <ac:chgData name="Lalwani, Sunil" userId="95b0a425-4eed-4b84-a7cf-34664c131309" providerId="ADAL" clId="{CC5F0CBF-77A6-4739-8FF3-8FB7DAFF4AC8}" dt="2025-12-17T08:47:29.525" v="439"/>
          <ac:grpSpMkLst>
            <pc:docMk/>
            <pc:sldMk cId="4039204520" sldId="258"/>
            <ac:grpSpMk id="17" creationId="{C8FBC9C1-19DF-603E-BF5E-857B5C198BBA}"/>
          </ac:grpSpMkLst>
        </pc:grpChg>
        <pc:grpChg chg="add mod">
          <ac:chgData name="Lalwani, Sunil" userId="95b0a425-4eed-4b84-a7cf-34664c131309" providerId="ADAL" clId="{CC5F0CBF-77A6-4739-8FF3-8FB7DAFF4AC8}" dt="2025-12-17T08:48:36.879" v="504"/>
          <ac:grpSpMkLst>
            <pc:docMk/>
            <pc:sldMk cId="4039204520" sldId="258"/>
            <ac:grpSpMk id="18" creationId="{630D46F7-D15A-A097-BE95-B68E9C7F369D}"/>
          </ac:grpSpMkLst>
        </pc:grpChg>
        <pc:grpChg chg="add mod">
          <ac:chgData name="Lalwani, Sunil" userId="95b0a425-4eed-4b84-a7cf-34664c131309" providerId="ADAL" clId="{CC5F0CBF-77A6-4739-8FF3-8FB7DAFF4AC8}" dt="2025-12-17T08:49:49.190" v="569"/>
          <ac:grpSpMkLst>
            <pc:docMk/>
            <pc:sldMk cId="4039204520" sldId="258"/>
            <ac:grpSpMk id="19" creationId="{82F280D8-EA2F-B54D-5899-5E10B64BF5C8}"/>
          </ac:grpSpMkLst>
        </pc:grpChg>
        <pc:grpChg chg="add mod">
          <ac:chgData name="Lalwani, Sunil" userId="95b0a425-4eed-4b84-a7cf-34664c131309" providerId="ADAL" clId="{CC5F0CBF-77A6-4739-8FF3-8FB7DAFF4AC8}" dt="2025-12-17T08:49:49.722" v="570"/>
          <ac:grpSpMkLst>
            <pc:docMk/>
            <pc:sldMk cId="4039204520" sldId="258"/>
            <ac:grpSpMk id="20" creationId="{8874C65C-6A60-7D78-1D72-3603337BDE1C}"/>
          </ac:grpSpMkLst>
        </pc:grpChg>
        <pc:grpChg chg="add mod">
          <ac:chgData name="Lalwani, Sunil" userId="95b0a425-4eed-4b84-a7cf-34664c131309" providerId="ADAL" clId="{CC5F0CBF-77A6-4739-8FF3-8FB7DAFF4AC8}" dt="2025-12-17T08:51:04.765" v="635"/>
          <ac:grpSpMkLst>
            <pc:docMk/>
            <pc:sldMk cId="4039204520" sldId="258"/>
            <ac:grpSpMk id="21" creationId="{E2A2F00F-E30D-8376-F54A-4A235742802A}"/>
          </ac:grpSpMkLst>
        </pc:grpChg>
        <pc:grpChg chg="add mod">
          <ac:chgData name="Lalwani, Sunil" userId="95b0a425-4eed-4b84-a7cf-34664c131309" providerId="ADAL" clId="{CC5F0CBF-77A6-4739-8FF3-8FB7DAFF4AC8}" dt="2025-12-17T08:54:58.506" v="814" actId="14100"/>
          <ac:grpSpMkLst>
            <pc:docMk/>
            <pc:sldMk cId="4039204520" sldId="258"/>
            <ac:grpSpMk id="22" creationId="{3F74E497-C6E1-521C-F0BB-676A0CF0876B}"/>
          </ac:grpSpMkLst>
        </pc:grpChg>
        <pc:picChg chg="mod">
          <ac:chgData name="Lalwani, Sunil" userId="95b0a425-4eed-4b84-a7cf-34664c131309" providerId="ADAL" clId="{CC5F0CBF-77A6-4739-8FF3-8FB7DAFF4AC8}" dt="2025-12-17T08:51:04.172" v="634"/>
          <ac:picMkLst>
            <pc:docMk/>
            <pc:sldMk cId="4039204520" sldId="258"/>
            <ac:picMk id="9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8:54:59.687" v="818" actId="1582"/>
          <ac:picMkLst>
            <pc:docMk/>
            <pc:sldMk cId="4039204520" sldId="258"/>
            <ac:picMk id="11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59"/>
        </pc:sldMkLst>
      </pc:sldChg>
      <pc:sldChg chg="add del">
        <pc:chgData name="Lalwani, Sunil" userId="95b0a425-4eed-4b84-a7cf-34664c131309" providerId="ADAL" clId="{CC5F0CBF-77A6-4739-8FF3-8FB7DAFF4AC8}" dt="2025-12-17T08:41:12.427" v="7" actId="2696"/>
        <pc:sldMkLst>
          <pc:docMk/>
          <pc:sldMk cId="1591343770" sldId="259"/>
        </pc:sldMkLst>
      </pc:sldChg>
      <pc:sldChg chg="add del">
        <pc:chgData name="Lalwani, Sunil" userId="95b0a425-4eed-4b84-a7cf-34664c131309" providerId="ADAL" clId="{CC5F0CBF-77A6-4739-8FF3-8FB7DAFF4AC8}" dt="2025-12-17T08:41:23.367" v="26" actId="2696"/>
        <pc:sldMkLst>
          <pc:docMk/>
          <pc:sldMk cId="3460270294" sldId="259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0"/>
        </pc:sldMkLst>
      </pc:sldChg>
      <pc:sldChg chg="add ord modTransition setBg modNotes">
        <pc:chgData name="Lalwani, Sunil" userId="95b0a425-4eed-4b84-a7cf-34664c131309" providerId="ADAL" clId="{CC5F0CBF-77A6-4739-8FF3-8FB7DAFF4AC8}" dt="2025-12-17T08:54:07.249" v="784"/>
        <pc:sldMkLst>
          <pc:docMk/>
          <pc:sldMk cId="54440733" sldId="260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1"/>
        </pc:sldMkLst>
      </pc:sldChg>
      <pc:sldChg chg="add ord modTransition setBg modNotes">
        <pc:chgData name="Lalwani, Sunil" userId="95b0a425-4eed-4b84-a7cf-34664c131309" providerId="ADAL" clId="{CC5F0CBF-77A6-4739-8FF3-8FB7DAFF4AC8}" dt="2025-12-17T08:54:58.122" v="811" actId="20577"/>
        <pc:sldMkLst>
          <pc:docMk/>
          <pc:sldMk cId="2449039416" sldId="261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2"/>
        </pc:sldMkLst>
      </pc:sldChg>
      <pc:sldChg chg="add ord modTransition setBg modNotes">
        <pc:chgData name="Lalwani, Sunil" userId="95b0a425-4eed-4b84-a7cf-34664c131309" providerId="ADAL" clId="{CC5F0CBF-77A6-4739-8FF3-8FB7DAFF4AC8}" dt="2025-12-17T08:54:47.809" v="810"/>
        <pc:sldMkLst>
          <pc:docMk/>
          <pc:sldMk cId="4005327257" sldId="262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3"/>
        </pc:sldMkLst>
      </pc:sldChg>
      <pc:sldChg chg="add del">
        <pc:chgData name="Lalwani, Sunil" userId="95b0a425-4eed-4b84-a7cf-34664c131309" providerId="ADAL" clId="{CC5F0CBF-77A6-4739-8FF3-8FB7DAFF4AC8}" dt="2025-12-17T08:41:36.975" v="49" actId="2696"/>
        <pc:sldMkLst>
          <pc:docMk/>
          <pc:sldMk cId="3715356025" sldId="263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4"/>
        </pc:sldMkLst>
      </pc:sldChg>
      <pc:sldChg chg="addSp modSp add ord">
        <pc:chgData name="Lalwani, Sunil" userId="95b0a425-4eed-4b84-a7cf-34664c131309" providerId="ADAL" clId="{CC5F0CBF-77A6-4739-8FF3-8FB7DAFF4AC8}" dt="2025-12-17T08:55:00.451" v="819"/>
        <pc:sldMkLst>
          <pc:docMk/>
          <pc:sldMk cId="4247138968" sldId="264"/>
        </pc:sldMkLst>
        <pc:spChg chg="mod">
          <ac:chgData name="Lalwani, Sunil" userId="95b0a425-4eed-4b84-a7cf-34664c131309" providerId="ADAL" clId="{CC5F0CBF-77A6-4739-8FF3-8FB7DAFF4AC8}" dt="2025-12-17T08:42:24.805" v="109"/>
          <ac:spMkLst>
            <pc:docMk/>
            <pc:sldMk cId="4247138968" sldId="264"/>
            <ac:spMk id="4" creationId="{81EF88EC-87CB-E2AF-1755-B4CD80CA5A11}"/>
          </ac:spMkLst>
        </pc:spChg>
        <pc:spChg chg="mod">
          <ac:chgData name="Lalwani, Sunil" userId="95b0a425-4eed-4b84-a7cf-34664c131309" providerId="ADAL" clId="{CC5F0CBF-77A6-4739-8FF3-8FB7DAFF4AC8}" dt="2025-12-17T08:42:24.805" v="109"/>
          <ac:spMkLst>
            <pc:docMk/>
            <pc:sldMk cId="4247138968" sldId="264"/>
            <ac:spMk id="5" creationId="{4951FB32-40AC-5511-C750-A19F1EF1086F}"/>
          </ac:spMkLst>
        </pc:spChg>
        <pc:spChg chg="mod">
          <ac:chgData name="Lalwani, Sunil" userId="95b0a425-4eed-4b84-a7cf-34664c131309" providerId="ADAL" clId="{CC5F0CBF-77A6-4739-8FF3-8FB7DAFF4AC8}" dt="2025-12-17T08:42:24.805" v="109"/>
          <ac:spMkLst>
            <pc:docMk/>
            <pc:sldMk cId="4247138968" sldId="264"/>
            <ac:spMk id="6" creationId="{6899E2FC-39CC-5BED-9D0C-A02A3BA01875}"/>
          </ac:spMkLst>
        </pc:spChg>
        <pc:spChg chg="mod">
          <ac:chgData name="Lalwani, Sunil" userId="95b0a425-4eed-4b84-a7cf-34664c131309" providerId="ADAL" clId="{CC5F0CBF-77A6-4739-8FF3-8FB7DAFF4AC8}" dt="2025-12-17T08:43:19.867" v="178"/>
          <ac:spMkLst>
            <pc:docMk/>
            <pc:sldMk cId="4247138968" sldId="264"/>
            <ac:spMk id="9" creationId="{74571182-9C48-1A0B-9D47-B97D5AC87A25}"/>
          </ac:spMkLst>
        </pc:spChg>
        <pc:spChg chg="mod">
          <ac:chgData name="Lalwani, Sunil" userId="95b0a425-4eed-4b84-a7cf-34664c131309" providerId="ADAL" clId="{CC5F0CBF-77A6-4739-8FF3-8FB7DAFF4AC8}" dt="2025-12-17T08:43:19.867" v="178"/>
          <ac:spMkLst>
            <pc:docMk/>
            <pc:sldMk cId="4247138968" sldId="264"/>
            <ac:spMk id="11" creationId="{AA6BBAF9-DF4C-9736-D3A2-85528B5273F0}"/>
          </ac:spMkLst>
        </pc:spChg>
        <pc:spChg chg="mod">
          <ac:chgData name="Lalwani, Sunil" userId="95b0a425-4eed-4b84-a7cf-34664c131309" providerId="ADAL" clId="{CC5F0CBF-77A6-4739-8FF3-8FB7DAFF4AC8}" dt="2025-12-17T08:43:19.867" v="178"/>
          <ac:spMkLst>
            <pc:docMk/>
            <pc:sldMk cId="4247138968" sldId="264"/>
            <ac:spMk id="12" creationId="{C7BC3DB0-4328-FBD6-A403-63F30E4E8A3B}"/>
          </ac:spMkLst>
        </pc:spChg>
        <pc:spChg chg="mod">
          <ac:chgData name="Lalwani, Sunil" userId="95b0a425-4eed-4b84-a7cf-34664c131309" providerId="ADAL" clId="{CC5F0CBF-77A6-4739-8FF3-8FB7DAFF4AC8}" dt="2025-12-17T08:43:19.867" v="178"/>
          <ac:spMkLst>
            <pc:docMk/>
            <pc:sldMk cId="4247138968" sldId="264"/>
            <ac:spMk id="13" creationId="{64DC33E1-C999-0747-CDE7-F047C7DC3B1E}"/>
          </ac:spMkLst>
        </pc:spChg>
        <pc:spChg chg="mod">
          <ac:chgData name="Lalwani, Sunil" userId="95b0a425-4eed-4b84-a7cf-34664c131309" providerId="ADAL" clId="{CC5F0CBF-77A6-4739-8FF3-8FB7DAFF4AC8}" dt="2025-12-17T08:44:17.242" v="246"/>
          <ac:spMkLst>
            <pc:docMk/>
            <pc:sldMk cId="4247138968" sldId="264"/>
            <ac:spMk id="16" creationId="{C6543D57-E489-FC81-4727-E657C9CBAB6E}"/>
          </ac:spMkLst>
        </pc:spChg>
        <pc:spChg chg="mod">
          <ac:chgData name="Lalwani, Sunil" userId="95b0a425-4eed-4b84-a7cf-34664c131309" providerId="ADAL" clId="{CC5F0CBF-77A6-4739-8FF3-8FB7DAFF4AC8}" dt="2025-12-17T08:44:17.242" v="246"/>
          <ac:spMkLst>
            <pc:docMk/>
            <pc:sldMk cId="4247138968" sldId="264"/>
            <ac:spMk id="18" creationId="{1227F1B3-B134-59AC-DBB1-01E7ECB3556E}"/>
          </ac:spMkLst>
        </pc:spChg>
        <pc:spChg chg="mod">
          <ac:chgData name="Lalwani, Sunil" userId="95b0a425-4eed-4b84-a7cf-34664c131309" providerId="ADAL" clId="{CC5F0CBF-77A6-4739-8FF3-8FB7DAFF4AC8}" dt="2025-12-17T08:44:17.242" v="246"/>
          <ac:spMkLst>
            <pc:docMk/>
            <pc:sldMk cId="4247138968" sldId="264"/>
            <ac:spMk id="20" creationId="{32243D74-F235-B9C3-66DF-8AB65758BF41}"/>
          </ac:spMkLst>
        </pc:spChg>
        <pc:spChg chg="mod">
          <ac:chgData name="Lalwani, Sunil" userId="95b0a425-4eed-4b84-a7cf-34664c131309" providerId="ADAL" clId="{CC5F0CBF-77A6-4739-8FF3-8FB7DAFF4AC8}" dt="2025-12-17T08:44:17.242" v="246"/>
          <ac:spMkLst>
            <pc:docMk/>
            <pc:sldMk cId="4247138968" sldId="264"/>
            <ac:spMk id="21" creationId="{AAA7F5E2-2791-D639-EB46-49E55AE7A6F6}"/>
          </ac:spMkLst>
        </pc:spChg>
        <pc:spChg chg="mod">
          <ac:chgData name="Lalwani, Sunil" userId="95b0a425-4eed-4b84-a7cf-34664c131309" providerId="ADAL" clId="{CC5F0CBF-77A6-4739-8FF3-8FB7DAFF4AC8}" dt="2025-12-17T08:44:17.242" v="246"/>
          <ac:spMkLst>
            <pc:docMk/>
            <pc:sldMk cId="4247138968" sldId="264"/>
            <ac:spMk id="22" creationId="{6C4EDCCC-09C2-7259-72D8-790DADE2F05F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25" creationId="{22AE685D-D37F-3465-6D6E-FB5BB6DDCFCD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27" creationId="{76FA7A77-E8D6-BFD4-88B0-E01061394B9D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29" creationId="{B19587D8-CD15-9223-3F55-75DE18C5C820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31" creationId="{4EA2A27B-06EA-F889-62E0-6FDD3A61D481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32" creationId="{37160CC7-3FF9-5A58-5D5A-AE2C75536C8D}"/>
          </ac:spMkLst>
        </pc:spChg>
        <pc:spChg chg="mod">
          <ac:chgData name="Lalwani, Sunil" userId="95b0a425-4eed-4b84-a7cf-34664c131309" providerId="ADAL" clId="{CC5F0CBF-77A6-4739-8FF3-8FB7DAFF4AC8}" dt="2025-12-17T08:45:18.592" v="313"/>
          <ac:spMkLst>
            <pc:docMk/>
            <pc:sldMk cId="4247138968" sldId="264"/>
            <ac:spMk id="33" creationId="{6968D0D7-6D34-ED8A-6BFA-CBAAA0BA14A7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36" creationId="{439AF78B-DA55-872D-5EC4-2CF78B71367A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38" creationId="{8D86DD63-41CA-D353-497B-7B4AAD0ECA92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40" creationId="{E5910367-94B2-C98B-DC97-73FB1291FDC5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42" creationId="{5D052FCA-D595-5EAE-A624-2B1DA3EDD76E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44" creationId="{4C4E2B00-D5AE-3C9F-C342-DCCBCBB559EC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45" creationId="{0D951EEF-B3E4-FF4D-A20F-7785409919B5}"/>
          </ac:spMkLst>
        </pc:spChg>
        <pc:spChg chg="mod">
          <ac:chgData name="Lalwani, Sunil" userId="95b0a425-4eed-4b84-a7cf-34664c131309" providerId="ADAL" clId="{CC5F0CBF-77A6-4739-8FF3-8FB7DAFF4AC8}" dt="2025-12-17T08:46:24.147" v="379"/>
          <ac:spMkLst>
            <pc:docMk/>
            <pc:sldMk cId="4247138968" sldId="264"/>
            <ac:spMk id="46" creationId="{F41358FE-BED1-A3C6-9EA7-1FD79DF25DA5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51" creationId="{CC10A8AA-392A-4B0D-A55C-1A60A44698E7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53" creationId="{18CD10C9-A209-980E-0592-DE70B6A30FD9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55" creationId="{FB570BE1-1810-5EDF-D92B-E258B8328011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57" creationId="{B8F7B053-F809-6A61-FA02-88F2E5197866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59" creationId="{7EA3B4FE-7672-C957-7510-FEEAF23F6D04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60" creationId="{11D90678-1CCE-542C-FA97-DAE576CE95FE}"/>
          </ac:spMkLst>
        </pc:spChg>
        <pc:spChg chg="mod">
          <ac:chgData name="Lalwani, Sunil" userId="95b0a425-4eed-4b84-a7cf-34664c131309" providerId="ADAL" clId="{CC5F0CBF-77A6-4739-8FF3-8FB7DAFF4AC8}" dt="2025-12-17T08:47:32.018" v="444"/>
          <ac:spMkLst>
            <pc:docMk/>
            <pc:sldMk cId="4247138968" sldId="264"/>
            <ac:spMk id="61" creationId="{583C5E50-2F6D-4432-0BF1-DD259A2516E8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64" creationId="{87AE47BF-8738-4420-D74F-A42C5BFD5D23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68" creationId="{905D2E5B-42D2-E748-BA10-C25B2036D38B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0" creationId="{E41CC2F7-4E6C-B2CA-212B-F08DA721AFBD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2" creationId="{A7593396-062E-322F-A99C-070DB1ED0126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4" creationId="{2806799D-6C15-A516-1817-F5B1EDDF4380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6" creationId="{36E9D15D-AE6C-4357-E660-8765C9C4A8C8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7" creationId="{594F1BC5-0161-F83F-5A95-98A19423F0E5}"/>
          </ac:spMkLst>
        </pc:spChg>
        <pc:spChg chg="mod">
          <ac:chgData name="Lalwani, Sunil" userId="95b0a425-4eed-4b84-a7cf-34664c131309" providerId="ADAL" clId="{CC5F0CBF-77A6-4739-8FF3-8FB7DAFF4AC8}" dt="2025-12-17T08:48:39.303" v="509"/>
          <ac:spMkLst>
            <pc:docMk/>
            <pc:sldMk cId="4247138968" sldId="264"/>
            <ac:spMk id="78" creationId="{D01562CD-63CF-7854-5CE9-9AAF3A66EF41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83" creationId="{F8BE6B6F-2D2B-93CD-9D49-E237E891EE84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87" creationId="{E960ACA2-7FAA-5F6D-932E-4E81EB32DEBB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89" creationId="{5748876C-83FC-1E01-342D-0538CCD834A4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91" creationId="{B9CA29CA-FECE-ADBD-8A35-4DE5274E64B8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93" creationId="{FC5E6958-4BED-7B7E-6202-CBCCC1DA1789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95" creationId="{D704FE9F-B935-D133-2F1A-6A6F2441F5D0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96" creationId="{7A048E19-1CF9-7159-1BB1-D80C4063C367}"/>
          </ac:spMkLst>
        </pc:spChg>
        <pc:spChg chg="mod">
          <ac:chgData name="Lalwani, Sunil" userId="95b0a425-4eed-4b84-a7cf-34664c131309" providerId="ADAL" clId="{CC5F0CBF-77A6-4739-8FF3-8FB7DAFF4AC8}" dt="2025-12-17T08:49:51.545" v="574"/>
          <ac:spMkLst>
            <pc:docMk/>
            <pc:sldMk cId="4247138968" sldId="264"/>
            <ac:spMk id="97" creationId="{3532926B-EEE5-1878-0587-59F58890E19D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00" creationId="{8B57DD66-2056-8299-57AA-3DC0FC222AFF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04" creationId="{BCF43BAF-558F-3F57-891F-B5CEF5C73CBA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08" creationId="{663EB45C-2486-40B3-B338-B2EBB5079B26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0" creationId="{CEC015B0-9913-1F2B-E433-BD96B2DC4246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2" creationId="{D7E364F4-7AE1-AC99-38F4-8C3C11609123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4" creationId="{1C029E11-EA2E-3F83-8007-7B5118FCB40F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6" creationId="{9DA0A1F1-2129-ED6F-ADFC-A0B162743273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7" creationId="{437FFB8A-4B46-6721-CCC7-EF10FA9BD216}"/>
          </ac:spMkLst>
        </pc:spChg>
        <pc:spChg chg="mod">
          <ac:chgData name="Lalwani, Sunil" userId="95b0a425-4eed-4b84-a7cf-34664c131309" providerId="ADAL" clId="{CC5F0CBF-77A6-4739-8FF3-8FB7DAFF4AC8}" dt="2025-12-17T08:51:06.664" v="639"/>
          <ac:spMkLst>
            <pc:docMk/>
            <pc:sldMk cId="4247138968" sldId="264"/>
            <ac:spMk id="118" creationId="{8A3364B1-5E91-412A-B3EF-05A90C5BE316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21" creationId="{C2541111-3084-5B09-C252-EE784BFFFE59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25" creationId="{3866F038-1A6B-5856-E1B5-D6F5F80151C4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29" creationId="{73E3FB6F-2CA5-E209-091B-DEBC0DFA7E2C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1" creationId="{439F5A03-105F-881B-518E-5314145CBBA9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3" creationId="{39D3DE68-CA7D-22B2-E19C-48FB24CA02E3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5" creationId="{E6752A67-33A0-6C4F-1972-93780191F0F9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7" creationId="{2F00146A-C4F6-8FF8-94D2-D543F72A4106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8" creationId="{31A84856-A1B4-39A5-39F8-7F89A5CCB0B6}"/>
          </ac:spMkLst>
        </pc:spChg>
        <pc:spChg chg="mod">
          <ac:chgData name="Lalwani, Sunil" userId="95b0a425-4eed-4b84-a7cf-34664c131309" providerId="ADAL" clId="{CC5F0CBF-77A6-4739-8FF3-8FB7DAFF4AC8}" dt="2025-12-17T08:52:22.591" v="699"/>
          <ac:spMkLst>
            <pc:docMk/>
            <pc:sldMk cId="4247138968" sldId="264"/>
            <ac:spMk id="139" creationId="{3B71A11D-9363-282B-31E5-9A9231DA5592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42" creationId="{D545E562-80DD-1D29-C77E-31CC1466D714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46" creationId="{4EE66344-9F39-74AE-0498-AE158CDF4837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0" creationId="{C53372DE-241E-698D-E41E-6D74490E671E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2" creationId="{1A55E227-DB18-7FA4-9B26-598766560AD5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4" creationId="{7E95C264-AA46-41DD-BA77-E9BF16557741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6" creationId="{E27630BD-29CF-8E5C-B982-0A18049A0C55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8" creationId="{55D791BD-4A41-58B1-2C27-1ECF1FC1D449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59" creationId="{89FDFF35-5C67-E827-55AC-4AF71766D2E3}"/>
          </ac:spMkLst>
        </pc:spChg>
        <pc:spChg chg="mod">
          <ac:chgData name="Lalwani, Sunil" userId="95b0a425-4eed-4b84-a7cf-34664c131309" providerId="ADAL" clId="{CC5F0CBF-77A6-4739-8FF3-8FB7DAFF4AC8}" dt="2025-12-17T08:53:40.558" v="759"/>
          <ac:spMkLst>
            <pc:docMk/>
            <pc:sldMk cId="4247138968" sldId="264"/>
            <ac:spMk id="160" creationId="{CFBC48C7-4746-257F-C48E-949D36C84891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63" creationId="{5540A6B3-CDED-B220-4412-4636A78B0A31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67" creationId="{E8200195-D4BA-B192-47EA-9250A194FD04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71" creationId="{8D7E66F1-2C80-4EC1-33E1-2B456343C48B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73" creationId="{4496600F-A6BE-15F0-5E64-6D3E0816F156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75" creationId="{B7FA443B-4BA8-1CCD-F540-1A9E8C893B21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77" creationId="{4DA070EE-5A29-F042-8F14-DDA0B79AB03D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79" creationId="{18CF2AEA-973E-0BF2-87BA-EC6B6C6CC608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80" creationId="{E780B6F3-6923-99E5-90CC-EB0D7884843A}"/>
          </ac:spMkLst>
        </pc:spChg>
        <pc:spChg chg="mod">
          <ac:chgData name="Lalwani, Sunil" userId="95b0a425-4eed-4b84-a7cf-34664c131309" providerId="ADAL" clId="{CC5F0CBF-77A6-4739-8FF3-8FB7DAFF4AC8}" dt="2025-12-17T08:55:00.451" v="819"/>
          <ac:spMkLst>
            <pc:docMk/>
            <pc:sldMk cId="4247138968" sldId="264"/>
            <ac:spMk id="181" creationId="{6483B020-3683-8367-DFD4-E310238264C9}"/>
          </ac:spMkLst>
        </pc:spChg>
        <pc:grpChg chg="add mod">
          <ac:chgData name="Lalwani, Sunil" userId="95b0a425-4eed-4b84-a7cf-34664c131309" providerId="ADAL" clId="{CC5F0CBF-77A6-4739-8FF3-8FB7DAFF4AC8}" dt="2025-12-17T08:42:24.805" v="109"/>
          <ac:grpSpMkLst>
            <pc:docMk/>
            <pc:sldMk cId="4247138968" sldId="264"/>
            <ac:grpSpMk id="2" creationId="{2238102A-B034-1B8F-B05C-6F1827BFCE98}"/>
          </ac:grpSpMkLst>
        </pc:grpChg>
        <pc:grpChg chg="mod">
          <ac:chgData name="Lalwani, Sunil" userId="95b0a425-4eed-4b84-a7cf-34664c131309" providerId="ADAL" clId="{CC5F0CBF-77A6-4739-8FF3-8FB7DAFF4AC8}" dt="2025-12-17T08:42:24.805" v="109"/>
          <ac:grpSpMkLst>
            <pc:docMk/>
            <pc:sldMk cId="4247138968" sldId="264"/>
            <ac:grpSpMk id="3" creationId="{85DBC9D8-01E2-77CA-7FA0-3FB0939DC77C}"/>
          </ac:grpSpMkLst>
        </pc:grpChg>
        <pc:grpChg chg="add mod">
          <ac:chgData name="Lalwani, Sunil" userId="95b0a425-4eed-4b84-a7cf-34664c131309" providerId="ADAL" clId="{CC5F0CBF-77A6-4739-8FF3-8FB7DAFF4AC8}" dt="2025-12-17T08:43:19.867" v="178"/>
          <ac:grpSpMkLst>
            <pc:docMk/>
            <pc:sldMk cId="4247138968" sldId="264"/>
            <ac:grpSpMk id="7" creationId="{09821451-B2F5-492F-7521-9D42724DC225}"/>
          </ac:grpSpMkLst>
        </pc:grpChg>
        <pc:grpChg chg="mod">
          <ac:chgData name="Lalwani, Sunil" userId="95b0a425-4eed-4b84-a7cf-34664c131309" providerId="ADAL" clId="{CC5F0CBF-77A6-4739-8FF3-8FB7DAFF4AC8}" dt="2025-12-17T08:43:19.867" v="178"/>
          <ac:grpSpMkLst>
            <pc:docMk/>
            <pc:sldMk cId="4247138968" sldId="264"/>
            <ac:grpSpMk id="8" creationId="{B2EF99BD-55F2-A55A-6E1F-A80C6954365C}"/>
          </ac:grpSpMkLst>
        </pc:grpChg>
        <pc:grpChg chg="mod">
          <ac:chgData name="Lalwani, Sunil" userId="95b0a425-4eed-4b84-a7cf-34664c131309" providerId="ADAL" clId="{CC5F0CBF-77A6-4739-8FF3-8FB7DAFF4AC8}" dt="2025-12-17T08:43:19.867" v="178"/>
          <ac:grpSpMkLst>
            <pc:docMk/>
            <pc:sldMk cId="4247138968" sldId="264"/>
            <ac:grpSpMk id="10" creationId="{BA6C196F-4473-F188-0E93-494643F9C982}"/>
          </ac:grpSpMkLst>
        </pc:grpChg>
        <pc:grpChg chg="add mod">
          <ac:chgData name="Lalwani, Sunil" userId="95b0a425-4eed-4b84-a7cf-34664c131309" providerId="ADAL" clId="{CC5F0CBF-77A6-4739-8FF3-8FB7DAFF4AC8}" dt="2025-12-17T08:44:17.242" v="246"/>
          <ac:grpSpMkLst>
            <pc:docMk/>
            <pc:sldMk cId="4247138968" sldId="264"/>
            <ac:grpSpMk id="14" creationId="{C8E5BE9C-B246-65A5-E0AF-321A20E94E0B}"/>
          </ac:grpSpMkLst>
        </pc:grpChg>
        <pc:grpChg chg="mod">
          <ac:chgData name="Lalwani, Sunil" userId="95b0a425-4eed-4b84-a7cf-34664c131309" providerId="ADAL" clId="{CC5F0CBF-77A6-4739-8FF3-8FB7DAFF4AC8}" dt="2025-12-17T08:44:17.242" v="246"/>
          <ac:grpSpMkLst>
            <pc:docMk/>
            <pc:sldMk cId="4247138968" sldId="264"/>
            <ac:grpSpMk id="15" creationId="{7715AED8-7933-F4F6-C2E9-B9FCDBACC818}"/>
          </ac:grpSpMkLst>
        </pc:grpChg>
        <pc:grpChg chg="mod">
          <ac:chgData name="Lalwani, Sunil" userId="95b0a425-4eed-4b84-a7cf-34664c131309" providerId="ADAL" clId="{CC5F0CBF-77A6-4739-8FF3-8FB7DAFF4AC8}" dt="2025-12-17T08:44:17.242" v="246"/>
          <ac:grpSpMkLst>
            <pc:docMk/>
            <pc:sldMk cId="4247138968" sldId="264"/>
            <ac:grpSpMk id="17" creationId="{CB5304A2-F5F4-FE65-327E-0EF238FE245C}"/>
          </ac:grpSpMkLst>
        </pc:grpChg>
        <pc:grpChg chg="mod">
          <ac:chgData name="Lalwani, Sunil" userId="95b0a425-4eed-4b84-a7cf-34664c131309" providerId="ADAL" clId="{CC5F0CBF-77A6-4739-8FF3-8FB7DAFF4AC8}" dt="2025-12-17T08:44:17.242" v="246"/>
          <ac:grpSpMkLst>
            <pc:docMk/>
            <pc:sldMk cId="4247138968" sldId="264"/>
            <ac:grpSpMk id="19" creationId="{04DF202A-34AA-A5B3-251A-EC971A3D2184}"/>
          </ac:grpSpMkLst>
        </pc:grpChg>
        <pc:grpChg chg="mod">
          <ac:chgData name="Lalwani, Sunil" userId="95b0a425-4eed-4b84-a7cf-34664c131309" providerId="ADAL" clId="{CC5F0CBF-77A6-4739-8FF3-8FB7DAFF4AC8}" dt="2025-12-17T08:45:18.592" v="313"/>
          <ac:grpSpMkLst>
            <pc:docMk/>
            <pc:sldMk cId="4247138968" sldId="264"/>
            <ac:grpSpMk id="24" creationId="{5A30F097-D158-3F2E-1784-E6D8CE945FC3}"/>
          </ac:grpSpMkLst>
        </pc:grpChg>
        <pc:grpChg chg="mod">
          <ac:chgData name="Lalwani, Sunil" userId="95b0a425-4eed-4b84-a7cf-34664c131309" providerId="ADAL" clId="{CC5F0CBF-77A6-4739-8FF3-8FB7DAFF4AC8}" dt="2025-12-17T08:45:18.592" v="313"/>
          <ac:grpSpMkLst>
            <pc:docMk/>
            <pc:sldMk cId="4247138968" sldId="264"/>
            <ac:grpSpMk id="26" creationId="{35267F8D-DD95-61E4-8A3B-FD4E12553E6F}"/>
          </ac:grpSpMkLst>
        </pc:grpChg>
        <pc:grpChg chg="mod">
          <ac:chgData name="Lalwani, Sunil" userId="95b0a425-4eed-4b84-a7cf-34664c131309" providerId="ADAL" clId="{CC5F0CBF-77A6-4739-8FF3-8FB7DAFF4AC8}" dt="2025-12-17T08:45:18.592" v="313"/>
          <ac:grpSpMkLst>
            <pc:docMk/>
            <pc:sldMk cId="4247138968" sldId="264"/>
            <ac:grpSpMk id="28" creationId="{B2AEEB81-FAA4-7CB7-9F9D-3B1ECF92DF35}"/>
          </ac:grpSpMkLst>
        </pc:grpChg>
        <pc:grpChg chg="mod">
          <ac:chgData name="Lalwani, Sunil" userId="95b0a425-4eed-4b84-a7cf-34664c131309" providerId="ADAL" clId="{CC5F0CBF-77A6-4739-8FF3-8FB7DAFF4AC8}" dt="2025-12-17T08:45:18.592" v="313"/>
          <ac:grpSpMkLst>
            <pc:docMk/>
            <pc:sldMk cId="4247138968" sldId="264"/>
            <ac:grpSpMk id="30" creationId="{D999BE88-0D75-6BF1-1052-58F244A8D89D}"/>
          </ac:grpSpMkLst>
        </pc:grpChg>
        <pc:grpChg chg="add mod">
          <ac:chgData name="Lalwani, Sunil" userId="95b0a425-4eed-4b84-a7cf-34664c131309" providerId="ADAL" clId="{CC5F0CBF-77A6-4739-8FF3-8FB7DAFF4AC8}" dt="2025-12-17T08:46:24.147" v="379"/>
          <ac:grpSpMkLst>
            <pc:docMk/>
            <pc:sldMk cId="4247138968" sldId="264"/>
            <ac:grpSpMk id="34" creationId="{A6049E77-83D9-D225-FAA9-806018838ABD}"/>
          </ac:grpSpMkLst>
        </pc:grpChg>
        <pc:grpChg chg="mod">
          <ac:chgData name="Lalwani, Sunil" userId="95b0a425-4eed-4b84-a7cf-34664c131309" providerId="ADAL" clId="{CC5F0CBF-77A6-4739-8FF3-8FB7DAFF4AC8}" dt="2025-12-17T08:46:24.147" v="379"/>
          <ac:grpSpMkLst>
            <pc:docMk/>
            <pc:sldMk cId="4247138968" sldId="264"/>
            <ac:grpSpMk id="41" creationId="{05BE605A-061C-9DC8-3C88-CB7370A85C0E}"/>
          </ac:grpSpMkLst>
        </pc:grpChg>
        <pc:grpChg chg="mod">
          <ac:chgData name="Lalwani, Sunil" userId="95b0a425-4eed-4b84-a7cf-34664c131309" providerId="ADAL" clId="{CC5F0CBF-77A6-4739-8FF3-8FB7DAFF4AC8}" dt="2025-12-17T08:46:24.147" v="379"/>
          <ac:grpSpMkLst>
            <pc:docMk/>
            <pc:sldMk cId="4247138968" sldId="264"/>
            <ac:grpSpMk id="43" creationId="{F8671784-8EB9-3899-04D8-DE21D365CF02}"/>
          </ac:grpSpMkLst>
        </pc:grpChg>
        <pc:grpChg chg="add mod">
          <ac:chgData name="Lalwani, Sunil" userId="95b0a425-4eed-4b84-a7cf-34664c131309" providerId="ADAL" clId="{CC5F0CBF-77A6-4739-8FF3-8FB7DAFF4AC8}" dt="2025-12-17T08:47:32.018" v="444"/>
          <ac:grpSpMkLst>
            <pc:docMk/>
            <pc:sldMk cId="4247138968" sldId="264"/>
            <ac:grpSpMk id="47" creationId="{857B7D55-651E-4C2E-8D82-5EDE02CC1A34}"/>
          </ac:grpSpMkLst>
        </pc:grpChg>
        <pc:grpChg chg="mod">
          <ac:chgData name="Lalwani, Sunil" userId="95b0a425-4eed-4b84-a7cf-34664c131309" providerId="ADAL" clId="{CC5F0CBF-77A6-4739-8FF3-8FB7DAFF4AC8}" dt="2025-12-17T08:47:32.018" v="444"/>
          <ac:grpSpMkLst>
            <pc:docMk/>
            <pc:sldMk cId="4247138968" sldId="264"/>
            <ac:grpSpMk id="58" creationId="{5B0474B4-6CCD-1A7C-E988-6009B2478377}"/>
          </ac:grpSpMkLst>
        </pc:grpChg>
        <pc:grpChg chg="mod">
          <ac:chgData name="Lalwani, Sunil" userId="95b0a425-4eed-4b84-a7cf-34664c131309" providerId="ADAL" clId="{CC5F0CBF-77A6-4739-8FF3-8FB7DAFF4AC8}" dt="2025-12-17T08:48:39.303" v="509"/>
          <ac:grpSpMkLst>
            <pc:docMk/>
            <pc:sldMk cId="4247138968" sldId="264"/>
            <ac:grpSpMk id="69" creationId="{73C4F03B-0DE6-479C-6416-517E3CA2526E}"/>
          </ac:grpSpMkLst>
        </pc:grpChg>
        <pc:picChg chg="mod">
          <ac:chgData name="Lalwani, Sunil" userId="95b0a425-4eed-4b84-a7cf-34664c131309" providerId="ADAL" clId="{CC5F0CBF-77A6-4739-8FF3-8FB7DAFF4AC8}" dt="2025-12-17T08:47:32.018" v="444"/>
          <ac:picMkLst>
            <pc:docMk/>
            <pc:sldMk cId="4247138968" sldId="264"/>
            <ac:picMk id="49" creationId="{36D3EEC6-E822-4A1E-0BA8-2242C5C43C47}"/>
          </ac:picMkLst>
        </pc:picChg>
        <pc:picChg chg="mod">
          <ac:chgData name="Lalwani, Sunil" userId="95b0a425-4eed-4b84-a7cf-34664c131309" providerId="ADAL" clId="{CC5F0CBF-77A6-4739-8FF3-8FB7DAFF4AC8}" dt="2025-12-17T08:48:39.303" v="509"/>
          <ac:picMkLst>
            <pc:docMk/>
            <pc:sldMk cId="4247138968" sldId="264"/>
            <ac:picMk id="66" creationId="{076BFE3F-CB95-835D-D5D1-F93B305BEA1E}"/>
          </ac:picMkLst>
        </pc:picChg>
        <pc:picChg chg="mod">
          <ac:chgData name="Lalwani, Sunil" userId="95b0a425-4eed-4b84-a7cf-34664c131309" providerId="ADAL" clId="{CC5F0CBF-77A6-4739-8FF3-8FB7DAFF4AC8}" dt="2025-12-17T08:49:51.545" v="574"/>
          <ac:picMkLst>
            <pc:docMk/>
            <pc:sldMk cId="4247138968" sldId="264"/>
            <ac:picMk id="81" creationId="{17D9FC51-8679-32B2-3F22-D0885979274D}"/>
          </ac:picMkLst>
        </pc:picChg>
        <pc:picChg chg="mod">
          <ac:chgData name="Lalwani, Sunil" userId="95b0a425-4eed-4b84-a7cf-34664c131309" providerId="ADAL" clId="{CC5F0CBF-77A6-4739-8FF3-8FB7DAFF4AC8}" dt="2025-12-17T08:49:51.545" v="574"/>
          <ac:picMkLst>
            <pc:docMk/>
            <pc:sldMk cId="4247138968" sldId="264"/>
            <ac:picMk id="85" creationId="{2541E8C0-E22D-21B3-CCE0-30D3EABB274F}"/>
          </ac:picMkLst>
        </pc:picChg>
        <pc:picChg chg="mod">
          <ac:chgData name="Lalwani, Sunil" userId="95b0a425-4eed-4b84-a7cf-34664c131309" providerId="ADAL" clId="{CC5F0CBF-77A6-4739-8FF3-8FB7DAFF4AC8}" dt="2025-12-17T08:51:06.664" v="639"/>
          <ac:picMkLst>
            <pc:docMk/>
            <pc:sldMk cId="4247138968" sldId="264"/>
            <ac:picMk id="106" creationId="{D35B0186-E230-14C5-6F45-6BCED9F62F24}"/>
          </ac:picMkLst>
        </pc:picChg>
        <pc:picChg chg="mod">
          <ac:chgData name="Lalwani, Sunil" userId="95b0a425-4eed-4b84-a7cf-34664c131309" providerId="ADAL" clId="{CC5F0CBF-77A6-4739-8FF3-8FB7DAFF4AC8}" dt="2025-12-17T08:52:22.591" v="699"/>
          <ac:picMkLst>
            <pc:docMk/>
            <pc:sldMk cId="4247138968" sldId="264"/>
            <ac:picMk id="127" creationId="{C53D92EC-6176-4307-3620-3552FFC39F41}"/>
          </ac:picMkLst>
        </pc:picChg>
        <pc:picChg chg="mod">
          <ac:chgData name="Lalwani, Sunil" userId="95b0a425-4eed-4b84-a7cf-34664c131309" providerId="ADAL" clId="{CC5F0CBF-77A6-4739-8FF3-8FB7DAFF4AC8}" dt="2025-12-17T08:53:40.558" v="759"/>
          <ac:picMkLst>
            <pc:docMk/>
            <pc:sldMk cId="4247138968" sldId="264"/>
            <ac:picMk id="148" creationId="{72DB02FE-AE44-A921-E586-47D30D95AC30}"/>
          </ac:picMkLst>
        </pc:picChg>
        <pc:picChg chg="mod">
          <ac:chgData name="Lalwani, Sunil" userId="95b0a425-4eed-4b84-a7cf-34664c131309" providerId="ADAL" clId="{CC5F0CBF-77A6-4739-8FF3-8FB7DAFF4AC8}" dt="2025-12-17T08:55:00.451" v="819"/>
          <ac:picMkLst>
            <pc:docMk/>
            <pc:sldMk cId="4247138968" sldId="264"/>
            <ac:picMk id="169" creationId="{B0B0A35B-581F-3301-68EB-64628790F066}"/>
          </ac:picMkLst>
        </pc:picChg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5"/>
        </pc:sldMkLst>
      </pc:sldChg>
      <pc:sldChg chg="add">
        <pc:chgData name="Lalwani, Sunil" userId="95b0a425-4eed-4b84-a7cf-34664c131309" providerId="ADAL" clId="{CC5F0CBF-77A6-4739-8FF3-8FB7DAFF4AC8}" dt="2025-12-17T08:41:35.930" v="45"/>
        <pc:sldMkLst>
          <pc:docMk/>
          <pc:sldMk cId="241230833" sldId="265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6"/>
        </pc:sldMkLst>
      </pc:sldChg>
      <pc:sldChg chg="add ord">
        <pc:chgData name="Lalwani, Sunil" userId="95b0a425-4eed-4b84-a7cf-34664c131309" providerId="ADAL" clId="{CC5F0CBF-77A6-4739-8FF3-8FB7DAFF4AC8}" dt="2025-12-17T08:41:36.517" v="48"/>
        <pc:sldMkLst>
          <pc:docMk/>
          <pc:sldMk cId="54957167" sldId="266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7"/>
        </pc:sldMkLst>
      </pc:sldChg>
      <pc:sldChg chg="add del">
        <pc:chgData name="Lalwani, Sunil" userId="95b0a425-4eed-4b84-a7cf-34664c131309" providerId="ADAL" clId="{CC5F0CBF-77A6-4739-8FF3-8FB7DAFF4AC8}" dt="2025-12-17T08:41:49.672" v="62" actId="2696"/>
        <pc:sldMkLst>
          <pc:docMk/>
          <pc:sldMk cId="745433200" sldId="267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8"/>
        </pc:sldMkLst>
      </pc:sldChg>
      <pc:sldChg chg="add ord">
        <pc:chgData name="Lalwani, Sunil" userId="95b0a425-4eed-4b84-a7cf-34664c131309" providerId="ADAL" clId="{CC5F0CBF-77A6-4739-8FF3-8FB7DAFF4AC8}" dt="2025-12-17T08:41:48.067" v="57"/>
        <pc:sldMkLst>
          <pc:docMk/>
          <pc:sldMk cId="2920880356" sldId="268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9"/>
        </pc:sldMkLst>
      </pc:sldChg>
      <pc:sldChg chg="add">
        <pc:chgData name="Lalwani, Sunil" userId="95b0a425-4eed-4b84-a7cf-34664c131309" providerId="ADAL" clId="{CC5F0CBF-77A6-4739-8FF3-8FB7DAFF4AC8}" dt="2025-12-17T08:41:48.679" v="58"/>
        <pc:sldMkLst>
          <pc:docMk/>
          <pc:sldMk cId="1785473394" sldId="269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0"/>
        </pc:sldMkLst>
      </pc:sldChg>
      <pc:sldChg chg="add ord">
        <pc:chgData name="Lalwani, Sunil" userId="95b0a425-4eed-4b84-a7cf-34664c131309" providerId="ADAL" clId="{CC5F0CBF-77A6-4739-8FF3-8FB7DAFF4AC8}" dt="2025-12-17T08:41:49.239" v="61"/>
        <pc:sldMkLst>
          <pc:docMk/>
          <pc:sldMk cId="997112846" sldId="270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1"/>
        </pc:sldMkLst>
      </pc:sldChg>
      <pc:sldChg chg="add del">
        <pc:chgData name="Lalwani, Sunil" userId="95b0a425-4eed-4b84-a7cf-34664c131309" providerId="ADAL" clId="{CC5F0CBF-77A6-4739-8FF3-8FB7DAFF4AC8}" dt="2025-12-17T08:42:01.502" v="75" actId="2696"/>
        <pc:sldMkLst>
          <pc:docMk/>
          <pc:sldMk cId="322691811" sldId="271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2"/>
        </pc:sldMkLst>
      </pc:sldChg>
      <pc:sldChg chg="add ord">
        <pc:chgData name="Lalwani, Sunil" userId="95b0a425-4eed-4b84-a7cf-34664c131309" providerId="ADAL" clId="{CC5F0CBF-77A6-4739-8FF3-8FB7DAFF4AC8}" dt="2025-12-17T08:41:59.866" v="70"/>
        <pc:sldMkLst>
          <pc:docMk/>
          <pc:sldMk cId="1723433047" sldId="272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3"/>
        </pc:sldMkLst>
      </pc:sldChg>
      <pc:sldChg chg="add">
        <pc:chgData name="Lalwani, Sunil" userId="95b0a425-4eed-4b84-a7cf-34664c131309" providerId="ADAL" clId="{CC5F0CBF-77A6-4739-8FF3-8FB7DAFF4AC8}" dt="2025-12-17T08:42:00.475" v="71"/>
        <pc:sldMkLst>
          <pc:docMk/>
          <pc:sldMk cId="3252766068" sldId="273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4"/>
        </pc:sldMkLst>
      </pc:sldChg>
      <pc:sldChg chg="add ord">
        <pc:chgData name="Lalwani, Sunil" userId="95b0a425-4eed-4b84-a7cf-34664c131309" providerId="ADAL" clId="{CC5F0CBF-77A6-4739-8FF3-8FB7DAFF4AC8}" dt="2025-12-17T08:42:01.065" v="74"/>
        <pc:sldMkLst>
          <pc:docMk/>
          <pc:sldMk cId="1901835261" sldId="274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5"/>
        </pc:sldMkLst>
      </pc:sldChg>
      <pc:sldChg chg="add del">
        <pc:chgData name="Lalwani, Sunil" userId="95b0a425-4eed-4b84-a7cf-34664c131309" providerId="ADAL" clId="{CC5F0CBF-77A6-4739-8FF3-8FB7DAFF4AC8}" dt="2025-12-17T08:42:14.698" v="95" actId="2696"/>
        <pc:sldMkLst>
          <pc:docMk/>
          <pc:sldMk cId="3432316686" sldId="275"/>
        </pc:sldMkLst>
      </pc:sldChg>
      <pc:sldChg chg="add ord">
        <pc:chgData name="Lalwani, Sunil" userId="95b0a425-4eed-4b84-a7cf-34664c131309" providerId="ADAL" clId="{CC5F0CBF-77A6-4739-8FF3-8FB7DAFF4AC8}" dt="2025-12-17T08:42:13.099" v="90"/>
        <pc:sldMkLst>
          <pc:docMk/>
          <pc:sldMk cId="1653312349" sldId="276"/>
        </pc:sldMkLst>
      </pc:sldChg>
      <pc:sldChg chg="add">
        <pc:chgData name="Lalwani, Sunil" userId="95b0a425-4eed-4b84-a7cf-34664c131309" providerId="ADAL" clId="{CC5F0CBF-77A6-4739-8FF3-8FB7DAFF4AC8}" dt="2025-12-17T08:42:13.701" v="91"/>
        <pc:sldMkLst>
          <pc:docMk/>
          <pc:sldMk cId="3045574814" sldId="277"/>
        </pc:sldMkLst>
      </pc:sldChg>
      <pc:sldChg chg="add ord">
        <pc:chgData name="Lalwani, Sunil" userId="95b0a425-4eed-4b84-a7cf-34664c131309" providerId="ADAL" clId="{CC5F0CBF-77A6-4739-8FF3-8FB7DAFF4AC8}" dt="2025-12-17T08:42:14.258" v="94"/>
        <pc:sldMkLst>
          <pc:docMk/>
          <pc:sldMk cId="127987899" sldId="278"/>
        </pc:sldMkLst>
      </pc:sldChg>
      <pc:sldChg chg="add del">
        <pc:chgData name="Lalwani, Sunil" userId="95b0a425-4eed-4b84-a7cf-34664c131309" providerId="ADAL" clId="{CC5F0CBF-77A6-4739-8FF3-8FB7DAFF4AC8}" dt="2025-12-17T08:42:29.820" v="119" actId="2696"/>
        <pc:sldMkLst>
          <pc:docMk/>
          <pc:sldMk cId="1072806752" sldId="279"/>
        </pc:sldMkLst>
      </pc:sldChg>
      <pc:sldChg chg="add ord">
        <pc:chgData name="Lalwani, Sunil" userId="95b0a425-4eed-4b84-a7cf-34664c131309" providerId="ADAL" clId="{CC5F0CBF-77A6-4739-8FF3-8FB7DAFF4AC8}" dt="2025-12-17T08:42:28.249" v="114"/>
        <pc:sldMkLst>
          <pc:docMk/>
          <pc:sldMk cId="3841496469" sldId="280"/>
        </pc:sldMkLst>
      </pc:sldChg>
      <pc:sldChg chg="add">
        <pc:chgData name="Lalwani, Sunil" userId="95b0a425-4eed-4b84-a7cf-34664c131309" providerId="ADAL" clId="{CC5F0CBF-77A6-4739-8FF3-8FB7DAFF4AC8}" dt="2025-12-17T08:42:28.843" v="115"/>
        <pc:sldMkLst>
          <pc:docMk/>
          <pc:sldMk cId="906360242" sldId="281"/>
        </pc:sldMkLst>
      </pc:sldChg>
      <pc:sldChg chg="add ord">
        <pc:chgData name="Lalwani, Sunil" userId="95b0a425-4eed-4b84-a7cf-34664c131309" providerId="ADAL" clId="{CC5F0CBF-77A6-4739-8FF3-8FB7DAFF4AC8}" dt="2025-12-17T08:42:29.379" v="118"/>
        <pc:sldMkLst>
          <pc:docMk/>
          <pc:sldMk cId="1312890389" sldId="282"/>
        </pc:sldMkLst>
      </pc:sldChg>
      <pc:sldChg chg="add del">
        <pc:chgData name="Lalwani, Sunil" userId="95b0a425-4eed-4b84-a7cf-34664c131309" providerId="ADAL" clId="{CC5F0CBF-77A6-4739-8FF3-8FB7DAFF4AC8}" dt="2025-12-17T08:42:42.641" v="132" actId="2696"/>
        <pc:sldMkLst>
          <pc:docMk/>
          <pc:sldMk cId="208313471" sldId="283"/>
        </pc:sldMkLst>
      </pc:sldChg>
      <pc:sldChg chg="add ord">
        <pc:chgData name="Lalwani, Sunil" userId="95b0a425-4eed-4b84-a7cf-34664c131309" providerId="ADAL" clId="{CC5F0CBF-77A6-4739-8FF3-8FB7DAFF4AC8}" dt="2025-12-17T08:42:40.947" v="127"/>
        <pc:sldMkLst>
          <pc:docMk/>
          <pc:sldMk cId="1733546820" sldId="284"/>
        </pc:sldMkLst>
      </pc:sldChg>
      <pc:sldChg chg="add">
        <pc:chgData name="Lalwani, Sunil" userId="95b0a425-4eed-4b84-a7cf-34664c131309" providerId="ADAL" clId="{CC5F0CBF-77A6-4739-8FF3-8FB7DAFF4AC8}" dt="2025-12-17T08:42:41.566" v="128"/>
        <pc:sldMkLst>
          <pc:docMk/>
          <pc:sldMk cId="1962806144" sldId="285"/>
        </pc:sldMkLst>
      </pc:sldChg>
      <pc:sldChg chg="add ord">
        <pc:chgData name="Lalwani, Sunil" userId="95b0a425-4eed-4b84-a7cf-34664c131309" providerId="ADAL" clId="{CC5F0CBF-77A6-4739-8FF3-8FB7DAFF4AC8}" dt="2025-12-17T08:42:42.125" v="131"/>
        <pc:sldMkLst>
          <pc:docMk/>
          <pc:sldMk cId="1003639120" sldId="286"/>
        </pc:sldMkLst>
      </pc:sldChg>
      <pc:sldChg chg="add del">
        <pc:chgData name="Lalwani, Sunil" userId="95b0a425-4eed-4b84-a7cf-34664c131309" providerId="ADAL" clId="{CC5F0CBF-77A6-4739-8FF3-8FB7DAFF4AC8}" dt="2025-12-17T08:42:55.836" v="145" actId="2696"/>
        <pc:sldMkLst>
          <pc:docMk/>
          <pc:sldMk cId="1299806593" sldId="287"/>
        </pc:sldMkLst>
      </pc:sldChg>
      <pc:sldChg chg="add ord">
        <pc:chgData name="Lalwani, Sunil" userId="95b0a425-4eed-4b84-a7cf-34664c131309" providerId="ADAL" clId="{CC5F0CBF-77A6-4739-8FF3-8FB7DAFF4AC8}" dt="2025-12-17T08:42:54.241" v="140"/>
        <pc:sldMkLst>
          <pc:docMk/>
          <pc:sldMk cId="1944422943" sldId="288"/>
        </pc:sldMkLst>
      </pc:sldChg>
      <pc:sldChg chg="add">
        <pc:chgData name="Lalwani, Sunil" userId="95b0a425-4eed-4b84-a7cf-34664c131309" providerId="ADAL" clId="{CC5F0CBF-77A6-4739-8FF3-8FB7DAFF4AC8}" dt="2025-12-17T08:42:54.877" v="141"/>
        <pc:sldMkLst>
          <pc:docMk/>
          <pc:sldMk cId="868951126" sldId="289"/>
        </pc:sldMkLst>
      </pc:sldChg>
      <pc:sldChg chg="add ord">
        <pc:chgData name="Lalwani, Sunil" userId="95b0a425-4eed-4b84-a7cf-34664c131309" providerId="ADAL" clId="{CC5F0CBF-77A6-4739-8FF3-8FB7DAFF4AC8}" dt="2025-12-17T08:42:55.407" v="144"/>
        <pc:sldMkLst>
          <pc:docMk/>
          <pc:sldMk cId="1551235127" sldId="290"/>
        </pc:sldMkLst>
      </pc:sldChg>
      <pc:sldChg chg="add del">
        <pc:chgData name="Lalwani, Sunil" userId="95b0a425-4eed-4b84-a7cf-34664c131309" providerId="ADAL" clId="{CC5F0CBF-77A6-4739-8FF3-8FB7DAFF4AC8}" dt="2025-12-17T08:43:09.757" v="164" actId="2696"/>
        <pc:sldMkLst>
          <pc:docMk/>
          <pc:sldMk cId="1063058951" sldId="291"/>
        </pc:sldMkLst>
      </pc:sldChg>
      <pc:sldChg chg="add ord">
        <pc:chgData name="Lalwani, Sunil" userId="95b0a425-4eed-4b84-a7cf-34664c131309" providerId="ADAL" clId="{CC5F0CBF-77A6-4739-8FF3-8FB7DAFF4AC8}" dt="2025-12-17T08:43:08.151" v="159"/>
        <pc:sldMkLst>
          <pc:docMk/>
          <pc:sldMk cId="3831544627" sldId="292"/>
        </pc:sldMkLst>
      </pc:sldChg>
      <pc:sldChg chg="add">
        <pc:chgData name="Lalwani, Sunil" userId="95b0a425-4eed-4b84-a7cf-34664c131309" providerId="ADAL" clId="{CC5F0CBF-77A6-4739-8FF3-8FB7DAFF4AC8}" dt="2025-12-17T08:43:08.783" v="160"/>
        <pc:sldMkLst>
          <pc:docMk/>
          <pc:sldMk cId="3173444320" sldId="293"/>
        </pc:sldMkLst>
      </pc:sldChg>
      <pc:sldChg chg="add ord">
        <pc:chgData name="Lalwani, Sunil" userId="95b0a425-4eed-4b84-a7cf-34664c131309" providerId="ADAL" clId="{CC5F0CBF-77A6-4739-8FF3-8FB7DAFF4AC8}" dt="2025-12-17T08:43:09.335" v="163"/>
        <pc:sldMkLst>
          <pc:docMk/>
          <pc:sldMk cId="3547778936" sldId="294"/>
        </pc:sldMkLst>
      </pc:sldChg>
      <pc:sldChg chg="add del">
        <pc:chgData name="Lalwani, Sunil" userId="95b0a425-4eed-4b84-a7cf-34664c131309" providerId="ADAL" clId="{CC5F0CBF-77A6-4739-8FF3-8FB7DAFF4AC8}" dt="2025-12-17T08:43:24.887" v="188" actId="2696"/>
        <pc:sldMkLst>
          <pc:docMk/>
          <pc:sldMk cId="3785609706" sldId="295"/>
        </pc:sldMkLst>
      </pc:sldChg>
      <pc:sldChg chg="add ord">
        <pc:chgData name="Lalwani, Sunil" userId="95b0a425-4eed-4b84-a7cf-34664c131309" providerId="ADAL" clId="{CC5F0CBF-77A6-4739-8FF3-8FB7DAFF4AC8}" dt="2025-12-17T08:43:23.335" v="183"/>
        <pc:sldMkLst>
          <pc:docMk/>
          <pc:sldMk cId="2853057716" sldId="296"/>
        </pc:sldMkLst>
      </pc:sldChg>
      <pc:sldChg chg="add">
        <pc:chgData name="Lalwani, Sunil" userId="95b0a425-4eed-4b84-a7cf-34664c131309" providerId="ADAL" clId="{CC5F0CBF-77A6-4739-8FF3-8FB7DAFF4AC8}" dt="2025-12-17T08:43:23.914" v="184"/>
        <pc:sldMkLst>
          <pc:docMk/>
          <pc:sldMk cId="4115678679" sldId="297"/>
        </pc:sldMkLst>
      </pc:sldChg>
      <pc:sldChg chg="add ord">
        <pc:chgData name="Lalwani, Sunil" userId="95b0a425-4eed-4b84-a7cf-34664c131309" providerId="ADAL" clId="{CC5F0CBF-77A6-4739-8FF3-8FB7DAFF4AC8}" dt="2025-12-17T08:43:24.446" v="187"/>
        <pc:sldMkLst>
          <pc:docMk/>
          <pc:sldMk cId="3776350253" sldId="298"/>
        </pc:sldMkLst>
      </pc:sldChg>
      <pc:sldChg chg="add del">
        <pc:chgData name="Lalwani, Sunil" userId="95b0a425-4eed-4b84-a7cf-34664c131309" providerId="ADAL" clId="{CC5F0CBF-77A6-4739-8FF3-8FB7DAFF4AC8}" dt="2025-12-17T08:43:38.413" v="201" actId="2696"/>
        <pc:sldMkLst>
          <pc:docMk/>
          <pc:sldMk cId="3919485504" sldId="299"/>
        </pc:sldMkLst>
      </pc:sldChg>
      <pc:sldChg chg="add ord">
        <pc:chgData name="Lalwani, Sunil" userId="95b0a425-4eed-4b84-a7cf-34664c131309" providerId="ADAL" clId="{CC5F0CBF-77A6-4739-8FF3-8FB7DAFF4AC8}" dt="2025-12-17T08:43:36.697" v="196"/>
        <pc:sldMkLst>
          <pc:docMk/>
          <pc:sldMk cId="966956788" sldId="300"/>
        </pc:sldMkLst>
      </pc:sldChg>
      <pc:sldChg chg="add">
        <pc:chgData name="Lalwani, Sunil" userId="95b0a425-4eed-4b84-a7cf-34664c131309" providerId="ADAL" clId="{CC5F0CBF-77A6-4739-8FF3-8FB7DAFF4AC8}" dt="2025-12-17T08:43:37.404" v="197"/>
        <pc:sldMkLst>
          <pc:docMk/>
          <pc:sldMk cId="1517898090" sldId="301"/>
        </pc:sldMkLst>
      </pc:sldChg>
      <pc:sldChg chg="add ord">
        <pc:chgData name="Lalwani, Sunil" userId="95b0a425-4eed-4b84-a7cf-34664c131309" providerId="ADAL" clId="{CC5F0CBF-77A6-4739-8FF3-8FB7DAFF4AC8}" dt="2025-12-17T08:43:37.961" v="200"/>
        <pc:sldMkLst>
          <pc:docMk/>
          <pc:sldMk cId="2565596623" sldId="302"/>
        </pc:sldMkLst>
      </pc:sldChg>
      <pc:sldChg chg="add del">
        <pc:chgData name="Lalwani, Sunil" userId="95b0a425-4eed-4b84-a7cf-34664c131309" providerId="ADAL" clId="{CC5F0CBF-77A6-4739-8FF3-8FB7DAFF4AC8}" dt="2025-12-17T08:43:52.104" v="214" actId="2696"/>
        <pc:sldMkLst>
          <pc:docMk/>
          <pc:sldMk cId="1825845355" sldId="303"/>
        </pc:sldMkLst>
      </pc:sldChg>
      <pc:sldChg chg="add ord">
        <pc:chgData name="Lalwani, Sunil" userId="95b0a425-4eed-4b84-a7cf-34664c131309" providerId="ADAL" clId="{CC5F0CBF-77A6-4739-8FF3-8FB7DAFF4AC8}" dt="2025-12-17T08:43:50.312" v="209"/>
        <pc:sldMkLst>
          <pc:docMk/>
          <pc:sldMk cId="2398810812" sldId="304"/>
        </pc:sldMkLst>
      </pc:sldChg>
      <pc:sldChg chg="add">
        <pc:chgData name="Lalwani, Sunil" userId="95b0a425-4eed-4b84-a7cf-34664c131309" providerId="ADAL" clId="{CC5F0CBF-77A6-4739-8FF3-8FB7DAFF4AC8}" dt="2025-12-17T08:43:50.976" v="210"/>
        <pc:sldMkLst>
          <pc:docMk/>
          <pc:sldMk cId="3097378998" sldId="305"/>
        </pc:sldMkLst>
      </pc:sldChg>
      <pc:sldChg chg="add ord">
        <pc:chgData name="Lalwani, Sunil" userId="95b0a425-4eed-4b84-a7cf-34664c131309" providerId="ADAL" clId="{CC5F0CBF-77A6-4739-8FF3-8FB7DAFF4AC8}" dt="2025-12-17T08:43:51.664" v="213"/>
        <pc:sldMkLst>
          <pc:docMk/>
          <pc:sldMk cId="1900375266" sldId="306"/>
        </pc:sldMkLst>
      </pc:sldChg>
      <pc:sldChg chg="add del">
        <pc:chgData name="Lalwani, Sunil" userId="95b0a425-4eed-4b84-a7cf-34664c131309" providerId="ADAL" clId="{CC5F0CBF-77A6-4739-8FF3-8FB7DAFF4AC8}" dt="2025-12-17T08:44:06.338" v="232" actId="2696"/>
        <pc:sldMkLst>
          <pc:docMk/>
          <pc:sldMk cId="3425237253" sldId="307"/>
        </pc:sldMkLst>
      </pc:sldChg>
      <pc:sldChg chg="add ord">
        <pc:chgData name="Lalwani, Sunil" userId="95b0a425-4eed-4b84-a7cf-34664c131309" providerId="ADAL" clId="{CC5F0CBF-77A6-4739-8FF3-8FB7DAFF4AC8}" dt="2025-12-17T08:44:04.807" v="227"/>
        <pc:sldMkLst>
          <pc:docMk/>
          <pc:sldMk cId="3289127675" sldId="308"/>
        </pc:sldMkLst>
      </pc:sldChg>
      <pc:sldChg chg="add">
        <pc:chgData name="Lalwani, Sunil" userId="95b0a425-4eed-4b84-a7cf-34664c131309" providerId="ADAL" clId="{CC5F0CBF-77A6-4739-8FF3-8FB7DAFF4AC8}" dt="2025-12-17T08:44:05.382" v="228"/>
        <pc:sldMkLst>
          <pc:docMk/>
          <pc:sldMk cId="1281068101" sldId="309"/>
        </pc:sldMkLst>
      </pc:sldChg>
      <pc:sldChg chg="add ord">
        <pc:chgData name="Lalwani, Sunil" userId="95b0a425-4eed-4b84-a7cf-34664c131309" providerId="ADAL" clId="{CC5F0CBF-77A6-4739-8FF3-8FB7DAFF4AC8}" dt="2025-12-17T08:44:05.892" v="231"/>
        <pc:sldMkLst>
          <pc:docMk/>
          <pc:sldMk cId="3578151648" sldId="310"/>
        </pc:sldMkLst>
      </pc:sldChg>
      <pc:sldChg chg="add del">
        <pc:chgData name="Lalwani, Sunil" userId="95b0a425-4eed-4b84-a7cf-34664c131309" providerId="ADAL" clId="{CC5F0CBF-77A6-4739-8FF3-8FB7DAFF4AC8}" dt="2025-12-17T08:44:22.321" v="256" actId="2696"/>
        <pc:sldMkLst>
          <pc:docMk/>
          <pc:sldMk cId="596442975" sldId="311"/>
        </pc:sldMkLst>
      </pc:sldChg>
      <pc:sldChg chg="add ord">
        <pc:chgData name="Lalwani, Sunil" userId="95b0a425-4eed-4b84-a7cf-34664c131309" providerId="ADAL" clId="{CC5F0CBF-77A6-4739-8FF3-8FB7DAFF4AC8}" dt="2025-12-17T08:44:20.715" v="251"/>
        <pc:sldMkLst>
          <pc:docMk/>
          <pc:sldMk cId="14300815" sldId="312"/>
        </pc:sldMkLst>
      </pc:sldChg>
      <pc:sldChg chg="add">
        <pc:chgData name="Lalwani, Sunil" userId="95b0a425-4eed-4b84-a7cf-34664c131309" providerId="ADAL" clId="{CC5F0CBF-77A6-4739-8FF3-8FB7DAFF4AC8}" dt="2025-12-17T08:44:21.328" v="252"/>
        <pc:sldMkLst>
          <pc:docMk/>
          <pc:sldMk cId="3468257589" sldId="313"/>
        </pc:sldMkLst>
      </pc:sldChg>
      <pc:sldChg chg="add ord">
        <pc:chgData name="Lalwani, Sunil" userId="95b0a425-4eed-4b84-a7cf-34664c131309" providerId="ADAL" clId="{CC5F0CBF-77A6-4739-8FF3-8FB7DAFF4AC8}" dt="2025-12-17T08:44:21.865" v="255"/>
        <pc:sldMkLst>
          <pc:docMk/>
          <pc:sldMk cId="17379374" sldId="314"/>
        </pc:sldMkLst>
      </pc:sldChg>
      <pc:sldChg chg="add del">
        <pc:chgData name="Lalwani, Sunil" userId="95b0a425-4eed-4b84-a7cf-34664c131309" providerId="ADAL" clId="{CC5F0CBF-77A6-4739-8FF3-8FB7DAFF4AC8}" dt="2025-12-17T08:44:36.876" v="269" actId="2696"/>
        <pc:sldMkLst>
          <pc:docMk/>
          <pc:sldMk cId="639100911" sldId="315"/>
        </pc:sldMkLst>
      </pc:sldChg>
      <pc:sldChg chg="add ord">
        <pc:chgData name="Lalwani, Sunil" userId="95b0a425-4eed-4b84-a7cf-34664c131309" providerId="ADAL" clId="{CC5F0CBF-77A6-4739-8FF3-8FB7DAFF4AC8}" dt="2025-12-17T08:44:35.227" v="264"/>
        <pc:sldMkLst>
          <pc:docMk/>
          <pc:sldMk cId="1378143546" sldId="316"/>
        </pc:sldMkLst>
      </pc:sldChg>
      <pc:sldChg chg="add">
        <pc:chgData name="Lalwani, Sunil" userId="95b0a425-4eed-4b84-a7cf-34664c131309" providerId="ADAL" clId="{CC5F0CBF-77A6-4739-8FF3-8FB7DAFF4AC8}" dt="2025-12-17T08:44:35.870" v="265"/>
        <pc:sldMkLst>
          <pc:docMk/>
          <pc:sldMk cId="2300919127" sldId="317"/>
        </pc:sldMkLst>
      </pc:sldChg>
      <pc:sldChg chg="add ord">
        <pc:chgData name="Lalwani, Sunil" userId="95b0a425-4eed-4b84-a7cf-34664c131309" providerId="ADAL" clId="{CC5F0CBF-77A6-4739-8FF3-8FB7DAFF4AC8}" dt="2025-12-17T08:44:36.423" v="268"/>
        <pc:sldMkLst>
          <pc:docMk/>
          <pc:sldMk cId="3328785490" sldId="318"/>
        </pc:sldMkLst>
      </pc:sldChg>
      <pc:sldChg chg="add del">
        <pc:chgData name="Lalwani, Sunil" userId="95b0a425-4eed-4b84-a7cf-34664c131309" providerId="ADAL" clId="{CC5F0CBF-77A6-4739-8FF3-8FB7DAFF4AC8}" dt="2025-12-17T08:44:50.918" v="282" actId="2696"/>
        <pc:sldMkLst>
          <pc:docMk/>
          <pc:sldMk cId="3638468368" sldId="319"/>
        </pc:sldMkLst>
      </pc:sldChg>
      <pc:sldChg chg="add ord">
        <pc:chgData name="Lalwani, Sunil" userId="95b0a425-4eed-4b84-a7cf-34664c131309" providerId="ADAL" clId="{CC5F0CBF-77A6-4739-8FF3-8FB7DAFF4AC8}" dt="2025-12-17T08:44:49.263" v="277"/>
        <pc:sldMkLst>
          <pc:docMk/>
          <pc:sldMk cId="3093750245" sldId="320"/>
        </pc:sldMkLst>
      </pc:sldChg>
      <pc:sldChg chg="add">
        <pc:chgData name="Lalwani, Sunil" userId="95b0a425-4eed-4b84-a7cf-34664c131309" providerId="ADAL" clId="{CC5F0CBF-77A6-4739-8FF3-8FB7DAFF4AC8}" dt="2025-12-17T08:44:49.880" v="278"/>
        <pc:sldMkLst>
          <pc:docMk/>
          <pc:sldMk cId="4233246873" sldId="321"/>
        </pc:sldMkLst>
      </pc:sldChg>
      <pc:sldChg chg="add ord">
        <pc:chgData name="Lalwani, Sunil" userId="95b0a425-4eed-4b84-a7cf-34664c131309" providerId="ADAL" clId="{CC5F0CBF-77A6-4739-8FF3-8FB7DAFF4AC8}" dt="2025-12-17T08:44:50.470" v="281"/>
        <pc:sldMkLst>
          <pc:docMk/>
          <pc:sldMk cId="2720778946" sldId="322"/>
        </pc:sldMkLst>
      </pc:sldChg>
      <pc:sldChg chg="add del">
        <pc:chgData name="Lalwani, Sunil" userId="95b0a425-4eed-4b84-a7cf-34664c131309" providerId="ADAL" clId="{CC5F0CBF-77A6-4739-8FF3-8FB7DAFF4AC8}" dt="2025-12-17T08:45:06.661" v="299" actId="2696"/>
        <pc:sldMkLst>
          <pc:docMk/>
          <pc:sldMk cId="3353628363" sldId="323"/>
        </pc:sldMkLst>
      </pc:sldChg>
      <pc:sldChg chg="add ord">
        <pc:chgData name="Lalwani, Sunil" userId="95b0a425-4eed-4b84-a7cf-34664c131309" providerId="ADAL" clId="{CC5F0CBF-77A6-4739-8FF3-8FB7DAFF4AC8}" dt="2025-12-17T08:45:05.043" v="294"/>
        <pc:sldMkLst>
          <pc:docMk/>
          <pc:sldMk cId="1285258695" sldId="324"/>
        </pc:sldMkLst>
      </pc:sldChg>
      <pc:sldChg chg="add">
        <pc:chgData name="Lalwani, Sunil" userId="95b0a425-4eed-4b84-a7cf-34664c131309" providerId="ADAL" clId="{CC5F0CBF-77A6-4739-8FF3-8FB7DAFF4AC8}" dt="2025-12-17T08:45:05.666" v="295"/>
        <pc:sldMkLst>
          <pc:docMk/>
          <pc:sldMk cId="53186815" sldId="325"/>
        </pc:sldMkLst>
      </pc:sldChg>
      <pc:sldChg chg="add ord">
        <pc:chgData name="Lalwani, Sunil" userId="95b0a425-4eed-4b84-a7cf-34664c131309" providerId="ADAL" clId="{CC5F0CBF-77A6-4739-8FF3-8FB7DAFF4AC8}" dt="2025-12-17T08:45:06.231" v="298"/>
        <pc:sldMkLst>
          <pc:docMk/>
          <pc:sldMk cId="2747666522" sldId="326"/>
        </pc:sldMkLst>
      </pc:sldChg>
      <pc:sldChg chg="add del">
        <pc:chgData name="Lalwani, Sunil" userId="95b0a425-4eed-4b84-a7cf-34664c131309" providerId="ADAL" clId="{CC5F0CBF-77A6-4739-8FF3-8FB7DAFF4AC8}" dt="2025-12-17T08:45:23.710" v="323" actId="2696"/>
        <pc:sldMkLst>
          <pc:docMk/>
          <pc:sldMk cId="4204629338" sldId="327"/>
        </pc:sldMkLst>
      </pc:sldChg>
      <pc:sldChg chg="add ord">
        <pc:chgData name="Lalwani, Sunil" userId="95b0a425-4eed-4b84-a7cf-34664c131309" providerId="ADAL" clId="{CC5F0CBF-77A6-4739-8FF3-8FB7DAFF4AC8}" dt="2025-12-17T08:45:22.129" v="318"/>
        <pc:sldMkLst>
          <pc:docMk/>
          <pc:sldMk cId="1914746599" sldId="328"/>
        </pc:sldMkLst>
      </pc:sldChg>
      <pc:sldChg chg="add">
        <pc:chgData name="Lalwani, Sunil" userId="95b0a425-4eed-4b84-a7cf-34664c131309" providerId="ADAL" clId="{CC5F0CBF-77A6-4739-8FF3-8FB7DAFF4AC8}" dt="2025-12-17T08:45:22.730" v="319"/>
        <pc:sldMkLst>
          <pc:docMk/>
          <pc:sldMk cId="233652023" sldId="329"/>
        </pc:sldMkLst>
      </pc:sldChg>
      <pc:sldChg chg="add ord">
        <pc:chgData name="Lalwani, Sunil" userId="95b0a425-4eed-4b84-a7cf-34664c131309" providerId="ADAL" clId="{CC5F0CBF-77A6-4739-8FF3-8FB7DAFF4AC8}" dt="2025-12-17T08:45:23.276" v="322"/>
        <pc:sldMkLst>
          <pc:docMk/>
          <pc:sldMk cId="2039718785" sldId="330"/>
        </pc:sldMkLst>
      </pc:sldChg>
      <pc:sldChg chg="add del">
        <pc:chgData name="Lalwani, Sunil" userId="95b0a425-4eed-4b84-a7cf-34664c131309" providerId="ADAL" clId="{CC5F0CBF-77A6-4739-8FF3-8FB7DAFF4AC8}" dt="2025-12-17T08:45:40.066" v="336" actId="2696"/>
        <pc:sldMkLst>
          <pc:docMk/>
          <pc:sldMk cId="2858353311" sldId="331"/>
        </pc:sldMkLst>
      </pc:sldChg>
      <pc:sldChg chg="add ord">
        <pc:chgData name="Lalwani, Sunil" userId="95b0a425-4eed-4b84-a7cf-34664c131309" providerId="ADAL" clId="{CC5F0CBF-77A6-4739-8FF3-8FB7DAFF4AC8}" dt="2025-12-17T08:45:38.481" v="331"/>
        <pc:sldMkLst>
          <pc:docMk/>
          <pc:sldMk cId="3306294642" sldId="332"/>
        </pc:sldMkLst>
      </pc:sldChg>
      <pc:sldChg chg="add">
        <pc:chgData name="Lalwani, Sunil" userId="95b0a425-4eed-4b84-a7cf-34664c131309" providerId="ADAL" clId="{CC5F0CBF-77A6-4739-8FF3-8FB7DAFF4AC8}" dt="2025-12-17T08:45:39.084" v="332"/>
        <pc:sldMkLst>
          <pc:docMk/>
          <pc:sldMk cId="4012029047" sldId="333"/>
        </pc:sldMkLst>
      </pc:sldChg>
      <pc:sldChg chg="add ord">
        <pc:chgData name="Lalwani, Sunil" userId="95b0a425-4eed-4b84-a7cf-34664c131309" providerId="ADAL" clId="{CC5F0CBF-77A6-4739-8FF3-8FB7DAFF4AC8}" dt="2025-12-17T08:45:39.616" v="335"/>
        <pc:sldMkLst>
          <pc:docMk/>
          <pc:sldMk cId="2514322577" sldId="334"/>
        </pc:sldMkLst>
      </pc:sldChg>
      <pc:sldChg chg="add del">
        <pc:chgData name="Lalwani, Sunil" userId="95b0a425-4eed-4b84-a7cf-34664c131309" providerId="ADAL" clId="{CC5F0CBF-77A6-4739-8FF3-8FB7DAFF4AC8}" dt="2025-12-17T08:45:56.570" v="349" actId="2696"/>
        <pc:sldMkLst>
          <pc:docMk/>
          <pc:sldMk cId="1740104709" sldId="335"/>
        </pc:sldMkLst>
      </pc:sldChg>
      <pc:sldChg chg="add ord">
        <pc:chgData name="Lalwani, Sunil" userId="95b0a425-4eed-4b84-a7cf-34664c131309" providerId="ADAL" clId="{CC5F0CBF-77A6-4739-8FF3-8FB7DAFF4AC8}" dt="2025-12-17T08:45:54.946" v="344"/>
        <pc:sldMkLst>
          <pc:docMk/>
          <pc:sldMk cId="2556985330" sldId="336"/>
        </pc:sldMkLst>
      </pc:sldChg>
      <pc:sldChg chg="add">
        <pc:chgData name="Lalwani, Sunil" userId="95b0a425-4eed-4b84-a7cf-34664c131309" providerId="ADAL" clId="{CC5F0CBF-77A6-4739-8FF3-8FB7DAFF4AC8}" dt="2025-12-17T08:45:55.547" v="345"/>
        <pc:sldMkLst>
          <pc:docMk/>
          <pc:sldMk cId="1691339332" sldId="337"/>
        </pc:sldMkLst>
      </pc:sldChg>
      <pc:sldChg chg="add ord">
        <pc:chgData name="Lalwani, Sunil" userId="95b0a425-4eed-4b84-a7cf-34664c131309" providerId="ADAL" clId="{CC5F0CBF-77A6-4739-8FF3-8FB7DAFF4AC8}" dt="2025-12-17T08:45:56.106" v="348"/>
        <pc:sldMkLst>
          <pc:docMk/>
          <pc:sldMk cId="3287059279" sldId="338"/>
        </pc:sldMkLst>
      </pc:sldChg>
      <pc:sldChg chg="add del">
        <pc:chgData name="Lalwani, Sunil" userId="95b0a425-4eed-4b84-a7cf-34664c131309" providerId="ADAL" clId="{CC5F0CBF-77A6-4739-8FF3-8FB7DAFF4AC8}" dt="2025-12-17T08:46:12.139" v="365" actId="2696"/>
        <pc:sldMkLst>
          <pc:docMk/>
          <pc:sldMk cId="1674611160" sldId="339"/>
        </pc:sldMkLst>
      </pc:sldChg>
      <pc:sldChg chg="add ord">
        <pc:chgData name="Lalwani, Sunil" userId="95b0a425-4eed-4b84-a7cf-34664c131309" providerId="ADAL" clId="{CC5F0CBF-77A6-4739-8FF3-8FB7DAFF4AC8}" dt="2025-12-17T08:46:10.581" v="360"/>
        <pc:sldMkLst>
          <pc:docMk/>
          <pc:sldMk cId="867123246" sldId="340"/>
        </pc:sldMkLst>
      </pc:sldChg>
      <pc:sldChg chg="add">
        <pc:chgData name="Lalwani, Sunil" userId="95b0a425-4eed-4b84-a7cf-34664c131309" providerId="ADAL" clId="{CC5F0CBF-77A6-4739-8FF3-8FB7DAFF4AC8}" dt="2025-12-17T08:46:11.164" v="361"/>
        <pc:sldMkLst>
          <pc:docMk/>
          <pc:sldMk cId="3668917481" sldId="341"/>
        </pc:sldMkLst>
      </pc:sldChg>
      <pc:sldChg chg="add ord">
        <pc:chgData name="Lalwani, Sunil" userId="95b0a425-4eed-4b84-a7cf-34664c131309" providerId="ADAL" clId="{CC5F0CBF-77A6-4739-8FF3-8FB7DAFF4AC8}" dt="2025-12-17T08:46:11.693" v="364"/>
        <pc:sldMkLst>
          <pc:docMk/>
          <pc:sldMk cId="2641856627" sldId="342"/>
        </pc:sldMkLst>
      </pc:sldChg>
      <pc:sldChg chg="add del">
        <pc:chgData name="Lalwani, Sunil" userId="95b0a425-4eed-4b84-a7cf-34664c131309" providerId="ADAL" clId="{CC5F0CBF-77A6-4739-8FF3-8FB7DAFF4AC8}" dt="2025-12-17T08:46:29.331" v="389" actId="2696"/>
        <pc:sldMkLst>
          <pc:docMk/>
          <pc:sldMk cId="1516146111" sldId="343"/>
        </pc:sldMkLst>
      </pc:sldChg>
      <pc:sldChg chg="add ord">
        <pc:chgData name="Lalwani, Sunil" userId="95b0a425-4eed-4b84-a7cf-34664c131309" providerId="ADAL" clId="{CC5F0CBF-77A6-4739-8FF3-8FB7DAFF4AC8}" dt="2025-12-17T08:46:27.765" v="384"/>
        <pc:sldMkLst>
          <pc:docMk/>
          <pc:sldMk cId="994698915" sldId="344"/>
        </pc:sldMkLst>
      </pc:sldChg>
      <pc:sldChg chg="add">
        <pc:chgData name="Lalwani, Sunil" userId="95b0a425-4eed-4b84-a7cf-34664c131309" providerId="ADAL" clId="{CC5F0CBF-77A6-4739-8FF3-8FB7DAFF4AC8}" dt="2025-12-17T08:46:28.364" v="385"/>
        <pc:sldMkLst>
          <pc:docMk/>
          <pc:sldMk cId="2794008814" sldId="345"/>
        </pc:sldMkLst>
      </pc:sldChg>
      <pc:sldChg chg="add ord">
        <pc:chgData name="Lalwani, Sunil" userId="95b0a425-4eed-4b84-a7cf-34664c131309" providerId="ADAL" clId="{CC5F0CBF-77A6-4739-8FF3-8FB7DAFF4AC8}" dt="2025-12-17T08:46:28.902" v="388"/>
        <pc:sldMkLst>
          <pc:docMk/>
          <pc:sldMk cId="1528346228" sldId="346"/>
        </pc:sldMkLst>
      </pc:sldChg>
      <pc:sldChg chg="add del">
        <pc:chgData name="Lalwani, Sunil" userId="95b0a425-4eed-4b84-a7cf-34664c131309" providerId="ADAL" clId="{CC5F0CBF-77A6-4739-8FF3-8FB7DAFF4AC8}" dt="2025-12-17T08:46:46.047" v="402" actId="2696"/>
        <pc:sldMkLst>
          <pc:docMk/>
          <pc:sldMk cId="2746847613" sldId="347"/>
        </pc:sldMkLst>
      </pc:sldChg>
      <pc:sldChg chg="add ord">
        <pc:chgData name="Lalwani, Sunil" userId="95b0a425-4eed-4b84-a7cf-34664c131309" providerId="ADAL" clId="{CC5F0CBF-77A6-4739-8FF3-8FB7DAFF4AC8}" dt="2025-12-17T08:46:44.441" v="397"/>
        <pc:sldMkLst>
          <pc:docMk/>
          <pc:sldMk cId="3190695932" sldId="348"/>
        </pc:sldMkLst>
      </pc:sldChg>
      <pc:sldChg chg="add">
        <pc:chgData name="Lalwani, Sunil" userId="95b0a425-4eed-4b84-a7cf-34664c131309" providerId="ADAL" clId="{CC5F0CBF-77A6-4739-8FF3-8FB7DAFF4AC8}" dt="2025-12-17T08:46:45.030" v="398"/>
        <pc:sldMkLst>
          <pc:docMk/>
          <pc:sldMk cId="1109023532" sldId="349"/>
        </pc:sldMkLst>
      </pc:sldChg>
      <pc:sldChg chg="add ord">
        <pc:chgData name="Lalwani, Sunil" userId="95b0a425-4eed-4b84-a7cf-34664c131309" providerId="ADAL" clId="{CC5F0CBF-77A6-4739-8FF3-8FB7DAFF4AC8}" dt="2025-12-17T08:46:45.603" v="401"/>
        <pc:sldMkLst>
          <pc:docMk/>
          <pc:sldMk cId="2843709154" sldId="350"/>
        </pc:sldMkLst>
      </pc:sldChg>
      <pc:sldChg chg="add del">
        <pc:chgData name="Lalwani, Sunil" userId="95b0a425-4eed-4b84-a7cf-34664c131309" providerId="ADAL" clId="{CC5F0CBF-77A6-4739-8FF3-8FB7DAFF4AC8}" dt="2025-12-17T08:47:01.954" v="415" actId="2696"/>
        <pc:sldMkLst>
          <pc:docMk/>
          <pc:sldMk cId="2613115340" sldId="351"/>
        </pc:sldMkLst>
      </pc:sldChg>
      <pc:sldChg chg="add ord">
        <pc:chgData name="Lalwani, Sunil" userId="95b0a425-4eed-4b84-a7cf-34664c131309" providerId="ADAL" clId="{CC5F0CBF-77A6-4739-8FF3-8FB7DAFF4AC8}" dt="2025-12-17T08:47:00.362" v="410"/>
        <pc:sldMkLst>
          <pc:docMk/>
          <pc:sldMk cId="2871330584" sldId="352"/>
        </pc:sldMkLst>
      </pc:sldChg>
      <pc:sldChg chg="add">
        <pc:chgData name="Lalwani, Sunil" userId="95b0a425-4eed-4b84-a7cf-34664c131309" providerId="ADAL" clId="{CC5F0CBF-77A6-4739-8FF3-8FB7DAFF4AC8}" dt="2025-12-17T08:47:00.965" v="411"/>
        <pc:sldMkLst>
          <pc:docMk/>
          <pc:sldMk cId="2021331037" sldId="353"/>
        </pc:sldMkLst>
      </pc:sldChg>
      <pc:sldChg chg="add ord">
        <pc:chgData name="Lalwani, Sunil" userId="95b0a425-4eed-4b84-a7cf-34664c131309" providerId="ADAL" clId="{CC5F0CBF-77A6-4739-8FF3-8FB7DAFF4AC8}" dt="2025-12-17T08:47:01.495" v="414"/>
        <pc:sldMkLst>
          <pc:docMk/>
          <pc:sldMk cId="2651116630" sldId="354"/>
        </pc:sldMkLst>
      </pc:sldChg>
      <pc:sldChg chg="add del">
        <pc:chgData name="Lalwani, Sunil" userId="95b0a425-4eed-4b84-a7cf-34664c131309" providerId="ADAL" clId="{CC5F0CBF-77A6-4739-8FF3-8FB7DAFF4AC8}" dt="2025-12-17T08:47:18.363" v="430" actId="2696"/>
        <pc:sldMkLst>
          <pc:docMk/>
          <pc:sldMk cId="431447686" sldId="355"/>
        </pc:sldMkLst>
      </pc:sldChg>
      <pc:sldChg chg="add ord">
        <pc:chgData name="Lalwani, Sunil" userId="95b0a425-4eed-4b84-a7cf-34664c131309" providerId="ADAL" clId="{CC5F0CBF-77A6-4739-8FF3-8FB7DAFF4AC8}" dt="2025-12-17T08:47:16.729" v="425"/>
        <pc:sldMkLst>
          <pc:docMk/>
          <pc:sldMk cId="2349275985" sldId="356"/>
        </pc:sldMkLst>
      </pc:sldChg>
      <pc:sldChg chg="add">
        <pc:chgData name="Lalwani, Sunil" userId="95b0a425-4eed-4b84-a7cf-34664c131309" providerId="ADAL" clId="{CC5F0CBF-77A6-4739-8FF3-8FB7DAFF4AC8}" dt="2025-12-17T08:47:17.331" v="426"/>
        <pc:sldMkLst>
          <pc:docMk/>
          <pc:sldMk cId="236780013" sldId="357"/>
        </pc:sldMkLst>
      </pc:sldChg>
      <pc:sldChg chg="add ord">
        <pc:chgData name="Lalwani, Sunil" userId="95b0a425-4eed-4b84-a7cf-34664c131309" providerId="ADAL" clId="{CC5F0CBF-77A6-4739-8FF3-8FB7DAFF4AC8}" dt="2025-12-17T08:47:17.919" v="429"/>
        <pc:sldMkLst>
          <pc:docMk/>
          <pc:sldMk cId="4229934105" sldId="358"/>
        </pc:sldMkLst>
      </pc:sldChg>
      <pc:sldChg chg="add del">
        <pc:chgData name="Lalwani, Sunil" userId="95b0a425-4eed-4b84-a7cf-34664c131309" providerId="ADAL" clId="{CC5F0CBF-77A6-4739-8FF3-8FB7DAFF4AC8}" dt="2025-12-17T08:47:37.021" v="454" actId="2696"/>
        <pc:sldMkLst>
          <pc:docMk/>
          <pc:sldMk cId="3592657993" sldId="359"/>
        </pc:sldMkLst>
      </pc:sldChg>
      <pc:sldChg chg="add ord">
        <pc:chgData name="Lalwani, Sunil" userId="95b0a425-4eed-4b84-a7cf-34664c131309" providerId="ADAL" clId="{CC5F0CBF-77A6-4739-8FF3-8FB7DAFF4AC8}" dt="2025-12-17T08:47:35.523" v="449"/>
        <pc:sldMkLst>
          <pc:docMk/>
          <pc:sldMk cId="1339637310" sldId="360"/>
        </pc:sldMkLst>
      </pc:sldChg>
      <pc:sldChg chg="add">
        <pc:chgData name="Lalwani, Sunil" userId="95b0a425-4eed-4b84-a7cf-34664c131309" providerId="ADAL" clId="{CC5F0CBF-77A6-4739-8FF3-8FB7DAFF4AC8}" dt="2025-12-17T08:47:36.105" v="450"/>
        <pc:sldMkLst>
          <pc:docMk/>
          <pc:sldMk cId="518833984" sldId="361"/>
        </pc:sldMkLst>
      </pc:sldChg>
      <pc:sldChg chg="add ord">
        <pc:chgData name="Lalwani, Sunil" userId="95b0a425-4eed-4b84-a7cf-34664c131309" providerId="ADAL" clId="{CC5F0CBF-77A6-4739-8FF3-8FB7DAFF4AC8}" dt="2025-12-17T08:47:36.582" v="453"/>
        <pc:sldMkLst>
          <pc:docMk/>
          <pc:sldMk cId="4250166786" sldId="362"/>
        </pc:sldMkLst>
      </pc:sldChg>
      <pc:sldChg chg="add del">
        <pc:chgData name="Lalwani, Sunil" userId="95b0a425-4eed-4b84-a7cf-34664c131309" providerId="ADAL" clId="{CC5F0CBF-77A6-4739-8FF3-8FB7DAFF4AC8}" dt="2025-12-17T08:47:53.788" v="467" actId="2696"/>
        <pc:sldMkLst>
          <pc:docMk/>
          <pc:sldMk cId="2546275666" sldId="363"/>
        </pc:sldMkLst>
      </pc:sldChg>
      <pc:sldChg chg="add ord">
        <pc:chgData name="Lalwani, Sunil" userId="95b0a425-4eed-4b84-a7cf-34664c131309" providerId="ADAL" clId="{CC5F0CBF-77A6-4739-8FF3-8FB7DAFF4AC8}" dt="2025-12-17T08:47:52.212" v="462"/>
        <pc:sldMkLst>
          <pc:docMk/>
          <pc:sldMk cId="3312144765" sldId="364"/>
        </pc:sldMkLst>
      </pc:sldChg>
      <pc:sldChg chg="add">
        <pc:chgData name="Lalwani, Sunil" userId="95b0a425-4eed-4b84-a7cf-34664c131309" providerId="ADAL" clId="{CC5F0CBF-77A6-4739-8FF3-8FB7DAFF4AC8}" dt="2025-12-17T08:47:52.804" v="463"/>
        <pc:sldMkLst>
          <pc:docMk/>
          <pc:sldMk cId="2409167506" sldId="365"/>
        </pc:sldMkLst>
      </pc:sldChg>
      <pc:sldChg chg="add ord">
        <pc:chgData name="Lalwani, Sunil" userId="95b0a425-4eed-4b84-a7cf-34664c131309" providerId="ADAL" clId="{CC5F0CBF-77A6-4739-8FF3-8FB7DAFF4AC8}" dt="2025-12-17T08:47:53.354" v="466"/>
        <pc:sldMkLst>
          <pc:docMk/>
          <pc:sldMk cId="4081034495" sldId="366"/>
        </pc:sldMkLst>
      </pc:sldChg>
      <pc:sldChg chg="add del">
        <pc:chgData name="Lalwani, Sunil" userId="95b0a425-4eed-4b84-a7cf-34664c131309" providerId="ADAL" clId="{CC5F0CBF-77A6-4739-8FF3-8FB7DAFF4AC8}" dt="2025-12-17T08:48:09.402" v="480" actId="2696"/>
        <pc:sldMkLst>
          <pc:docMk/>
          <pc:sldMk cId="3324825915" sldId="367"/>
        </pc:sldMkLst>
      </pc:sldChg>
      <pc:sldChg chg="add ord">
        <pc:chgData name="Lalwani, Sunil" userId="95b0a425-4eed-4b84-a7cf-34664c131309" providerId="ADAL" clId="{CC5F0CBF-77A6-4739-8FF3-8FB7DAFF4AC8}" dt="2025-12-17T08:48:07.792" v="475"/>
        <pc:sldMkLst>
          <pc:docMk/>
          <pc:sldMk cId="1572564386" sldId="368"/>
        </pc:sldMkLst>
      </pc:sldChg>
      <pc:sldChg chg="add">
        <pc:chgData name="Lalwani, Sunil" userId="95b0a425-4eed-4b84-a7cf-34664c131309" providerId="ADAL" clId="{CC5F0CBF-77A6-4739-8FF3-8FB7DAFF4AC8}" dt="2025-12-17T08:48:08.428" v="476"/>
        <pc:sldMkLst>
          <pc:docMk/>
          <pc:sldMk cId="1583125419" sldId="369"/>
        </pc:sldMkLst>
      </pc:sldChg>
      <pc:sldChg chg="add ord">
        <pc:chgData name="Lalwani, Sunil" userId="95b0a425-4eed-4b84-a7cf-34664c131309" providerId="ADAL" clId="{CC5F0CBF-77A6-4739-8FF3-8FB7DAFF4AC8}" dt="2025-12-17T08:48:08.954" v="479"/>
        <pc:sldMkLst>
          <pc:docMk/>
          <pc:sldMk cId="3943178188" sldId="370"/>
        </pc:sldMkLst>
      </pc:sldChg>
      <pc:sldChg chg="add del">
        <pc:chgData name="Lalwani, Sunil" userId="95b0a425-4eed-4b84-a7cf-34664c131309" providerId="ADAL" clId="{CC5F0CBF-77A6-4739-8FF3-8FB7DAFF4AC8}" dt="2025-12-17T08:48:25.774" v="495" actId="2696"/>
        <pc:sldMkLst>
          <pc:docMk/>
          <pc:sldMk cId="130327308" sldId="371"/>
        </pc:sldMkLst>
      </pc:sldChg>
      <pc:sldChg chg="add ord">
        <pc:chgData name="Lalwani, Sunil" userId="95b0a425-4eed-4b84-a7cf-34664c131309" providerId="ADAL" clId="{CC5F0CBF-77A6-4739-8FF3-8FB7DAFF4AC8}" dt="2025-12-17T08:48:24.208" v="490"/>
        <pc:sldMkLst>
          <pc:docMk/>
          <pc:sldMk cId="2122025159" sldId="372"/>
        </pc:sldMkLst>
      </pc:sldChg>
      <pc:sldChg chg="add">
        <pc:chgData name="Lalwani, Sunil" userId="95b0a425-4eed-4b84-a7cf-34664c131309" providerId="ADAL" clId="{CC5F0CBF-77A6-4739-8FF3-8FB7DAFF4AC8}" dt="2025-12-17T08:48:24.797" v="491"/>
        <pc:sldMkLst>
          <pc:docMk/>
          <pc:sldMk cId="3361265078" sldId="373"/>
        </pc:sldMkLst>
      </pc:sldChg>
      <pc:sldChg chg="add ord">
        <pc:chgData name="Lalwani, Sunil" userId="95b0a425-4eed-4b84-a7cf-34664c131309" providerId="ADAL" clId="{CC5F0CBF-77A6-4739-8FF3-8FB7DAFF4AC8}" dt="2025-12-17T08:48:25.334" v="494"/>
        <pc:sldMkLst>
          <pc:docMk/>
          <pc:sldMk cId="1116297144" sldId="374"/>
        </pc:sldMkLst>
      </pc:sldChg>
      <pc:sldChg chg="add del">
        <pc:chgData name="Lalwani, Sunil" userId="95b0a425-4eed-4b84-a7cf-34664c131309" providerId="ADAL" clId="{CC5F0CBF-77A6-4739-8FF3-8FB7DAFF4AC8}" dt="2025-12-17T08:48:44.583" v="519" actId="2696"/>
        <pc:sldMkLst>
          <pc:docMk/>
          <pc:sldMk cId="1223950540" sldId="375"/>
        </pc:sldMkLst>
      </pc:sldChg>
      <pc:sldChg chg="add ord">
        <pc:chgData name="Lalwani, Sunil" userId="95b0a425-4eed-4b84-a7cf-34664c131309" providerId="ADAL" clId="{CC5F0CBF-77A6-4739-8FF3-8FB7DAFF4AC8}" dt="2025-12-17T08:48:43.004" v="514"/>
        <pc:sldMkLst>
          <pc:docMk/>
          <pc:sldMk cId="1260072146" sldId="376"/>
        </pc:sldMkLst>
      </pc:sldChg>
      <pc:sldChg chg="add">
        <pc:chgData name="Lalwani, Sunil" userId="95b0a425-4eed-4b84-a7cf-34664c131309" providerId="ADAL" clId="{CC5F0CBF-77A6-4739-8FF3-8FB7DAFF4AC8}" dt="2025-12-17T08:48:43.597" v="515"/>
        <pc:sldMkLst>
          <pc:docMk/>
          <pc:sldMk cId="285957692" sldId="377"/>
        </pc:sldMkLst>
      </pc:sldChg>
      <pc:sldChg chg="add ord">
        <pc:chgData name="Lalwani, Sunil" userId="95b0a425-4eed-4b84-a7cf-34664c131309" providerId="ADAL" clId="{CC5F0CBF-77A6-4739-8FF3-8FB7DAFF4AC8}" dt="2025-12-17T08:48:44.123" v="518"/>
        <pc:sldMkLst>
          <pc:docMk/>
          <pc:sldMk cId="2355780909" sldId="378"/>
        </pc:sldMkLst>
      </pc:sldChg>
      <pc:sldChg chg="add del">
        <pc:chgData name="Lalwani, Sunil" userId="95b0a425-4eed-4b84-a7cf-34664c131309" providerId="ADAL" clId="{CC5F0CBF-77A6-4739-8FF3-8FB7DAFF4AC8}" dt="2025-12-17T08:48:59.951" v="532" actId="2696"/>
        <pc:sldMkLst>
          <pc:docMk/>
          <pc:sldMk cId="2740278780" sldId="379"/>
        </pc:sldMkLst>
      </pc:sldChg>
      <pc:sldChg chg="add ord">
        <pc:chgData name="Lalwani, Sunil" userId="95b0a425-4eed-4b84-a7cf-34664c131309" providerId="ADAL" clId="{CC5F0CBF-77A6-4739-8FF3-8FB7DAFF4AC8}" dt="2025-12-17T08:48:58.397" v="527"/>
        <pc:sldMkLst>
          <pc:docMk/>
          <pc:sldMk cId="2427375738" sldId="380"/>
        </pc:sldMkLst>
      </pc:sldChg>
      <pc:sldChg chg="add">
        <pc:chgData name="Lalwani, Sunil" userId="95b0a425-4eed-4b84-a7cf-34664c131309" providerId="ADAL" clId="{CC5F0CBF-77A6-4739-8FF3-8FB7DAFF4AC8}" dt="2025-12-17T08:48:58.998" v="528"/>
        <pc:sldMkLst>
          <pc:docMk/>
          <pc:sldMk cId="1110244298" sldId="381"/>
        </pc:sldMkLst>
      </pc:sldChg>
      <pc:sldChg chg="add ord">
        <pc:chgData name="Lalwani, Sunil" userId="95b0a425-4eed-4b84-a7cf-34664c131309" providerId="ADAL" clId="{CC5F0CBF-77A6-4739-8FF3-8FB7DAFF4AC8}" dt="2025-12-17T08:48:59.506" v="531"/>
        <pc:sldMkLst>
          <pc:docMk/>
          <pc:sldMk cId="677663194" sldId="382"/>
        </pc:sldMkLst>
      </pc:sldChg>
      <pc:sldChg chg="add del">
        <pc:chgData name="Lalwani, Sunil" userId="95b0a425-4eed-4b84-a7cf-34664c131309" providerId="ADAL" clId="{CC5F0CBF-77A6-4739-8FF3-8FB7DAFF4AC8}" dt="2025-12-17T08:49:18.185" v="545" actId="2696"/>
        <pc:sldMkLst>
          <pc:docMk/>
          <pc:sldMk cId="2327348624" sldId="383"/>
        </pc:sldMkLst>
      </pc:sldChg>
      <pc:sldChg chg="add ord">
        <pc:chgData name="Lalwani, Sunil" userId="95b0a425-4eed-4b84-a7cf-34664c131309" providerId="ADAL" clId="{CC5F0CBF-77A6-4739-8FF3-8FB7DAFF4AC8}" dt="2025-12-17T08:49:16.490" v="540"/>
        <pc:sldMkLst>
          <pc:docMk/>
          <pc:sldMk cId="1275253829" sldId="384"/>
        </pc:sldMkLst>
      </pc:sldChg>
      <pc:sldChg chg="add">
        <pc:chgData name="Lalwani, Sunil" userId="95b0a425-4eed-4b84-a7cf-34664c131309" providerId="ADAL" clId="{CC5F0CBF-77A6-4739-8FF3-8FB7DAFF4AC8}" dt="2025-12-17T08:49:17.160" v="541"/>
        <pc:sldMkLst>
          <pc:docMk/>
          <pc:sldMk cId="735467367" sldId="385"/>
        </pc:sldMkLst>
      </pc:sldChg>
      <pc:sldChg chg="add ord">
        <pc:chgData name="Lalwani, Sunil" userId="95b0a425-4eed-4b84-a7cf-34664c131309" providerId="ADAL" clId="{CC5F0CBF-77A6-4739-8FF3-8FB7DAFF4AC8}" dt="2025-12-17T08:49:17.733" v="544"/>
        <pc:sldMkLst>
          <pc:docMk/>
          <pc:sldMk cId="1688814663" sldId="386"/>
        </pc:sldMkLst>
      </pc:sldChg>
      <pc:sldChg chg="add del">
        <pc:chgData name="Lalwani, Sunil" userId="95b0a425-4eed-4b84-a7cf-34664c131309" providerId="ADAL" clId="{CC5F0CBF-77A6-4739-8FF3-8FB7DAFF4AC8}" dt="2025-12-17T08:49:36.717" v="560" actId="2696"/>
        <pc:sldMkLst>
          <pc:docMk/>
          <pc:sldMk cId="318668737" sldId="387"/>
        </pc:sldMkLst>
      </pc:sldChg>
      <pc:sldChg chg="add ord">
        <pc:chgData name="Lalwani, Sunil" userId="95b0a425-4eed-4b84-a7cf-34664c131309" providerId="ADAL" clId="{CC5F0CBF-77A6-4739-8FF3-8FB7DAFF4AC8}" dt="2025-12-17T08:49:35.061" v="555"/>
        <pc:sldMkLst>
          <pc:docMk/>
          <pc:sldMk cId="920511213" sldId="388"/>
        </pc:sldMkLst>
      </pc:sldChg>
      <pc:sldChg chg="add">
        <pc:chgData name="Lalwani, Sunil" userId="95b0a425-4eed-4b84-a7cf-34664c131309" providerId="ADAL" clId="{CC5F0CBF-77A6-4739-8FF3-8FB7DAFF4AC8}" dt="2025-12-17T08:49:35.695" v="556"/>
        <pc:sldMkLst>
          <pc:docMk/>
          <pc:sldMk cId="205503607" sldId="389"/>
        </pc:sldMkLst>
      </pc:sldChg>
      <pc:sldChg chg="add ord">
        <pc:chgData name="Lalwani, Sunil" userId="95b0a425-4eed-4b84-a7cf-34664c131309" providerId="ADAL" clId="{CC5F0CBF-77A6-4739-8FF3-8FB7DAFF4AC8}" dt="2025-12-17T08:49:36.267" v="559"/>
        <pc:sldMkLst>
          <pc:docMk/>
          <pc:sldMk cId="2395102946" sldId="390"/>
        </pc:sldMkLst>
      </pc:sldChg>
      <pc:sldChg chg="add del">
        <pc:chgData name="Lalwani, Sunil" userId="95b0a425-4eed-4b84-a7cf-34664c131309" providerId="ADAL" clId="{CC5F0CBF-77A6-4739-8FF3-8FB7DAFF4AC8}" dt="2025-12-17T08:49:56.982" v="584" actId="2696"/>
        <pc:sldMkLst>
          <pc:docMk/>
          <pc:sldMk cId="2002143948" sldId="391"/>
        </pc:sldMkLst>
      </pc:sldChg>
      <pc:sldChg chg="add ord">
        <pc:chgData name="Lalwani, Sunil" userId="95b0a425-4eed-4b84-a7cf-34664c131309" providerId="ADAL" clId="{CC5F0CBF-77A6-4739-8FF3-8FB7DAFF4AC8}" dt="2025-12-17T08:49:55.324" v="579"/>
        <pc:sldMkLst>
          <pc:docMk/>
          <pc:sldMk cId="3918351461" sldId="392"/>
        </pc:sldMkLst>
      </pc:sldChg>
      <pc:sldChg chg="add">
        <pc:chgData name="Lalwani, Sunil" userId="95b0a425-4eed-4b84-a7cf-34664c131309" providerId="ADAL" clId="{CC5F0CBF-77A6-4739-8FF3-8FB7DAFF4AC8}" dt="2025-12-17T08:49:55.914" v="580"/>
        <pc:sldMkLst>
          <pc:docMk/>
          <pc:sldMk cId="3347699169" sldId="393"/>
        </pc:sldMkLst>
      </pc:sldChg>
      <pc:sldChg chg="add ord">
        <pc:chgData name="Lalwani, Sunil" userId="95b0a425-4eed-4b84-a7cf-34664c131309" providerId="ADAL" clId="{CC5F0CBF-77A6-4739-8FF3-8FB7DAFF4AC8}" dt="2025-12-17T08:49:56.501" v="583"/>
        <pc:sldMkLst>
          <pc:docMk/>
          <pc:sldMk cId="988578132" sldId="394"/>
        </pc:sldMkLst>
      </pc:sldChg>
      <pc:sldChg chg="add del">
        <pc:chgData name="Lalwani, Sunil" userId="95b0a425-4eed-4b84-a7cf-34664c131309" providerId="ADAL" clId="{CC5F0CBF-77A6-4739-8FF3-8FB7DAFF4AC8}" dt="2025-12-17T08:50:15.844" v="597" actId="2696"/>
        <pc:sldMkLst>
          <pc:docMk/>
          <pc:sldMk cId="1971428449" sldId="395"/>
        </pc:sldMkLst>
      </pc:sldChg>
      <pc:sldChg chg="add ord">
        <pc:chgData name="Lalwani, Sunil" userId="95b0a425-4eed-4b84-a7cf-34664c131309" providerId="ADAL" clId="{CC5F0CBF-77A6-4739-8FF3-8FB7DAFF4AC8}" dt="2025-12-17T08:50:14.139" v="592"/>
        <pc:sldMkLst>
          <pc:docMk/>
          <pc:sldMk cId="198806660" sldId="396"/>
        </pc:sldMkLst>
      </pc:sldChg>
      <pc:sldChg chg="add">
        <pc:chgData name="Lalwani, Sunil" userId="95b0a425-4eed-4b84-a7cf-34664c131309" providerId="ADAL" clId="{CC5F0CBF-77A6-4739-8FF3-8FB7DAFF4AC8}" dt="2025-12-17T08:50:14.782" v="593"/>
        <pc:sldMkLst>
          <pc:docMk/>
          <pc:sldMk cId="4223088375" sldId="397"/>
        </pc:sldMkLst>
      </pc:sldChg>
      <pc:sldChg chg="add ord">
        <pc:chgData name="Lalwani, Sunil" userId="95b0a425-4eed-4b84-a7cf-34664c131309" providerId="ADAL" clId="{CC5F0CBF-77A6-4739-8FF3-8FB7DAFF4AC8}" dt="2025-12-17T08:50:15.406" v="596"/>
        <pc:sldMkLst>
          <pc:docMk/>
          <pc:sldMk cId="1702053053" sldId="398"/>
        </pc:sldMkLst>
      </pc:sldChg>
      <pc:sldChg chg="add del">
        <pc:chgData name="Lalwani, Sunil" userId="95b0a425-4eed-4b84-a7cf-34664c131309" providerId="ADAL" clId="{CC5F0CBF-77A6-4739-8FF3-8FB7DAFF4AC8}" dt="2025-12-17T08:50:34.348" v="610" actId="2696"/>
        <pc:sldMkLst>
          <pc:docMk/>
          <pc:sldMk cId="3318617524" sldId="399"/>
        </pc:sldMkLst>
      </pc:sldChg>
      <pc:sldChg chg="add ord">
        <pc:chgData name="Lalwani, Sunil" userId="95b0a425-4eed-4b84-a7cf-34664c131309" providerId="ADAL" clId="{CC5F0CBF-77A6-4739-8FF3-8FB7DAFF4AC8}" dt="2025-12-17T08:50:32.674" v="605"/>
        <pc:sldMkLst>
          <pc:docMk/>
          <pc:sldMk cId="1012359607" sldId="400"/>
        </pc:sldMkLst>
      </pc:sldChg>
      <pc:sldChg chg="add">
        <pc:chgData name="Lalwani, Sunil" userId="95b0a425-4eed-4b84-a7cf-34664c131309" providerId="ADAL" clId="{CC5F0CBF-77A6-4739-8FF3-8FB7DAFF4AC8}" dt="2025-12-17T08:50:33.330" v="606"/>
        <pc:sldMkLst>
          <pc:docMk/>
          <pc:sldMk cId="3104117931" sldId="401"/>
        </pc:sldMkLst>
      </pc:sldChg>
      <pc:sldChg chg="add ord">
        <pc:chgData name="Lalwani, Sunil" userId="95b0a425-4eed-4b84-a7cf-34664c131309" providerId="ADAL" clId="{CC5F0CBF-77A6-4739-8FF3-8FB7DAFF4AC8}" dt="2025-12-17T08:50:33.911" v="609"/>
        <pc:sldMkLst>
          <pc:docMk/>
          <pc:sldMk cId="195414755" sldId="402"/>
        </pc:sldMkLst>
      </pc:sldChg>
      <pc:sldChg chg="add del">
        <pc:chgData name="Lalwani, Sunil" userId="95b0a425-4eed-4b84-a7cf-34664c131309" providerId="ADAL" clId="{CC5F0CBF-77A6-4739-8FF3-8FB7DAFF4AC8}" dt="2025-12-17T08:50:52.121" v="625" actId="2696"/>
        <pc:sldMkLst>
          <pc:docMk/>
          <pc:sldMk cId="3953551749" sldId="403"/>
        </pc:sldMkLst>
      </pc:sldChg>
      <pc:sldChg chg="add ord">
        <pc:chgData name="Lalwani, Sunil" userId="95b0a425-4eed-4b84-a7cf-34664c131309" providerId="ADAL" clId="{CC5F0CBF-77A6-4739-8FF3-8FB7DAFF4AC8}" dt="2025-12-17T08:50:50.458" v="620"/>
        <pc:sldMkLst>
          <pc:docMk/>
          <pc:sldMk cId="2143049648" sldId="404"/>
        </pc:sldMkLst>
      </pc:sldChg>
      <pc:sldChg chg="add">
        <pc:chgData name="Lalwani, Sunil" userId="95b0a425-4eed-4b84-a7cf-34664c131309" providerId="ADAL" clId="{CC5F0CBF-77A6-4739-8FF3-8FB7DAFF4AC8}" dt="2025-12-17T08:50:51.091" v="621"/>
        <pc:sldMkLst>
          <pc:docMk/>
          <pc:sldMk cId="4024180447" sldId="405"/>
        </pc:sldMkLst>
      </pc:sldChg>
      <pc:sldChg chg="add ord">
        <pc:chgData name="Lalwani, Sunil" userId="95b0a425-4eed-4b84-a7cf-34664c131309" providerId="ADAL" clId="{CC5F0CBF-77A6-4739-8FF3-8FB7DAFF4AC8}" dt="2025-12-17T08:50:51.686" v="624"/>
        <pc:sldMkLst>
          <pc:docMk/>
          <pc:sldMk cId="1550440756" sldId="406"/>
        </pc:sldMkLst>
      </pc:sldChg>
      <pc:sldChg chg="add del">
        <pc:chgData name="Lalwani, Sunil" userId="95b0a425-4eed-4b84-a7cf-34664c131309" providerId="ADAL" clId="{CC5F0CBF-77A6-4739-8FF3-8FB7DAFF4AC8}" dt="2025-12-17T08:51:11.639" v="647" actId="2696"/>
        <pc:sldMkLst>
          <pc:docMk/>
          <pc:sldMk cId="1018236372" sldId="407"/>
        </pc:sldMkLst>
      </pc:sldChg>
      <pc:sldChg chg="add ord">
        <pc:chgData name="Lalwani, Sunil" userId="95b0a425-4eed-4b84-a7cf-34664c131309" providerId="ADAL" clId="{CC5F0CBF-77A6-4739-8FF3-8FB7DAFF4AC8}" dt="2025-12-17T08:51:10.085" v="642"/>
        <pc:sldMkLst>
          <pc:docMk/>
          <pc:sldMk cId="104657465" sldId="408"/>
        </pc:sldMkLst>
      </pc:sldChg>
      <pc:sldChg chg="add">
        <pc:chgData name="Lalwani, Sunil" userId="95b0a425-4eed-4b84-a7cf-34664c131309" providerId="ADAL" clId="{CC5F0CBF-77A6-4739-8FF3-8FB7DAFF4AC8}" dt="2025-12-17T08:51:10.680" v="643"/>
        <pc:sldMkLst>
          <pc:docMk/>
          <pc:sldMk cId="4211650454" sldId="409"/>
        </pc:sldMkLst>
      </pc:sldChg>
      <pc:sldChg chg="add ord">
        <pc:chgData name="Lalwani, Sunil" userId="95b0a425-4eed-4b84-a7cf-34664c131309" providerId="ADAL" clId="{CC5F0CBF-77A6-4739-8FF3-8FB7DAFF4AC8}" dt="2025-12-17T08:51:11.208" v="646"/>
        <pc:sldMkLst>
          <pc:docMk/>
          <pc:sldMk cId="2715397258" sldId="410"/>
        </pc:sldMkLst>
      </pc:sldChg>
      <pc:sldChg chg="add del">
        <pc:chgData name="Lalwani, Sunil" userId="95b0a425-4eed-4b84-a7cf-34664c131309" providerId="ADAL" clId="{CC5F0CBF-77A6-4739-8FF3-8FB7DAFF4AC8}" dt="2025-12-17T08:51:28.571" v="660" actId="2696"/>
        <pc:sldMkLst>
          <pc:docMk/>
          <pc:sldMk cId="456481621" sldId="411"/>
        </pc:sldMkLst>
      </pc:sldChg>
      <pc:sldChg chg="add ord">
        <pc:chgData name="Lalwani, Sunil" userId="95b0a425-4eed-4b84-a7cf-34664c131309" providerId="ADAL" clId="{CC5F0CBF-77A6-4739-8FF3-8FB7DAFF4AC8}" dt="2025-12-17T08:51:26.981" v="655"/>
        <pc:sldMkLst>
          <pc:docMk/>
          <pc:sldMk cId="2052614914" sldId="412"/>
        </pc:sldMkLst>
      </pc:sldChg>
      <pc:sldChg chg="add">
        <pc:chgData name="Lalwani, Sunil" userId="95b0a425-4eed-4b84-a7cf-34664c131309" providerId="ADAL" clId="{CC5F0CBF-77A6-4739-8FF3-8FB7DAFF4AC8}" dt="2025-12-17T08:51:27.563" v="656"/>
        <pc:sldMkLst>
          <pc:docMk/>
          <pc:sldMk cId="1095015165" sldId="413"/>
        </pc:sldMkLst>
      </pc:sldChg>
      <pc:sldChg chg="add ord">
        <pc:chgData name="Lalwani, Sunil" userId="95b0a425-4eed-4b84-a7cf-34664c131309" providerId="ADAL" clId="{CC5F0CBF-77A6-4739-8FF3-8FB7DAFF4AC8}" dt="2025-12-17T08:51:28.130" v="659"/>
        <pc:sldMkLst>
          <pc:docMk/>
          <pc:sldMk cId="19279202" sldId="414"/>
        </pc:sldMkLst>
      </pc:sldChg>
      <pc:sldChg chg="add del">
        <pc:chgData name="Lalwani, Sunil" userId="95b0a425-4eed-4b84-a7cf-34664c131309" providerId="ADAL" clId="{CC5F0CBF-77A6-4739-8FF3-8FB7DAFF4AC8}" dt="2025-12-17T08:51:47.496" v="673" actId="2696"/>
        <pc:sldMkLst>
          <pc:docMk/>
          <pc:sldMk cId="219224837" sldId="415"/>
        </pc:sldMkLst>
      </pc:sldChg>
      <pc:sldChg chg="add ord">
        <pc:chgData name="Lalwani, Sunil" userId="95b0a425-4eed-4b84-a7cf-34664c131309" providerId="ADAL" clId="{CC5F0CBF-77A6-4739-8FF3-8FB7DAFF4AC8}" dt="2025-12-17T08:51:45.716" v="668"/>
        <pc:sldMkLst>
          <pc:docMk/>
          <pc:sldMk cId="1295003989" sldId="416"/>
        </pc:sldMkLst>
      </pc:sldChg>
      <pc:sldChg chg="add">
        <pc:chgData name="Lalwani, Sunil" userId="95b0a425-4eed-4b84-a7cf-34664c131309" providerId="ADAL" clId="{CC5F0CBF-77A6-4739-8FF3-8FB7DAFF4AC8}" dt="2025-12-17T08:51:46.378" v="669"/>
        <pc:sldMkLst>
          <pc:docMk/>
          <pc:sldMk cId="3463558549" sldId="417"/>
        </pc:sldMkLst>
      </pc:sldChg>
      <pc:sldChg chg="add ord">
        <pc:chgData name="Lalwani, Sunil" userId="95b0a425-4eed-4b84-a7cf-34664c131309" providerId="ADAL" clId="{CC5F0CBF-77A6-4739-8FF3-8FB7DAFF4AC8}" dt="2025-12-17T08:51:47.015" v="672"/>
        <pc:sldMkLst>
          <pc:docMk/>
          <pc:sldMk cId="2145846542" sldId="418"/>
        </pc:sldMkLst>
      </pc:sldChg>
      <pc:sldChg chg="add del">
        <pc:chgData name="Lalwani, Sunil" userId="95b0a425-4eed-4b84-a7cf-34664c131309" providerId="ADAL" clId="{CC5F0CBF-77A6-4739-8FF3-8FB7DAFF4AC8}" dt="2025-12-17T08:52:05.942" v="686" actId="2696"/>
        <pc:sldMkLst>
          <pc:docMk/>
          <pc:sldMk cId="3580515815" sldId="419"/>
        </pc:sldMkLst>
      </pc:sldChg>
      <pc:sldChg chg="add ord">
        <pc:chgData name="Lalwani, Sunil" userId="95b0a425-4eed-4b84-a7cf-34664c131309" providerId="ADAL" clId="{CC5F0CBF-77A6-4739-8FF3-8FB7DAFF4AC8}" dt="2025-12-17T08:52:04.299" v="681"/>
        <pc:sldMkLst>
          <pc:docMk/>
          <pc:sldMk cId="2609992305" sldId="420"/>
        </pc:sldMkLst>
      </pc:sldChg>
      <pc:sldChg chg="add">
        <pc:chgData name="Lalwani, Sunil" userId="95b0a425-4eed-4b84-a7cf-34664c131309" providerId="ADAL" clId="{CC5F0CBF-77A6-4739-8FF3-8FB7DAFF4AC8}" dt="2025-12-17T08:52:04.895" v="682"/>
        <pc:sldMkLst>
          <pc:docMk/>
          <pc:sldMk cId="510688833" sldId="421"/>
        </pc:sldMkLst>
      </pc:sldChg>
      <pc:sldChg chg="add ord">
        <pc:chgData name="Lalwani, Sunil" userId="95b0a425-4eed-4b84-a7cf-34664c131309" providerId="ADAL" clId="{CC5F0CBF-77A6-4739-8FF3-8FB7DAFF4AC8}" dt="2025-12-17T08:52:05.498" v="685"/>
        <pc:sldMkLst>
          <pc:docMk/>
          <pc:sldMk cId="2788648517" sldId="422"/>
        </pc:sldMkLst>
      </pc:sldChg>
      <pc:sldChg chg="add del">
        <pc:chgData name="Lalwani, Sunil" userId="95b0a425-4eed-4b84-a7cf-34664c131309" providerId="ADAL" clId="{CC5F0CBF-77A6-4739-8FF3-8FB7DAFF4AC8}" dt="2025-12-17T08:52:28.071" v="707" actId="2696"/>
        <pc:sldMkLst>
          <pc:docMk/>
          <pc:sldMk cId="2224930409" sldId="423"/>
        </pc:sldMkLst>
      </pc:sldChg>
      <pc:sldChg chg="add ord">
        <pc:chgData name="Lalwani, Sunil" userId="95b0a425-4eed-4b84-a7cf-34664c131309" providerId="ADAL" clId="{CC5F0CBF-77A6-4739-8FF3-8FB7DAFF4AC8}" dt="2025-12-17T08:52:26.415" v="702"/>
        <pc:sldMkLst>
          <pc:docMk/>
          <pc:sldMk cId="1970529430" sldId="424"/>
        </pc:sldMkLst>
      </pc:sldChg>
      <pc:sldChg chg="add">
        <pc:chgData name="Lalwani, Sunil" userId="95b0a425-4eed-4b84-a7cf-34664c131309" providerId="ADAL" clId="{CC5F0CBF-77A6-4739-8FF3-8FB7DAFF4AC8}" dt="2025-12-17T08:52:27.046" v="703"/>
        <pc:sldMkLst>
          <pc:docMk/>
          <pc:sldMk cId="860387219" sldId="425"/>
        </pc:sldMkLst>
      </pc:sldChg>
      <pc:sldChg chg="add ord">
        <pc:chgData name="Lalwani, Sunil" userId="95b0a425-4eed-4b84-a7cf-34664c131309" providerId="ADAL" clId="{CC5F0CBF-77A6-4739-8FF3-8FB7DAFF4AC8}" dt="2025-12-17T08:52:27.607" v="706"/>
        <pc:sldMkLst>
          <pc:docMk/>
          <pc:sldMk cId="3560743616" sldId="426"/>
        </pc:sldMkLst>
      </pc:sldChg>
      <pc:sldChg chg="add del">
        <pc:chgData name="Lalwani, Sunil" userId="95b0a425-4eed-4b84-a7cf-34664c131309" providerId="ADAL" clId="{CC5F0CBF-77A6-4739-8FF3-8FB7DAFF4AC8}" dt="2025-12-17T08:52:47.578" v="720" actId="2696"/>
        <pc:sldMkLst>
          <pc:docMk/>
          <pc:sldMk cId="4186753117" sldId="427"/>
        </pc:sldMkLst>
      </pc:sldChg>
      <pc:sldChg chg="add ord">
        <pc:chgData name="Lalwani, Sunil" userId="95b0a425-4eed-4b84-a7cf-34664c131309" providerId="ADAL" clId="{CC5F0CBF-77A6-4739-8FF3-8FB7DAFF4AC8}" dt="2025-12-17T08:52:45.950" v="715"/>
        <pc:sldMkLst>
          <pc:docMk/>
          <pc:sldMk cId="2021807993" sldId="428"/>
        </pc:sldMkLst>
      </pc:sldChg>
      <pc:sldChg chg="add">
        <pc:chgData name="Lalwani, Sunil" userId="95b0a425-4eed-4b84-a7cf-34664c131309" providerId="ADAL" clId="{CC5F0CBF-77A6-4739-8FF3-8FB7DAFF4AC8}" dt="2025-12-17T08:52:46.561" v="716"/>
        <pc:sldMkLst>
          <pc:docMk/>
          <pc:sldMk cId="502000998" sldId="429"/>
        </pc:sldMkLst>
      </pc:sldChg>
      <pc:sldChg chg="add ord">
        <pc:chgData name="Lalwani, Sunil" userId="95b0a425-4eed-4b84-a7cf-34664c131309" providerId="ADAL" clId="{CC5F0CBF-77A6-4739-8FF3-8FB7DAFF4AC8}" dt="2025-12-17T08:52:47.125" v="719"/>
        <pc:sldMkLst>
          <pc:docMk/>
          <pc:sldMk cId="2978553098" sldId="430"/>
        </pc:sldMkLst>
      </pc:sldChg>
      <pc:sldChg chg="add del">
        <pc:chgData name="Lalwani, Sunil" userId="95b0a425-4eed-4b84-a7cf-34664c131309" providerId="ADAL" clId="{CC5F0CBF-77A6-4739-8FF3-8FB7DAFF4AC8}" dt="2025-12-17T08:53:05.637" v="733" actId="2696"/>
        <pc:sldMkLst>
          <pc:docMk/>
          <pc:sldMk cId="2436819254" sldId="431"/>
        </pc:sldMkLst>
      </pc:sldChg>
      <pc:sldChg chg="add ord">
        <pc:chgData name="Lalwani, Sunil" userId="95b0a425-4eed-4b84-a7cf-34664c131309" providerId="ADAL" clId="{CC5F0CBF-77A6-4739-8FF3-8FB7DAFF4AC8}" dt="2025-12-17T08:53:03.801" v="728"/>
        <pc:sldMkLst>
          <pc:docMk/>
          <pc:sldMk cId="996142512" sldId="432"/>
        </pc:sldMkLst>
      </pc:sldChg>
      <pc:sldChg chg="add">
        <pc:chgData name="Lalwani, Sunil" userId="95b0a425-4eed-4b84-a7cf-34664c131309" providerId="ADAL" clId="{CC5F0CBF-77A6-4739-8FF3-8FB7DAFF4AC8}" dt="2025-12-17T08:53:04.524" v="729"/>
        <pc:sldMkLst>
          <pc:docMk/>
          <pc:sldMk cId="569934558" sldId="433"/>
        </pc:sldMkLst>
      </pc:sldChg>
      <pc:sldChg chg="add ord">
        <pc:chgData name="Lalwani, Sunil" userId="95b0a425-4eed-4b84-a7cf-34664c131309" providerId="ADAL" clId="{CC5F0CBF-77A6-4739-8FF3-8FB7DAFF4AC8}" dt="2025-12-17T08:53:05.197" v="732"/>
        <pc:sldMkLst>
          <pc:docMk/>
          <pc:sldMk cId="1206758898" sldId="434"/>
        </pc:sldMkLst>
      </pc:sldChg>
      <pc:sldChg chg="add del">
        <pc:chgData name="Lalwani, Sunil" userId="95b0a425-4eed-4b84-a7cf-34664c131309" providerId="ADAL" clId="{CC5F0CBF-77A6-4739-8FF3-8FB7DAFF4AC8}" dt="2025-12-17T08:53:25.446" v="746" actId="2696"/>
        <pc:sldMkLst>
          <pc:docMk/>
          <pc:sldMk cId="826835241" sldId="435"/>
        </pc:sldMkLst>
      </pc:sldChg>
      <pc:sldChg chg="add ord">
        <pc:chgData name="Lalwani, Sunil" userId="95b0a425-4eed-4b84-a7cf-34664c131309" providerId="ADAL" clId="{CC5F0CBF-77A6-4739-8FF3-8FB7DAFF4AC8}" dt="2025-12-17T08:53:23.731" v="741"/>
        <pc:sldMkLst>
          <pc:docMk/>
          <pc:sldMk cId="1195715922" sldId="436"/>
        </pc:sldMkLst>
      </pc:sldChg>
      <pc:sldChg chg="add">
        <pc:chgData name="Lalwani, Sunil" userId="95b0a425-4eed-4b84-a7cf-34664c131309" providerId="ADAL" clId="{CC5F0CBF-77A6-4739-8FF3-8FB7DAFF4AC8}" dt="2025-12-17T08:53:24.379" v="742"/>
        <pc:sldMkLst>
          <pc:docMk/>
          <pc:sldMk cId="603464857" sldId="437"/>
        </pc:sldMkLst>
      </pc:sldChg>
      <pc:sldChg chg="add ord">
        <pc:chgData name="Lalwani, Sunil" userId="95b0a425-4eed-4b84-a7cf-34664c131309" providerId="ADAL" clId="{CC5F0CBF-77A6-4739-8FF3-8FB7DAFF4AC8}" dt="2025-12-17T08:53:24.987" v="745"/>
        <pc:sldMkLst>
          <pc:docMk/>
          <pc:sldMk cId="2972580581" sldId="438"/>
        </pc:sldMkLst>
      </pc:sldChg>
      <pc:sldChg chg="add del">
        <pc:chgData name="Lalwani, Sunil" userId="95b0a425-4eed-4b84-a7cf-34664c131309" providerId="ADAL" clId="{CC5F0CBF-77A6-4739-8FF3-8FB7DAFF4AC8}" dt="2025-12-17T08:53:45.968" v="767" actId="2696"/>
        <pc:sldMkLst>
          <pc:docMk/>
          <pc:sldMk cId="1161818628" sldId="439"/>
        </pc:sldMkLst>
      </pc:sldChg>
      <pc:sldChg chg="add ord">
        <pc:chgData name="Lalwani, Sunil" userId="95b0a425-4eed-4b84-a7cf-34664c131309" providerId="ADAL" clId="{CC5F0CBF-77A6-4739-8FF3-8FB7DAFF4AC8}" dt="2025-12-17T08:53:44.328" v="762"/>
        <pc:sldMkLst>
          <pc:docMk/>
          <pc:sldMk cId="2347854767" sldId="440"/>
        </pc:sldMkLst>
      </pc:sldChg>
      <pc:sldChg chg="add">
        <pc:chgData name="Lalwani, Sunil" userId="95b0a425-4eed-4b84-a7cf-34664c131309" providerId="ADAL" clId="{CC5F0CBF-77A6-4739-8FF3-8FB7DAFF4AC8}" dt="2025-12-17T08:53:44.961" v="763"/>
        <pc:sldMkLst>
          <pc:docMk/>
          <pc:sldMk cId="808621269" sldId="441"/>
        </pc:sldMkLst>
      </pc:sldChg>
      <pc:sldChg chg="add ord">
        <pc:chgData name="Lalwani, Sunil" userId="95b0a425-4eed-4b84-a7cf-34664c131309" providerId="ADAL" clId="{CC5F0CBF-77A6-4739-8FF3-8FB7DAFF4AC8}" dt="2025-12-17T08:53:45.505" v="766"/>
        <pc:sldMkLst>
          <pc:docMk/>
          <pc:sldMk cId="2502658975" sldId="442"/>
        </pc:sldMkLst>
      </pc:sldChg>
      <pc:sldChg chg="add del">
        <pc:chgData name="Lalwani, Sunil" userId="95b0a425-4eed-4b84-a7cf-34664c131309" providerId="ADAL" clId="{CC5F0CBF-77A6-4739-8FF3-8FB7DAFF4AC8}" dt="2025-12-17T08:54:04.864" v="780" actId="2696"/>
        <pc:sldMkLst>
          <pc:docMk/>
          <pc:sldMk cId="1697882484" sldId="443"/>
        </pc:sldMkLst>
      </pc:sldChg>
      <pc:sldChg chg="add ord">
        <pc:chgData name="Lalwani, Sunil" userId="95b0a425-4eed-4b84-a7cf-34664c131309" providerId="ADAL" clId="{CC5F0CBF-77A6-4739-8FF3-8FB7DAFF4AC8}" dt="2025-12-17T08:54:03.262" v="775"/>
        <pc:sldMkLst>
          <pc:docMk/>
          <pc:sldMk cId="3669880510" sldId="444"/>
        </pc:sldMkLst>
      </pc:sldChg>
      <pc:sldChg chg="add">
        <pc:chgData name="Lalwani, Sunil" userId="95b0a425-4eed-4b84-a7cf-34664c131309" providerId="ADAL" clId="{CC5F0CBF-77A6-4739-8FF3-8FB7DAFF4AC8}" dt="2025-12-17T08:54:03.870" v="776"/>
        <pc:sldMkLst>
          <pc:docMk/>
          <pc:sldMk cId="3312117073" sldId="445"/>
        </pc:sldMkLst>
      </pc:sldChg>
      <pc:sldChg chg="add ord">
        <pc:chgData name="Lalwani, Sunil" userId="95b0a425-4eed-4b84-a7cf-34664c131309" providerId="ADAL" clId="{CC5F0CBF-77A6-4739-8FF3-8FB7DAFF4AC8}" dt="2025-12-17T08:54:04.406" v="779"/>
        <pc:sldMkLst>
          <pc:docMk/>
          <pc:sldMk cId="3536237836" sldId="446"/>
        </pc:sldMkLst>
      </pc:sldChg>
      <pc:sldChg chg="add del">
        <pc:chgData name="Lalwani, Sunil" userId="95b0a425-4eed-4b84-a7cf-34664c131309" providerId="ADAL" clId="{CC5F0CBF-77A6-4739-8FF3-8FB7DAFF4AC8}" dt="2025-12-17T08:54:24.803" v="793" actId="2696"/>
        <pc:sldMkLst>
          <pc:docMk/>
          <pc:sldMk cId="4290236480" sldId="447"/>
        </pc:sldMkLst>
      </pc:sldChg>
      <pc:sldChg chg="add ord">
        <pc:chgData name="Lalwani, Sunil" userId="95b0a425-4eed-4b84-a7cf-34664c131309" providerId="ADAL" clId="{CC5F0CBF-77A6-4739-8FF3-8FB7DAFF4AC8}" dt="2025-12-17T08:54:23.199" v="788"/>
        <pc:sldMkLst>
          <pc:docMk/>
          <pc:sldMk cId="4089118025" sldId="448"/>
        </pc:sldMkLst>
      </pc:sldChg>
      <pc:sldChg chg="add">
        <pc:chgData name="Lalwani, Sunil" userId="95b0a425-4eed-4b84-a7cf-34664c131309" providerId="ADAL" clId="{CC5F0CBF-77A6-4739-8FF3-8FB7DAFF4AC8}" dt="2025-12-17T08:54:23.800" v="789"/>
        <pc:sldMkLst>
          <pc:docMk/>
          <pc:sldMk cId="2947447972" sldId="449"/>
        </pc:sldMkLst>
      </pc:sldChg>
      <pc:sldChg chg="add ord">
        <pc:chgData name="Lalwani, Sunil" userId="95b0a425-4eed-4b84-a7cf-34664c131309" providerId="ADAL" clId="{CC5F0CBF-77A6-4739-8FF3-8FB7DAFF4AC8}" dt="2025-12-17T08:54:24.335" v="792"/>
        <pc:sldMkLst>
          <pc:docMk/>
          <pc:sldMk cId="2190867742" sldId="450"/>
        </pc:sldMkLst>
      </pc:sldChg>
      <pc:sldChg chg="add del">
        <pc:chgData name="Lalwani, Sunil" userId="95b0a425-4eed-4b84-a7cf-34664c131309" providerId="ADAL" clId="{CC5F0CBF-77A6-4739-8FF3-8FB7DAFF4AC8}" dt="2025-12-17T08:54:45.395" v="806" actId="2696"/>
        <pc:sldMkLst>
          <pc:docMk/>
          <pc:sldMk cId="3883193342" sldId="451"/>
        </pc:sldMkLst>
      </pc:sldChg>
      <pc:sldChg chg="add ord">
        <pc:chgData name="Lalwani, Sunil" userId="95b0a425-4eed-4b84-a7cf-34664c131309" providerId="ADAL" clId="{CC5F0CBF-77A6-4739-8FF3-8FB7DAFF4AC8}" dt="2025-12-17T08:54:43.748" v="801"/>
        <pc:sldMkLst>
          <pc:docMk/>
          <pc:sldMk cId="2532849197" sldId="452"/>
        </pc:sldMkLst>
      </pc:sldChg>
      <pc:sldChg chg="add">
        <pc:chgData name="Lalwani, Sunil" userId="95b0a425-4eed-4b84-a7cf-34664c131309" providerId="ADAL" clId="{CC5F0CBF-77A6-4739-8FF3-8FB7DAFF4AC8}" dt="2025-12-17T08:54:44.344" v="802"/>
        <pc:sldMkLst>
          <pc:docMk/>
          <pc:sldMk cId="1382197751" sldId="453"/>
        </pc:sldMkLst>
      </pc:sldChg>
      <pc:sldChg chg="add ord">
        <pc:chgData name="Lalwani, Sunil" userId="95b0a425-4eed-4b84-a7cf-34664c131309" providerId="ADAL" clId="{CC5F0CBF-77A6-4739-8FF3-8FB7DAFF4AC8}" dt="2025-12-17T08:54:44.916" v="805"/>
        <pc:sldMkLst>
          <pc:docMk/>
          <pc:sldMk cId="1144906935" sldId="454"/>
        </pc:sldMkLst>
      </pc:sldChg>
      <pc:sldChg chg="add">
        <pc:chgData name="Lalwani, Sunil" userId="95b0a425-4eed-4b84-a7cf-34664c131309" providerId="ADAL" clId="{CC5F0CBF-77A6-4739-8FF3-8FB7DAFF4AC8}" dt="2025-12-17T08:54:46.875" v="808"/>
        <pc:sldMkLst>
          <pc:docMk/>
          <pc:sldMk cId="128994902" sldId="4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89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73889752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173342250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0717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568" y="430173"/>
            <a:ext cx="7554754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Digital Transformation in Supply Chains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568" y="1310164"/>
            <a:ext cx="250078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Digital Revolution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7568" y="1759863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IoT, Cloud computing, and Big Data analytics are fundamentally reshaping supply chain visibility, responsiveness, and agility across industries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32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9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920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4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039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38102A-B034-1B8F-B05C-6F1827BFCE98}"/>
              </a:ext>
            </a:extLst>
          </p:cNvPr>
          <p:cNvGrpSpPr/>
          <p:nvPr/>
        </p:nvGrpSpPr>
        <p:grpSpPr>
          <a:xfrm>
            <a:off x="547568" y="430172"/>
            <a:ext cx="6576774" cy="1830230"/>
            <a:chOff x="547568" y="430172"/>
            <a:chExt cx="6576774" cy="1830230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DBC9D8-01E2-77CA-7FA0-3FB0939DC77C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1371600"/>
            </a:xfrm>
            <a:grpFill/>
          </p:grpSpPr>
          <p:sp>
            <p:nvSpPr>
              <p:cNvPr id="5" name="Text 0">
                <a:extLst>
                  <a:ext uri="{FF2B5EF4-FFF2-40B4-BE49-F238E27FC236}">
                    <a16:creationId xmlns:a16="http://schemas.microsoft.com/office/drawing/2014/main" id="{4951FB32-40AC-5511-C750-A19F1EF1086F}"/>
                  </a:ext>
                </a:extLst>
              </p:cNvPr>
              <p:cNvSpPr/>
              <p:nvPr/>
            </p:nvSpPr>
            <p:spPr>
              <a:xfrm>
                <a:off x="547568" y="430172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8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Digital Transformation in Supply Chains</a:t>
                </a:r>
                <a:endParaRPr lang="en-US" sz="30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6899E2FC-39CC-5BED-9D0C-A02A3BA01875}"/>
                  </a:ext>
                </a:extLst>
              </p:cNvPr>
              <p:cNvSpPr/>
              <p:nvPr/>
            </p:nvSpPr>
            <p:spPr>
              <a:xfrm>
                <a:off x="547568" y="1310164"/>
                <a:ext cx="2500789" cy="2932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Digital Revolution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>
              <a:extLst>
                <a:ext uri="{FF2B5EF4-FFF2-40B4-BE49-F238E27FC236}">
                  <a16:creationId xmlns:a16="http://schemas.microsoft.com/office/drawing/2014/main" id="{81EF88EC-87CB-E2AF-1755-B4CD80CA5A11}"/>
                </a:ext>
              </a:extLst>
            </p:cNvPr>
            <p:cNvSpPr/>
            <p:nvPr/>
          </p:nvSpPr>
          <p:spPr>
            <a:xfrm>
              <a:off x="547568" y="1759863"/>
              <a:ext cx="6576774" cy="5005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IoT, Cloud computing, and Big Data analytics are fundamentally reshaping supply chain visibility, responsiveness, and agility across industries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821451-B2F5-492F-7521-9D42724DC225}"/>
              </a:ext>
            </a:extLst>
          </p:cNvPr>
          <p:cNvGrpSpPr/>
          <p:nvPr/>
        </p:nvGrpSpPr>
        <p:grpSpPr>
          <a:xfrm>
            <a:off x="547568" y="430172"/>
            <a:ext cx="6576774" cy="2221230"/>
            <a:chOff x="547568" y="430172"/>
            <a:chExt cx="6576774" cy="2221230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2EF99BD-55F2-A55A-6E1F-A80C6954365C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1830230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A6C196F-4473-F188-0E93-494643F9C982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4572000" cy="1371600"/>
              </a:xfrm>
              <a:grpFill/>
            </p:grpSpPr>
            <p:sp>
              <p:nvSpPr>
                <p:cNvPr id="12" name="Text 0">
                  <a:extLst>
                    <a:ext uri="{FF2B5EF4-FFF2-40B4-BE49-F238E27FC236}">
                      <a16:creationId xmlns:a16="http://schemas.microsoft.com/office/drawing/2014/main" id="{C7BC3DB0-4328-FBD6-A403-63F30E4E8A3B}"/>
                    </a:ext>
                  </a:extLst>
                </p:cNvPr>
                <p:cNvSpPr/>
                <p:nvPr/>
              </p:nvSpPr>
              <p:spPr>
                <a:xfrm>
                  <a:off x="547568" y="430172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8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Digital Transformation in Supply Chains</a:t>
                  </a:r>
                  <a:endParaRPr lang="en-US" sz="30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Text 1">
                  <a:extLst>
                    <a:ext uri="{FF2B5EF4-FFF2-40B4-BE49-F238E27FC236}">
                      <a16:creationId xmlns:a16="http://schemas.microsoft.com/office/drawing/2014/main" id="{64DC33E1-C999-0747-CDE7-F047C7DC3B1E}"/>
                    </a:ext>
                  </a:extLst>
                </p:cNvPr>
                <p:cNvSpPr/>
                <p:nvPr/>
              </p:nvSpPr>
              <p:spPr>
                <a:xfrm>
                  <a:off x="547568" y="1310164"/>
                  <a:ext cx="2500789" cy="2932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300"/>
                    </a:lnSpc>
                    <a:buNone/>
                  </a:pPr>
                  <a:r>
                    <a:rPr lang="en-US" sz="18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Digital Revolution</a:t>
                  </a:r>
                  <a:endParaRPr lang="en-US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2" descr="Decorative – no critical information">
                <a:extLst>
                  <a:ext uri="{FF2B5EF4-FFF2-40B4-BE49-F238E27FC236}">
                    <a16:creationId xmlns:a16="http://schemas.microsoft.com/office/drawing/2014/main" id="{AA6BBAF9-DF4C-9736-D3A2-85528B5273F0}"/>
                  </a:ext>
                </a:extLst>
              </p:cNvPr>
              <p:cNvSpPr/>
              <p:nvPr/>
            </p:nvSpPr>
            <p:spPr>
              <a:xfrm>
                <a:off x="547568" y="1759863"/>
                <a:ext cx="6576774" cy="5005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IoT, Cloud computing, and Big Data analytics are fundamentally reshaping supply chain visibility, responsiveness, and agility across industries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Text 3" descr="Decorative – no critical information">
              <a:extLst>
                <a:ext uri="{FF2B5EF4-FFF2-40B4-BE49-F238E27FC236}">
                  <a16:creationId xmlns:a16="http://schemas.microsoft.com/office/drawing/2014/main" id="{74571182-9C48-1A0B-9D47-B97D5AC87A25}"/>
                </a:ext>
              </a:extLst>
            </p:cNvPr>
            <p:cNvSpPr/>
            <p:nvPr/>
          </p:nvSpPr>
          <p:spPr>
            <a:xfrm>
              <a:off x="547568" y="240113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Real-time tracking and monitoring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E5BE9C-B246-65A5-E0AF-321A20E94E0B}"/>
              </a:ext>
            </a:extLst>
          </p:cNvPr>
          <p:cNvGrpSpPr/>
          <p:nvPr/>
        </p:nvGrpSpPr>
        <p:grpSpPr>
          <a:xfrm>
            <a:off x="547568" y="430172"/>
            <a:ext cx="6576774" cy="2526150"/>
            <a:chOff x="547568" y="430172"/>
            <a:chExt cx="6576774" cy="2526150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15AED8-7933-F4F6-C2E9-B9FCDBACC818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221230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B5304A2-F5F4-FE65-327E-0EF238FE245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1830230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4DF202A-34AA-A5B3-251A-EC971A3D2184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4572000" cy="1371600"/>
                </a:xfrm>
                <a:grpFill/>
              </p:grpSpPr>
              <p:sp>
                <p:nvSpPr>
                  <p:cNvPr id="21" name="Text 0">
                    <a:extLst>
                      <a:ext uri="{FF2B5EF4-FFF2-40B4-BE49-F238E27FC236}">
                        <a16:creationId xmlns:a16="http://schemas.microsoft.com/office/drawing/2014/main" id="{AAA7F5E2-2791-D639-EB46-49E55AE7A6F6}"/>
                      </a:ext>
                    </a:extLst>
                  </p:cNvPr>
                  <p:cNvSpPr/>
                  <p:nvPr/>
                </p:nvSpPr>
                <p:spPr>
                  <a:xfrm>
                    <a:off x="547568" y="430172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8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Digital Transformation in Supply Chains</a:t>
                    </a:r>
                    <a:endParaRPr lang="en-US" sz="30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2" name="Text 1">
                    <a:extLst>
                      <a:ext uri="{FF2B5EF4-FFF2-40B4-BE49-F238E27FC236}">
                        <a16:creationId xmlns:a16="http://schemas.microsoft.com/office/drawing/2014/main" id="{6C4EDCCC-09C2-7259-72D8-790DADE2F05F}"/>
                      </a:ext>
                    </a:extLst>
                  </p:cNvPr>
                  <p:cNvSpPr/>
                  <p:nvPr/>
                </p:nvSpPr>
                <p:spPr>
                  <a:xfrm>
                    <a:off x="547568" y="1310164"/>
                    <a:ext cx="2500789" cy="2932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300"/>
                      </a:lnSpc>
                      <a:buNone/>
                    </a:pPr>
                    <a:r>
                      <a:rPr lang="en-US" sz="18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Digital Revolution</a:t>
                    </a:r>
                    <a:endParaRPr lang="en-US" sz="18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Text 2" descr="Decorative – no critical information">
                  <a:extLst>
                    <a:ext uri="{FF2B5EF4-FFF2-40B4-BE49-F238E27FC236}">
                      <a16:creationId xmlns:a16="http://schemas.microsoft.com/office/drawing/2014/main" id="{32243D74-F235-B9C3-66DF-8AB65758BF41}"/>
                    </a:ext>
                  </a:extLst>
                </p:cNvPr>
                <p:cNvSpPr/>
                <p:nvPr/>
              </p:nvSpPr>
              <p:spPr>
                <a:xfrm>
                  <a:off x="547568" y="1759863"/>
                  <a:ext cx="6576774" cy="5005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950"/>
                    </a:lnSpc>
                    <a:buNone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IoT, Cloud computing, and Big Data analytics are fundamentally reshaping supply chain visibility, responsiveness, and agility across industries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8" name="Text 3" descr="Decorative – no critical information">
                <a:extLst>
                  <a:ext uri="{FF2B5EF4-FFF2-40B4-BE49-F238E27FC236}">
                    <a16:creationId xmlns:a16="http://schemas.microsoft.com/office/drawing/2014/main" id="{1227F1B3-B134-59AC-DBB1-01E7ECB3556E}"/>
                  </a:ext>
                </a:extLst>
              </p:cNvPr>
              <p:cNvSpPr/>
              <p:nvPr/>
            </p:nvSpPr>
            <p:spPr>
              <a:xfrm>
                <a:off x="547568" y="240113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Real-time tracking and monitoring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6" name="Text 4" descr="Decorative – no critical information">
              <a:extLst>
                <a:ext uri="{FF2B5EF4-FFF2-40B4-BE49-F238E27FC236}">
                  <a16:creationId xmlns:a16="http://schemas.microsoft.com/office/drawing/2014/main" id="{C6543D57-E489-FC81-4727-E657C9CBAB6E}"/>
                </a:ext>
              </a:extLst>
            </p:cNvPr>
            <p:cNvSpPr/>
            <p:nvPr/>
          </p:nvSpPr>
          <p:spPr>
            <a:xfrm>
              <a:off x="547568" y="270605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Predictive maintenance capabilities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1FA119-C388-CBB4-3942-F8D80BF495A2}"/>
              </a:ext>
            </a:extLst>
          </p:cNvPr>
          <p:cNvGrpSpPr/>
          <p:nvPr/>
        </p:nvGrpSpPr>
        <p:grpSpPr>
          <a:xfrm>
            <a:off x="547568" y="430172"/>
            <a:ext cx="6576774" cy="2831069"/>
            <a:chOff x="547568" y="430172"/>
            <a:chExt cx="6576774" cy="2831069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A30F097-D158-3F2E-1784-E6D8CE945FC3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526150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5267F8D-DD95-61E4-8A3B-FD4E12553E6F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221230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B2AEEB81-FAA4-7CB7-9F9D-3B1ECF92DF35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1830230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D999BE88-0D75-6BF1-1052-58F244A8D8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4572000" cy="1371600"/>
                  </a:xfrm>
                  <a:grpFill/>
                </p:grpSpPr>
                <p:sp>
                  <p:nvSpPr>
                    <p:cNvPr id="32" name="Text 0">
                      <a:extLst>
                        <a:ext uri="{FF2B5EF4-FFF2-40B4-BE49-F238E27FC236}">
                          <a16:creationId xmlns:a16="http://schemas.microsoft.com/office/drawing/2014/main" id="{37160CC7-3FF9-5A58-5D5A-AE2C75536C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430172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Digital Transformation in Supply Chains</a:t>
                      </a:r>
                      <a:endParaRPr lang="en-US" sz="30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3" name="Text 1">
                      <a:extLst>
                        <a:ext uri="{FF2B5EF4-FFF2-40B4-BE49-F238E27FC236}">
                          <a16:creationId xmlns:a16="http://schemas.microsoft.com/office/drawing/2014/main" id="{6968D0D7-6D34-ED8A-6BFA-CBAAA0BA14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1310164"/>
                      <a:ext cx="2500789" cy="2932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3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Digital Revolution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Text 2" descr="Decorative – no critical information">
                    <a:extLst>
                      <a:ext uri="{FF2B5EF4-FFF2-40B4-BE49-F238E27FC236}">
                        <a16:creationId xmlns:a16="http://schemas.microsoft.com/office/drawing/2014/main" id="{4EA2A27B-06EA-F889-62E0-6FDD3A61D481}"/>
                      </a:ext>
                    </a:extLst>
                  </p:cNvPr>
                  <p:cNvSpPr/>
                  <p:nvPr/>
                </p:nvSpPr>
                <p:spPr>
                  <a:xfrm>
                    <a:off x="547568" y="1759863"/>
                    <a:ext cx="6576774" cy="5005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1950"/>
                      </a:lnSpc>
                      <a:buNone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IoT, Cloud computing, and Big Data analytics are fundamentally reshaping supply chain visibility, responsiveness, and agility across industries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9" name="Text 3" descr="Decorative – no critical information">
                  <a:extLst>
                    <a:ext uri="{FF2B5EF4-FFF2-40B4-BE49-F238E27FC236}">
                      <a16:creationId xmlns:a16="http://schemas.microsoft.com/office/drawing/2014/main" id="{B19587D8-CD15-9223-3F55-75DE18C5C820}"/>
                    </a:ext>
                  </a:extLst>
                </p:cNvPr>
                <p:cNvSpPr/>
                <p:nvPr/>
              </p:nvSpPr>
              <p:spPr>
                <a:xfrm>
                  <a:off x="547568" y="240113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Real-time tracking and monitoring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27" name="Text 4" descr="Decorative – no critical information">
                <a:extLst>
                  <a:ext uri="{FF2B5EF4-FFF2-40B4-BE49-F238E27FC236}">
                    <a16:creationId xmlns:a16="http://schemas.microsoft.com/office/drawing/2014/main" id="{76FA7A77-E8D6-BFD4-88B0-E01061394B9D}"/>
                  </a:ext>
                </a:extLst>
              </p:cNvPr>
              <p:cNvSpPr/>
              <p:nvPr/>
            </p:nvSpPr>
            <p:spPr>
              <a:xfrm>
                <a:off x="547568" y="270605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Predictive maintenance capabilities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5" name="Text 5" descr="Decorative – no critical information">
              <a:extLst>
                <a:ext uri="{FF2B5EF4-FFF2-40B4-BE49-F238E27FC236}">
                  <a16:creationId xmlns:a16="http://schemas.microsoft.com/office/drawing/2014/main" id="{22AE685D-D37F-3465-6D6E-FB5BB6DDCFCD}"/>
                </a:ext>
              </a:extLst>
            </p:cNvPr>
            <p:cNvSpPr/>
            <p:nvPr/>
          </p:nvSpPr>
          <p:spPr>
            <a:xfrm>
              <a:off x="547568" y="3010972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Enhanced decision-making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049E77-83D9-D225-FAA9-806018838ABD}"/>
              </a:ext>
            </a:extLst>
          </p:cNvPr>
          <p:cNvGrpSpPr/>
          <p:nvPr/>
        </p:nvGrpSpPr>
        <p:grpSpPr>
          <a:xfrm>
            <a:off x="547568" y="430172"/>
            <a:ext cx="6576774" cy="3135988"/>
            <a:chOff x="547568" y="430172"/>
            <a:chExt cx="6576774" cy="3135988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E560B60-3A29-9895-63B8-6F84E2295626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831069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E862720-65AE-4414-4811-070E07EBC358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526150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021C546E-9BEE-781D-BD0A-052E85102D7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221230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05BE605A-061C-9DC8-3C88-CB7370A85C0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1830230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F8671784-8EB9-3899-04D8-DE21D365CF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4572000" cy="1371600"/>
                    </a:xfrm>
                    <a:grpFill/>
                  </p:grpSpPr>
                  <p:sp>
                    <p:nvSpPr>
                      <p:cNvPr id="45" name="Text 0">
                        <a:extLst>
                          <a:ext uri="{FF2B5EF4-FFF2-40B4-BE49-F238E27FC236}">
                            <a16:creationId xmlns:a16="http://schemas.microsoft.com/office/drawing/2014/main" id="{0D951EEF-B3E4-FF4D-A20F-7785409919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430172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8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Digital Transformation in Supply Chains</a:t>
                        </a:r>
                        <a:endParaRPr lang="en-US" sz="30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46" name="Text 1">
                        <a:extLst>
                          <a:ext uri="{FF2B5EF4-FFF2-40B4-BE49-F238E27FC236}">
                            <a16:creationId xmlns:a16="http://schemas.microsoft.com/office/drawing/2014/main" id="{F41358FE-BED1-A3C6-9EA7-1FD79DF25D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1310164"/>
                        <a:ext cx="2500789" cy="2932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300"/>
                          </a:lnSpc>
                          <a:buNone/>
                        </a:pPr>
                        <a:r>
                          <a:rPr lang="en-US" sz="18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Digital Revolution</a:t>
                        </a:r>
                        <a:endParaRPr lang="en-US" sz="18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Text 2" descr="Decorative – no critical information">
                      <a:extLst>
                        <a:ext uri="{FF2B5EF4-FFF2-40B4-BE49-F238E27FC236}">
                          <a16:creationId xmlns:a16="http://schemas.microsoft.com/office/drawing/2014/main" id="{4C4E2B00-D5AE-3C9F-C342-DCCBCBB559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1759863"/>
                      <a:ext cx="6576774" cy="5005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IoT, Cloud computing, and Big Data analytics are fundamentally reshaping supply chain visibility, responsiveness, and agility across industries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2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5D052FCA-D595-5EAE-A624-2B1DA3EDD76E}"/>
                      </a:ext>
                    </a:extLst>
                  </p:cNvPr>
                  <p:cNvSpPr/>
                  <p:nvPr/>
                </p:nvSpPr>
                <p:spPr>
                  <a:xfrm>
                    <a:off x="547568" y="240113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Real-time tracking and monitoring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0" name="Text 4" descr="Decorative – no critical information">
                  <a:extLst>
                    <a:ext uri="{FF2B5EF4-FFF2-40B4-BE49-F238E27FC236}">
                      <a16:creationId xmlns:a16="http://schemas.microsoft.com/office/drawing/2014/main" id="{E5910367-94B2-C98B-DC97-73FB1291FDC5}"/>
                    </a:ext>
                  </a:extLst>
                </p:cNvPr>
                <p:cNvSpPr/>
                <p:nvPr/>
              </p:nvSpPr>
              <p:spPr>
                <a:xfrm>
                  <a:off x="547568" y="270605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Predictive maintenance capabilities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8" name="Text 5" descr="Decorative – no critical information">
                <a:extLst>
                  <a:ext uri="{FF2B5EF4-FFF2-40B4-BE49-F238E27FC236}">
                    <a16:creationId xmlns:a16="http://schemas.microsoft.com/office/drawing/2014/main" id="{8D86DD63-41CA-D353-497B-7B4AAD0ECA92}"/>
                  </a:ext>
                </a:extLst>
              </p:cNvPr>
              <p:cNvSpPr/>
              <p:nvPr/>
            </p:nvSpPr>
            <p:spPr>
              <a:xfrm>
                <a:off x="547568" y="3010972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Enhanced decision-making speed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Text 6" descr="Decorative – no critical information">
              <a:extLst>
                <a:ext uri="{FF2B5EF4-FFF2-40B4-BE49-F238E27FC236}">
                  <a16:creationId xmlns:a16="http://schemas.microsoft.com/office/drawing/2014/main" id="{439AF78B-DA55-872D-5EC4-2CF78B71367A}"/>
                </a:ext>
              </a:extLst>
            </p:cNvPr>
            <p:cNvSpPr/>
            <p:nvPr/>
          </p:nvSpPr>
          <p:spPr>
            <a:xfrm>
              <a:off x="547568" y="3315891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Seamless data integration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7B7D55-651E-4C2E-8D82-5EDE02CC1A34}"/>
              </a:ext>
            </a:extLst>
          </p:cNvPr>
          <p:cNvGrpSpPr/>
          <p:nvPr/>
        </p:nvGrpSpPr>
        <p:grpSpPr>
          <a:xfrm>
            <a:off x="547568" y="430172"/>
            <a:ext cx="13542883" cy="7476292"/>
            <a:chOff x="547568" y="430172"/>
            <a:chExt cx="13542883" cy="7476292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9DC796E-6F3F-243B-BFEF-AFB89EFE9B46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3135988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72A01DAE-57C0-B078-14C9-A96400D9A5E7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831069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87BC6B-F4CB-ED1B-9C6D-D4BA5669003C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526150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AEDD43AA-85E4-E217-77E9-3D99D96B516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221230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7370448D-02C9-3069-1102-BD1C4F72A6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1830230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5B0474B4-6CCD-1A7C-E988-6009B247837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4572000" cy="1371600"/>
                      </a:xfrm>
                      <a:grpFill/>
                    </p:grpSpPr>
                    <p:sp>
                      <p:nvSpPr>
                        <p:cNvPr id="60" name="Text 0">
                          <a:extLst>
                            <a:ext uri="{FF2B5EF4-FFF2-40B4-BE49-F238E27FC236}">
                              <a16:creationId xmlns:a16="http://schemas.microsoft.com/office/drawing/2014/main" id="{11D90678-1CCE-542C-FA97-DAE576CE95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430172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Digital Transformation in Supply Chains</a:t>
                          </a:r>
                          <a:endParaRPr lang="en-US" sz="30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61" name="Text 1">
                          <a:extLst>
                            <a:ext uri="{FF2B5EF4-FFF2-40B4-BE49-F238E27FC236}">
                              <a16:creationId xmlns:a16="http://schemas.microsoft.com/office/drawing/2014/main" id="{583C5E50-2F6D-4432-0BF1-DD259A2516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1310164"/>
                          <a:ext cx="2500789" cy="2932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300"/>
                            </a:lnSpc>
                            <a:buNone/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Digital Revolution</a:t>
                          </a:r>
                          <a:endParaRPr lang="en-US" sz="18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Text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7EA3B4FE-7672-C957-7510-FEEAF23F6D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1759863"/>
                        <a:ext cx="6576774" cy="5005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1950"/>
                          </a:lnSpc>
                          <a:buNone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IoT, Cloud computing, and Big Data analytics are fundamentally reshaping supply chain visibility, responsiveness, and agility across industries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7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B8F7B053-F809-6A61-FA02-88F2E51978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240113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Real-time tracking and monitoring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FB570BE1-1810-5EDF-D92B-E258B8328011}"/>
                      </a:ext>
                    </a:extLst>
                  </p:cNvPr>
                  <p:cNvSpPr/>
                  <p:nvPr/>
                </p:nvSpPr>
                <p:spPr>
                  <a:xfrm>
                    <a:off x="547568" y="270605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Predictive maintenance capabilities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3" name="Text 5" descr="Decorative – no critical information">
                  <a:extLst>
                    <a:ext uri="{FF2B5EF4-FFF2-40B4-BE49-F238E27FC236}">
                      <a16:creationId xmlns:a16="http://schemas.microsoft.com/office/drawing/2014/main" id="{18CD10C9-A209-980E-0592-DE70B6A30FD9}"/>
                    </a:ext>
                  </a:extLst>
                </p:cNvPr>
                <p:cNvSpPr/>
                <p:nvPr/>
              </p:nvSpPr>
              <p:spPr>
                <a:xfrm>
                  <a:off x="547568" y="3010972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Enhanced decision-making speed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Text 6" descr="Decorative – no critical information">
                <a:extLst>
                  <a:ext uri="{FF2B5EF4-FFF2-40B4-BE49-F238E27FC236}">
                    <a16:creationId xmlns:a16="http://schemas.microsoft.com/office/drawing/2014/main" id="{CC10A8AA-392A-4B0D-A55C-1A60A44698E7}"/>
                  </a:ext>
                </a:extLst>
              </p:cNvPr>
              <p:cNvSpPr/>
              <p:nvPr/>
            </p:nvSpPr>
            <p:spPr>
              <a:xfrm>
                <a:off x="547568" y="3315891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Seamless data integration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49" name="Image 0" descr="Decorative – no critical information">
              <a:extLst>
                <a:ext uri="{FF2B5EF4-FFF2-40B4-BE49-F238E27FC236}">
                  <a16:creationId xmlns:a16="http://schemas.microsoft.com/office/drawing/2014/main" id="{36D3EEC6-E822-4A1E-0BA8-2242C5C43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3677" y="1329690"/>
              <a:ext cx="6576774" cy="657677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5175D96-A8EA-F014-7A05-322356AA0D3B}"/>
              </a:ext>
            </a:extLst>
          </p:cNvPr>
          <p:cNvGrpSpPr/>
          <p:nvPr/>
        </p:nvGrpSpPr>
        <p:grpSpPr>
          <a:xfrm>
            <a:off x="547568" y="430172"/>
            <a:ext cx="13535263" cy="8492967"/>
            <a:chOff x="547568" y="430172"/>
            <a:chExt cx="13535263" cy="8492967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917F65F-7DF9-977B-72D8-1D36D5E20C72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42883" cy="7476292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0727B21-CAF3-C8DB-693D-9894CA0A65C5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3135988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628A67EA-1EE7-B56D-79FD-03B60A71021C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831069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73C4F03B-0DE6-479C-6416-517E3CA2526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526150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391971BD-EA89-3F28-459D-33B429AA58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221230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7CC43F13-A54B-7193-54D2-B1544D0A7A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1830230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7DF2FC3F-9E8D-6BD0-B5CB-0FEA46B6AC3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4572000" cy="1371600"/>
                        </a:xfrm>
                        <a:grpFill/>
                      </p:grpSpPr>
                      <p:sp>
                        <p:nvSpPr>
                          <p:cNvPr id="77" name="Text 0">
                            <a:extLst>
                              <a:ext uri="{FF2B5EF4-FFF2-40B4-BE49-F238E27FC236}">
                                <a16:creationId xmlns:a16="http://schemas.microsoft.com/office/drawing/2014/main" id="{594F1BC5-0161-F83F-5A95-98A19423F0E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430172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8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Digital Transformation in Supply Chains</a:t>
                            </a:r>
                            <a:endParaRPr lang="en-US" sz="30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8" name="Text 1">
                            <a:extLst>
                              <a:ext uri="{FF2B5EF4-FFF2-40B4-BE49-F238E27FC236}">
                                <a16:creationId xmlns:a16="http://schemas.microsoft.com/office/drawing/2014/main" id="{D01562CD-63CF-7854-5CE9-9AAF3A66EF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1310164"/>
                            <a:ext cx="2500789" cy="2932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300"/>
                              </a:lnSpc>
                              <a:buNone/>
                            </a:pPr>
                            <a:r>
                              <a:rPr lang="en-US" sz="18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Digital Revolution</a:t>
                            </a:r>
                            <a:endParaRPr lang="en-US" sz="18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Text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36E9D15D-AE6C-4357-E660-8765C9C4A8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1759863"/>
                          <a:ext cx="6576774" cy="5005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195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IoT, Cloud computing, and Big Data analytics are fundamentally reshaping supply chain visibility, responsiveness, and agility across industries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4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2806799D-6C15-A516-1817-F5B1EDDF4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240113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Real-time tracking and monitoring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2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A7593396-062E-322F-A99C-070DB1ED0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270605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Predictive maintenance capabilities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0" name="Text 5" descr="Decorative – no critical information">
                    <a:extLst>
                      <a:ext uri="{FF2B5EF4-FFF2-40B4-BE49-F238E27FC236}">
                        <a16:creationId xmlns:a16="http://schemas.microsoft.com/office/drawing/2014/main" id="{E41CC2F7-4E6C-B2CA-212B-F08DA721AFBD}"/>
                      </a:ext>
                    </a:extLst>
                  </p:cNvPr>
                  <p:cNvSpPr/>
                  <p:nvPr/>
                </p:nvSpPr>
                <p:spPr>
                  <a:xfrm>
                    <a:off x="547568" y="3010972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Enhanced decision-making speed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Text 6" descr="Decorative – no critical information">
                  <a:extLst>
                    <a:ext uri="{FF2B5EF4-FFF2-40B4-BE49-F238E27FC236}">
                      <a16:creationId xmlns:a16="http://schemas.microsoft.com/office/drawing/2014/main" id="{905D2E5B-42D2-E748-BA10-C25B2036D38B}"/>
                    </a:ext>
                  </a:extLst>
                </p:cNvPr>
                <p:cNvSpPr/>
                <p:nvPr/>
              </p:nvSpPr>
              <p:spPr>
                <a:xfrm>
                  <a:off x="547568" y="3315891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Seamless data integration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66" name="Image 0" descr="Decorative – no critical information">
                <a:extLst>
                  <a:ext uri="{FF2B5EF4-FFF2-40B4-BE49-F238E27FC236}">
                    <a16:creationId xmlns:a16="http://schemas.microsoft.com/office/drawing/2014/main" id="{076BFE3F-CB95-835D-D5D1-F93B305BE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3677" y="1329690"/>
                <a:ext cx="6576774" cy="65767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64" name="Shape 7" descr="Decorative – no critical information">
              <a:extLst>
                <a:ext uri="{FF2B5EF4-FFF2-40B4-BE49-F238E27FC236}">
                  <a16:creationId xmlns:a16="http://schemas.microsoft.com/office/drawing/2014/main" id="{87AE47BF-8738-4420-D74F-A42C5BFD5D23}"/>
                </a:ext>
              </a:extLst>
            </p:cNvPr>
            <p:cNvSpPr/>
            <p:nvPr/>
          </p:nvSpPr>
          <p:spPr>
            <a:xfrm>
              <a:off x="547568" y="8258413"/>
              <a:ext cx="13535263" cy="664726"/>
            </a:xfrm>
            <a:prstGeom prst="roundRect">
              <a:avLst>
                <a:gd name="adj" fmla="val 988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0DEBBCE-F790-4B49-F751-A88E72A212D4}"/>
              </a:ext>
            </a:extLst>
          </p:cNvPr>
          <p:cNvGrpSpPr/>
          <p:nvPr/>
        </p:nvGrpSpPr>
        <p:grpSpPr>
          <a:xfrm>
            <a:off x="547568" y="430172"/>
            <a:ext cx="4572000" cy="8218528"/>
            <a:chOff x="547568" y="430172"/>
            <a:chExt cx="4572000" cy="8218528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B07BADC-E77B-63BB-2813-1B89954A3DAE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35263" cy="8492967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13E749F0-BFFB-7F48-4AA4-36FC2A8EDF03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42883" cy="7476292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6561FCE3-A313-82AA-6777-86D46513902D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3135988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A67BB510-4C77-D0DB-6F87-44E99C10D72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831069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4DA33C12-CD50-83FD-79F0-9FFED6F93B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526150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6A82E8A5-5AB3-3A84-5668-D096597190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221230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32FF546C-49D7-94C0-7FF5-D38CA10A312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1830230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90FF4403-C889-9273-4C99-3B8E0AE08CD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96" name="Text 0">
                              <a:extLst>
                                <a:ext uri="{FF2B5EF4-FFF2-40B4-BE49-F238E27FC236}">
                                  <a16:creationId xmlns:a16="http://schemas.microsoft.com/office/drawing/2014/main" id="{7A048E19-1CF9-7159-1BB1-D80C4063C3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430172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8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Digital Transformation in Supply Chains</a:t>
                              </a:r>
                              <a:endParaRPr lang="en-US" sz="30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7" name="Text 1">
                              <a:extLst>
                                <a:ext uri="{FF2B5EF4-FFF2-40B4-BE49-F238E27FC236}">
                                  <a16:creationId xmlns:a16="http://schemas.microsoft.com/office/drawing/2014/main" id="{3532926B-EEE5-1878-0587-59F58890E1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1310164"/>
                              <a:ext cx="2500789" cy="2932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300"/>
                                </a:lnSpc>
                                <a:buNone/>
                              </a:pPr>
                              <a:r>
                                <a:rPr lang="en-US" sz="18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Digital Revolution</a:t>
                              </a:r>
                              <a:endParaRPr lang="en-US" sz="18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Text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D704FE9F-B935-D133-2F1A-6A6F2441F5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1759863"/>
                            <a:ext cx="6576774" cy="5005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950"/>
                              </a:lnSpc>
                              <a:buNone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IoT, Cloud computing, and Big Data analytics are fundamentally reshaping supply chain visibility, responsiveness, and agility across industries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93" name="Text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FC5E6958-4BED-7B7E-6202-CBCCC1DA17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240113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Real-time tracking and monitoring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91" name="Text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B9CA29CA-FECE-ADBD-8A35-4DE5274E64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270605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Predictive maintenance capabilities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9" name="Text 5" descr="Decorative – no critical information">
                      <a:extLst>
                        <a:ext uri="{FF2B5EF4-FFF2-40B4-BE49-F238E27FC236}">
                          <a16:creationId xmlns:a16="http://schemas.microsoft.com/office/drawing/2014/main" id="{5748876C-83FC-1E01-342D-0538CCD834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3010972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Enhanced decision-making speed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Text 6" descr="Decorative – no critical information">
                    <a:extLst>
                      <a:ext uri="{FF2B5EF4-FFF2-40B4-BE49-F238E27FC236}">
                        <a16:creationId xmlns:a16="http://schemas.microsoft.com/office/drawing/2014/main" id="{E960ACA2-7FAA-5F6D-932E-4E81EB32DEBB}"/>
                      </a:ext>
                    </a:extLst>
                  </p:cNvPr>
                  <p:cNvSpPr/>
                  <p:nvPr/>
                </p:nvSpPr>
                <p:spPr>
                  <a:xfrm>
                    <a:off x="547568" y="3315891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Seamless data integration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85" name="Image 0" descr="Decorative – no critical information">
                  <a:extLst>
                    <a:ext uri="{FF2B5EF4-FFF2-40B4-BE49-F238E27FC236}">
                      <a16:creationId xmlns:a16="http://schemas.microsoft.com/office/drawing/2014/main" id="{2541E8C0-E22D-21B3-CCE0-30D3EABB27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13677" y="1329690"/>
                  <a:ext cx="6576774" cy="65767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sp>
            <p:nvSpPr>
              <p:cNvPr id="83" name="Shape 7" descr="Decorative – no critical information">
                <a:extLst>
                  <a:ext uri="{FF2B5EF4-FFF2-40B4-BE49-F238E27FC236}">
                    <a16:creationId xmlns:a16="http://schemas.microsoft.com/office/drawing/2014/main" id="{F8BE6B6F-2D2B-93CD-9D49-E237E891EE84}"/>
                  </a:ext>
                </a:extLst>
              </p:cNvPr>
              <p:cNvSpPr/>
              <p:nvPr/>
            </p:nvSpPr>
            <p:spPr>
              <a:xfrm>
                <a:off x="547568" y="8258413"/>
                <a:ext cx="13535263" cy="664726"/>
              </a:xfrm>
              <a:prstGeom prst="roundRect">
                <a:avLst>
                  <a:gd name="adj" fmla="val 988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81" name="Image 1" descr="Decorative – no critical information">
              <a:extLst>
                <a:ext uri="{FF2B5EF4-FFF2-40B4-BE49-F238E27FC236}">
                  <a16:creationId xmlns:a16="http://schemas.microsoft.com/office/drawing/2014/main" id="{17D9FC51-8679-32B2-3F22-D08859792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017" y="8492252"/>
              <a:ext cx="195501" cy="15644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469407D-2EE3-3A42-74F8-CB38DB7C77D3}"/>
              </a:ext>
            </a:extLst>
          </p:cNvPr>
          <p:cNvGrpSpPr/>
          <p:nvPr/>
        </p:nvGrpSpPr>
        <p:grpSpPr>
          <a:xfrm>
            <a:off x="547568" y="430172"/>
            <a:ext cx="13378815" cy="8274011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1F42B57-1F84-E97C-BF88-5769473DC79B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372996FA-6212-37A7-46A4-54159366085F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EE5E67D5-7789-5D5F-5F5A-B1CB44135AF3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FCA06F0A-E239-AE31-D6F7-12B944F98535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D6D0A131-C400-862D-B4C5-3C6F8636FF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AA9007F6-4B9F-C6FD-1B20-5F1BCCD729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5CE2D0BA-AB91-DA7E-B5B0-78C9A27E34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8B9713EF-24A3-BE8D-A631-22995051432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C493B2C8-3C2A-E4FB-9F6F-5D00DA94BAE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117" name="Text 0">
                                <a:extLst>
                                  <a:ext uri="{FF2B5EF4-FFF2-40B4-BE49-F238E27FC236}">
                                    <a16:creationId xmlns:a16="http://schemas.microsoft.com/office/drawing/2014/main" id="{437FFB8A-4B46-6721-CCC7-EF10FA9BD21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18" name="Text 1">
                                <a:extLst>
                                  <a:ext uri="{FF2B5EF4-FFF2-40B4-BE49-F238E27FC236}">
                                    <a16:creationId xmlns:a16="http://schemas.microsoft.com/office/drawing/2014/main" id="{8A3364B1-5E91-412A-B3EF-05A90C5BE31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9DA0A1F1-2129-ED6F-ADFC-A0B1627432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14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1C029E11-EA2E-3F83-8007-7B5118FCB40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12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7E364F4-7AE1-AC99-38F4-8C3C116091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10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CEC015B0-9913-1F2B-E433-BD96B2DC42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Text 6" descr="Decorative – no critical information">
                      <a:extLst>
                        <a:ext uri="{FF2B5EF4-FFF2-40B4-BE49-F238E27FC236}">
                          <a16:creationId xmlns:a16="http://schemas.microsoft.com/office/drawing/2014/main" id="{663EB45C-2486-40B3-B338-B2EBB5079B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6" name="Image 0" descr="Decorative – no critical information">
                    <a:extLst>
                      <a:ext uri="{FF2B5EF4-FFF2-40B4-BE49-F238E27FC236}">
                        <a16:creationId xmlns:a16="http://schemas.microsoft.com/office/drawing/2014/main" id="{D35B0186-E230-14C5-6F45-6BCED9F62F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4" name="Shape 7" descr="Decorative – no critical information">
                  <a:extLst>
                    <a:ext uri="{FF2B5EF4-FFF2-40B4-BE49-F238E27FC236}">
                      <a16:creationId xmlns:a16="http://schemas.microsoft.com/office/drawing/2014/main" id="{BCF43BAF-558F-3F57-891F-B5CEF5C73CBA}"/>
                    </a:ext>
                  </a:extLst>
                </p:cNvPr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02" name="Image 1" descr="Decorative – no critical information">
                <a:extLst>
                  <a:ext uri="{FF2B5EF4-FFF2-40B4-BE49-F238E27FC236}">
                    <a16:creationId xmlns:a16="http://schemas.microsoft.com/office/drawing/2014/main" id="{4ABC08FF-A3F7-C58E-7547-9263CC420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00" name="Text 8" descr="Decorative – no critical information">
              <a:extLst>
                <a:ext uri="{FF2B5EF4-FFF2-40B4-BE49-F238E27FC236}">
                  <a16:creationId xmlns:a16="http://schemas.microsoft.com/office/drawing/2014/main" id="{8B57DD66-2056-8299-57AA-3DC0FC222AFF}"/>
                </a:ext>
              </a:extLst>
            </p:cNvPr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E381BED-C9D1-B14D-2775-9F4F318FE16C}"/>
              </a:ext>
            </a:extLst>
          </p:cNvPr>
          <p:cNvGrpSpPr/>
          <p:nvPr/>
        </p:nvGrpSpPr>
        <p:grpSpPr>
          <a:xfrm>
            <a:off x="699968" y="5825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1C652BB-7952-C662-6715-E6850A229128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5E58B4D9-E1F4-C47D-FB29-FE1DD49795B2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654A4A34-26F4-ADF4-4560-91B06171E55C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8228C3E0-2663-80B2-D94C-AF62C2C9B22C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7ABF420F-35F0-03FC-5EF6-3A65E7861A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34B16665-AAD8-0661-3C31-830CD95C579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75E381DB-1A0D-CEB3-AB5F-F07D052F3E9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F6FBCCD9-926B-3B6C-877E-1F682DA60F6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72543E0B-576B-9292-EA60-055C3B89B57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138" name="Text 0">
                                <a:extLst>
                                  <a:ext uri="{FF2B5EF4-FFF2-40B4-BE49-F238E27FC236}">
                                    <a16:creationId xmlns:a16="http://schemas.microsoft.com/office/drawing/2014/main" id="{31A84856-A1B4-39A5-39F8-7F89A5CCB0B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39" name="Text 1">
                                <a:extLst>
                                  <a:ext uri="{FF2B5EF4-FFF2-40B4-BE49-F238E27FC236}">
                                    <a16:creationId xmlns:a16="http://schemas.microsoft.com/office/drawing/2014/main" id="{3B71A11D-9363-282B-31E5-9A9231DA559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37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2F00146A-C4F6-8FF8-94D2-D543F72A41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35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E6752A67-33A0-6C4F-1972-93780191F0F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33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39D3DE68-CA7D-22B2-E19C-48FB24CA02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439F5A03-105F-881B-518E-5314145CBB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29" name="Text 6" descr="Decorative – no critical information">
                      <a:extLst>
                        <a:ext uri="{FF2B5EF4-FFF2-40B4-BE49-F238E27FC236}">
                          <a16:creationId xmlns:a16="http://schemas.microsoft.com/office/drawing/2014/main" id="{73E3FB6F-2CA5-E209-091B-DEBC0DFA7E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7" name="Image 0" descr="Decorative – no critical information">
                    <a:extLst>
                      <a:ext uri="{FF2B5EF4-FFF2-40B4-BE49-F238E27FC236}">
                        <a16:creationId xmlns:a16="http://schemas.microsoft.com/office/drawing/2014/main" id="{C53D92EC-6176-4307-3620-3552FFC39F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25" name="Shape 7" descr="Decorative – no critical information">
                  <a:extLst>
                    <a:ext uri="{FF2B5EF4-FFF2-40B4-BE49-F238E27FC236}">
                      <a16:creationId xmlns:a16="http://schemas.microsoft.com/office/drawing/2014/main" id="{3866F038-1A6B-5856-E1B5-D6F5F80151C4}"/>
                    </a:ext>
                  </a:extLst>
                </p:cNvPr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23" name="Image 1" descr="Decorative – no critical information">
                <a:extLst>
                  <a:ext uri="{FF2B5EF4-FFF2-40B4-BE49-F238E27FC236}">
                    <a16:creationId xmlns:a16="http://schemas.microsoft.com/office/drawing/2014/main" id="{7449F7FB-EA7F-E22F-0808-6589B34C4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1" name="Text 8" descr="Decorative – no critical information">
              <a:extLst>
                <a:ext uri="{FF2B5EF4-FFF2-40B4-BE49-F238E27FC236}">
                  <a16:creationId xmlns:a16="http://schemas.microsoft.com/office/drawing/2014/main" id="{C2541111-3084-5B09-C252-EE784BFFFE59}"/>
                </a:ext>
              </a:extLst>
            </p:cNvPr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4852BC7-1D7E-AD98-8C0C-3299798E34B4}"/>
              </a:ext>
            </a:extLst>
          </p:cNvPr>
          <p:cNvGrpSpPr/>
          <p:nvPr/>
        </p:nvGrpSpPr>
        <p:grpSpPr>
          <a:xfrm>
            <a:off x="852368" y="7349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781B89A8-31C5-4FED-4C07-1B21A818AA6C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BC056E70-24DD-50F4-F152-1511976C4973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5FDBF8A-D3A2-A25B-8C78-38E9521266EE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999B0421-BC84-1947-FA0E-C92FCDAFC36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49" name="Group 148">
                      <a:extLst>
                        <a:ext uri="{FF2B5EF4-FFF2-40B4-BE49-F238E27FC236}">
                          <a16:creationId xmlns:a16="http://schemas.microsoft.com/office/drawing/2014/main" id="{794E1D12-2CD7-D544-54E4-702FCC8583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51" name="Group 150">
                        <a:extLst>
                          <a:ext uri="{FF2B5EF4-FFF2-40B4-BE49-F238E27FC236}">
                            <a16:creationId xmlns:a16="http://schemas.microsoft.com/office/drawing/2014/main" id="{E141A6BE-7CF9-967E-3C48-E73364B5C5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3" name="Group 152">
                          <a:extLst>
                            <a:ext uri="{FF2B5EF4-FFF2-40B4-BE49-F238E27FC236}">
                              <a16:creationId xmlns:a16="http://schemas.microsoft.com/office/drawing/2014/main" id="{7A684202-13D9-1889-D730-C53A03A9FD7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55" name="Group 154">
                            <a:extLst>
                              <a:ext uri="{FF2B5EF4-FFF2-40B4-BE49-F238E27FC236}">
                                <a16:creationId xmlns:a16="http://schemas.microsoft.com/office/drawing/2014/main" id="{2ABE09C4-2333-3D34-F19A-235E7F3966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57" name="Group 156">
                              <a:extLst>
                                <a:ext uri="{FF2B5EF4-FFF2-40B4-BE49-F238E27FC236}">
                                  <a16:creationId xmlns:a16="http://schemas.microsoft.com/office/drawing/2014/main" id="{801774A6-C6F1-96CC-A7A9-4AC7B02F56B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159" name="Text 0">
                                <a:extLst>
                                  <a:ext uri="{FF2B5EF4-FFF2-40B4-BE49-F238E27FC236}">
                                    <a16:creationId xmlns:a16="http://schemas.microsoft.com/office/drawing/2014/main" id="{89FDFF35-5C67-E827-55AC-4AF71766D2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60" name="Text 1">
                                <a:extLst>
                                  <a:ext uri="{FF2B5EF4-FFF2-40B4-BE49-F238E27FC236}">
                                    <a16:creationId xmlns:a16="http://schemas.microsoft.com/office/drawing/2014/main" id="{CFBC48C7-4746-257F-C48E-949D36C8489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58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55D791BD-4A41-58B1-2C27-1ECF1FC1D4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6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E27630BD-29CF-8E5C-B982-0A18049A0C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4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7E95C264-AA46-41DD-BA77-E9BF165577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52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1A55E227-DB18-7FA4-9B26-598766560A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50" name="Text 6" descr="Decorative – no critical information">
                      <a:extLst>
                        <a:ext uri="{FF2B5EF4-FFF2-40B4-BE49-F238E27FC236}">
                          <a16:creationId xmlns:a16="http://schemas.microsoft.com/office/drawing/2014/main" id="{C53372DE-241E-698D-E41E-6D74490E67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48" name="Image 0" descr="Decorative – no critical information">
                    <a:extLst>
                      <a:ext uri="{FF2B5EF4-FFF2-40B4-BE49-F238E27FC236}">
                        <a16:creationId xmlns:a16="http://schemas.microsoft.com/office/drawing/2014/main" id="{72DB02FE-AE44-A921-E586-47D30D95AC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46" name="Shape 7" descr="Decorative – no critical information">
                  <a:extLst>
                    <a:ext uri="{FF2B5EF4-FFF2-40B4-BE49-F238E27FC236}">
                      <a16:creationId xmlns:a16="http://schemas.microsoft.com/office/drawing/2014/main" id="{4EE66344-9F39-74AE-0498-AE158CDF4837}"/>
                    </a:ext>
                  </a:extLst>
                </p:cNvPr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44" name="Image 1" descr="Decorative – no critical information">
                <a:extLst>
                  <a:ext uri="{FF2B5EF4-FFF2-40B4-BE49-F238E27FC236}">
                    <a16:creationId xmlns:a16="http://schemas.microsoft.com/office/drawing/2014/main" id="{9810E2FD-89F0-CB78-1E53-D1D33C04A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42" name="Text 8" descr="Decorative – no critical information">
              <a:extLst>
                <a:ext uri="{FF2B5EF4-FFF2-40B4-BE49-F238E27FC236}">
                  <a16:creationId xmlns:a16="http://schemas.microsoft.com/office/drawing/2014/main" id="{D545E562-80DD-1D29-C77E-31CC1466D714}"/>
                </a:ext>
              </a:extLst>
            </p:cNvPr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06726AC-09A7-5FCF-2C66-700B11E330A8}"/>
              </a:ext>
            </a:extLst>
          </p:cNvPr>
          <p:cNvGrpSpPr/>
          <p:nvPr/>
        </p:nvGrpSpPr>
        <p:grpSpPr>
          <a:xfrm>
            <a:off x="1004768" y="8873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6A073EA-63E6-5D28-90BB-FE50C5BFC832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B0153259-0699-862C-90A7-4D9F83564EB7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63B340B-27AD-F1DC-7607-E5BD774B6F76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D98D263A-3AF1-2EE3-9C5C-AF48F7813CBB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0" name="Group 169">
                      <a:extLst>
                        <a:ext uri="{FF2B5EF4-FFF2-40B4-BE49-F238E27FC236}">
                          <a16:creationId xmlns:a16="http://schemas.microsoft.com/office/drawing/2014/main" id="{6572E29D-F7F4-AA42-6580-EEDA485D42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72" name="Group 171">
                        <a:extLst>
                          <a:ext uri="{FF2B5EF4-FFF2-40B4-BE49-F238E27FC236}">
                            <a16:creationId xmlns:a16="http://schemas.microsoft.com/office/drawing/2014/main" id="{78709638-5667-D3D4-90A1-97FF73C7B0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74" name="Group 173">
                          <a:extLst>
                            <a:ext uri="{FF2B5EF4-FFF2-40B4-BE49-F238E27FC236}">
                              <a16:creationId xmlns:a16="http://schemas.microsoft.com/office/drawing/2014/main" id="{BC0EA7CE-2F43-7D05-6DE7-801417A5837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76" name="Group 175">
                            <a:extLst>
                              <a:ext uri="{FF2B5EF4-FFF2-40B4-BE49-F238E27FC236}">
                                <a16:creationId xmlns:a16="http://schemas.microsoft.com/office/drawing/2014/main" id="{8FFD4710-0049-E6AB-84FF-9D842DC340F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78" name="Group 177">
                              <a:extLst>
                                <a:ext uri="{FF2B5EF4-FFF2-40B4-BE49-F238E27FC236}">
                                  <a16:creationId xmlns:a16="http://schemas.microsoft.com/office/drawing/2014/main" id="{BE8E9240-5BAE-AE9C-D452-C46763C57F2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180" name="Text 0">
                                <a:extLst>
                                  <a:ext uri="{FF2B5EF4-FFF2-40B4-BE49-F238E27FC236}">
                                    <a16:creationId xmlns:a16="http://schemas.microsoft.com/office/drawing/2014/main" id="{E780B6F3-6923-99E5-90CC-EB0D7884843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81" name="Text 1">
                                <a:extLst>
                                  <a:ext uri="{FF2B5EF4-FFF2-40B4-BE49-F238E27FC236}">
                                    <a16:creationId xmlns:a16="http://schemas.microsoft.com/office/drawing/2014/main" id="{6483B020-3683-8367-DFD4-E310238264C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79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18CF2AEA-973E-0BF2-87BA-EC6B6C6CC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7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4DA070EE-5A29-F042-8F14-DDA0B79AB0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75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B7FA443B-4BA8-1CCD-F540-1A9E8C893B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73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4496600F-A6BE-15F0-5E64-6D3E0816F1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71" name="Text 6" descr="Decorative – no critical information">
                      <a:extLst>
                        <a:ext uri="{FF2B5EF4-FFF2-40B4-BE49-F238E27FC236}">
                          <a16:creationId xmlns:a16="http://schemas.microsoft.com/office/drawing/2014/main" id="{8D7E66F1-2C80-4EC1-33E1-2B456343C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9" name="Image 0" descr="Decorative – no critical information">
                    <a:extLst>
                      <a:ext uri="{FF2B5EF4-FFF2-40B4-BE49-F238E27FC236}">
                        <a16:creationId xmlns:a16="http://schemas.microsoft.com/office/drawing/2014/main" id="{B0B0A35B-581F-3301-68EB-64628790F0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67" name="Shape 7" descr="Decorative – no critical information">
                  <a:extLst>
                    <a:ext uri="{FF2B5EF4-FFF2-40B4-BE49-F238E27FC236}">
                      <a16:creationId xmlns:a16="http://schemas.microsoft.com/office/drawing/2014/main" id="{E8200195-D4BA-B192-47EA-9250A194FD04}"/>
                    </a:ext>
                  </a:extLst>
                </p:cNvPr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5" name="Image 1" descr="Decorative – no critical information">
                <a:extLst>
                  <a:ext uri="{FF2B5EF4-FFF2-40B4-BE49-F238E27FC236}">
                    <a16:creationId xmlns:a16="http://schemas.microsoft.com/office/drawing/2014/main" id="{F9BF92BA-533E-9BF9-F741-876AEB8D0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63" name="Text 8" descr="Decorative – no critical information">
              <a:extLst>
                <a:ext uri="{FF2B5EF4-FFF2-40B4-BE49-F238E27FC236}">
                  <a16:creationId xmlns:a16="http://schemas.microsoft.com/office/drawing/2014/main" id="{5540A6B3-CDED-B220-4412-4636A78B0A31}"/>
                </a:ext>
              </a:extLst>
            </p:cNvPr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13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30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5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880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473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9C9E7D3-4365-9EB7-3551-69A40F52ACCF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4572000" cy="1371600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547568" y="430172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8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Digital Transformation in Supply Chains</a:t>
              </a:r>
              <a:endParaRPr lang="en-US" sz="30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547568" y="1310164"/>
              <a:ext cx="2500789" cy="2932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The Digital Revolution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547568" y="1759863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IoT, Cloud computing, and Big Data analytics are fundamentally reshaping supply chain visibility, responsiveness, and agility across industries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112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9C9E7D3-4365-9EB7-3551-69A40F52ACCF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4572000" cy="1371600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547568" y="430172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80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Digital Transformation in Supply Chains</a:t>
              </a:r>
              <a:endParaRPr lang="en-US" sz="30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547568" y="1310164"/>
              <a:ext cx="2500789" cy="29325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0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The Digital Revolution</a:t>
              </a:r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547568" y="1759863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IoT, Cloud computing, and Big Data analytics are fundamentally reshaping supply chain visibility, responsiveness, and agility across industries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3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76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83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312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574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8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496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360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890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546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806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BEE9C0-D439-2DD0-92D9-212715242D2E}"/>
              </a:ext>
            </a:extLst>
          </p:cNvPr>
          <p:cNvGrpSpPr/>
          <p:nvPr/>
        </p:nvGrpSpPr>
        <p:grpSpPr>
          <a:xfrm>
            <a:off x="547568" y="430172"/>
            <a:ext cx="6576774" cy="1830230"/>
            <a:chOff x="547568" y="430172"/>
            <a:chExt cx="6576774" cy="1830230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C9E7D3-4365-9EB7-3551-69A40F52ACCF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1371600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547568" y="430172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8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Digital Transformation in Supply Chains</a:t>
                </a:r>
                <a:endParaRPr lang="en-US" sz="30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547568" y="1310164"/>
                <a:ext cx="2500789" cy="2932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Digital Revolution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547568" y="1759863"/>
              <a:ext cx="6576774" cy="5005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IoT, Cloud computing, and Big Data analytics are fundamentally reshaping supply chain visibility, responsiveness, and agility across industries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639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BEE9C0-D439-2DD0-92D9-212715242D2E}"/>
              </a:ext>
            </a:extLst>
          </p:cNvPr>
          <p:cNvGrpSpPr/>
          <p:nvPr/>
        </p:nvGrpSpPr>
        <p:grpSpPr>
          <a:xfrm>
            <a:off x="547568" y="430172"/>
            <a:ext cx="6576774" cy="1830230"/>
            <a:chOff x="547568" y="430172"/>
            <a:chExt cx="6576774" cy="1830230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C9E7D3-4365-9EB7-3551-69A40F52ACCF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1371600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547568" y="430172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80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Digital Transformation in Supply Chains</a:t>
                </a:r>
                <a:endParaRPr lang="en-US" sz="30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547568" y="1310164"/>
                <a:ext cx="2500789" cy="29325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300"/>
                  </a:lnSpc>
                  <a:buNone/>
                </a:pPr>
                <a:r>
                  <a:rPr lang="en-US" sz="1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Digital Revolution</a:t>
                </a:r>
                <a:endParaRPr lang="en-US" sz="18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547568" y="1759863"/>
              <a:ext cx="6576774" cy="50053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IoT, Cloud computing, and Big Data analytics are fundamentally reshaping supply chain visibility, responsiveness, and agility across industries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22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951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235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544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444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778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3057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678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350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956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898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FFA5557-AB17-751B-B4AB-D4CD2F2212BD}"/>
              </a:ext>
            </a:extLst>
          </p:cNvPr>
          <p:cNvGrpSpPr/>
          <p:nvPr/>
        </p:nvGrpSpPr>
        <p:grpSpPr>
          <a:xfrm>
            <a:off x="547568" y="430172"/>
            <a:ext cx="6576774" cy="2221230"/>
            <a:chOff x="547568" y="430172"/>
            <a:chExt cx="6576774" cy="2221230"/>
          </a:xfrm>
          <a:solidFill>
            <a:srgbClr val="C07000"/>
          </a:soli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BEE9C0-D439-2DD0-92D9-212715242D2E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1830230"/>
            </a:xfrm>
            <a:grpFill/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C9E7D3-4365-9EB7-3551-69A40F52ACCF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4572000" cy="1371600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547568" y="430172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8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Digital Transformation in Supply Chains</a:t>
                  </a:r>
                  <a:endParaRPr lang="en-US" sz="30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547568" y="1310164"/>
                  <a:ext cx="2500789" cy="2932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300"/>
                    </a:lnSpc>
                    <a:buNone/>
                  </a:pPr>
                  <a:r>
                    <a:rPr lang="en-US" sz="18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Digital Revolution</a:t>
                  </a:r>
                  <a:endParaRPr lang="en-US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547568" y="1759863"/>
                <a:ext cx="6576774" cy="5005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IoT, Cloud computing, and Big Data analytics are fundamentally reshaping supply chain visibility, responsiveness, and agility across industries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547568" y="240113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Real-time tracking and monitoring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966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FFA5557-AB17-751B-B4AB-D4CD2F2212BD}"/>
              </a:ext>
            </a:extLst>
          </p:cNvPr>
          <p:cNvGrpSpPr/>
          <p:nvPr/>
        </p:nvGrpSpPr>
        <p:grpSpPr>
          <a:xfrm>
            <a:off x="547568" y="430172"/>
            <a:ext cx="6576774" cy="2221230"/>
            <a:chOff x="547568" y="430172"/>
            <a:chExt cx="6576774" cy="2221230"/>
          </a:xfrm>
          <a:solidFill>
            <a:srgbClr val="C07000"/>
          </a:solidFill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6BEE9C0-D439-2DD0-92D9-212715242D2E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1830230"/>
            </a:xfrm>
            <a:grpFill/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9C9E7D3-4365-9EB7-3551-69A40F52ACCF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4572000" cy="1371600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547568" y="430172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80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Digital Transformation in Supply Chains</a:t>
                  </a:r>
                  <a:endParaRPr lang="en-US" sz="30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547568" y="1310164"/>
                  <a:ext cx="2500789" cy="29325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300"/>
                    </a:lnSpc>
                    <a:buNone/>
                  </a:pPr>
                  <a:r>
                    <a:rPr lang="en-US" sz="18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Digital Revolution</a:t>
                  </a:r>
                  <a:endParaRPr lang="en-US" sz="18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547568" y="1759863"/>
                <a:ext cx="6576774" cy="50053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IoT, Cloud computing, and Big Data analytics are fundamentally reshaping supply chain visibility, responsiveness, and agility across industries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547568" y="240113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Real-time tracking and monitoring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Text 4" descr="Decorative – no critical information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10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378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375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127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068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151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0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257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9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1435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9191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051A4-4AF4-1BB5-9FA3-6E9E366B5A83}"/>
              </a:ext>
            </a:extLst>
          </p:cNvPr>
          <p:cNvGrpSpPr/>
          <p:nvPr/>
        </p:nvGrpSpPr>
        <p:grpSpPr>
          <a:xfrm>
            <a:off x="547568" y="430172"/>
            <a:ext cx="6576774" cy="2526150"/>
            <a:chOff x="547568" y="430172"/>
            <a:chExt cx="6576774" cy="2526150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FFA5557-AB17-751B-B4AB-D4CD2F2212BD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221230"/>
            </a:xfrm>
            <a:grpFill/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6BEE9C0-D439-2DD0-92D9-212715242D2E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1830230"/>
              </a:xfrm>
              <a:grpFill/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9C9E7D3-4365-9EB7-3551-69A40F52ACCF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4572000" cy="1371600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547568" y="430172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8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Digital Transformation in Supply Chains</a:t>
                    </a:r>
                    <a:endParaRPr lang="en-US" sz="30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547568" y="1310164"/>
                    <a:ext cx="2500789" cy="2932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300"/>
                      </a:lnSpc>
                      <a:buNone/>
                    </a:pPr>
                    <a:r>
                      <a:rPr lang="en-US" sz="18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Digital Revolution</a:t>
                    </a:r>
                    <a:endParaRPr lang="en-US" sz="18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547568" y="1759863"/>
                  <a:ext cx="6576774" cy="5005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950"/>
                    </a:lnSpc>
                    <a:buNone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IoT, Cloud computing, and Big Data analytics are fundamentally reshaping supply chain visibility, responsiveness, and agility across industries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547568" y="240113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Real-time tracking and monitoring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547568" y="270605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Predictive maintenance capabilities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7854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051A4-4AF4-1BB5-9FA3-6E9E366B5A83}"/>
              </a:ext>
            </a:extLst>
          </p:cNvPr>
          <p:cNvGrpSpPr/>
          <p:nvPr/>
        </p:nvGrpSpPr>
        <p:grpSpPr>
          <a:xfrm>
            <a:off x="547568" y="430172"/>
            <a:ext cx="6576774" cy="2526150"/>
            <a:chOff x="547568" y="430172"/>
            <a:chExt cx="6576774" cy="2526150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FFA5557-AB17-751B-B4AB-D4CD2F2212BD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221230"/>
            </a:xfrm>
            <a:grpFill/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6BEE9C0-D439-2DD0-92D9-212715242D2E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1830230"/>
              </a:xfrm>
              <a:grpFill/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9C9E7D3-4365-9EB7-3551-69A40F52ACCF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4572000" cy="1371600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547568" y="430172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80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Digital Transformation in Supply Chains</a:t>
                    </a:r>
                    <a:endParaRPr lang="en-US" sz="30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547568" y="1310164"/>
                    <a:ext cx="2500789" cy="29325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300"/>
                      </a:lnSpc>
                      <a:buNone/>
                    </a:pPr>
                    <a:r>
                      <a:rPr lang="en-US" sz="18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Digital Revolution</a:t>
                    </a:r>
                    <a:endParaRPr lang="en-US" sz="18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547568" y="1759863"/>
                  <a:ext cx="6576774" cy="50053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950"/>
                    </a:lnSpc>
                    <a:buNone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IoT, Cloud computing, and Big Data analytics are fundamentally reshaping supply chain visibility, responsiveness, and agility across industries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547568" y="240113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Real-time tracking and monitoring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Text 4" descr="Decorative – no critical information"/>
            <p:cNvSpPr/>
            <p:nvPr/>
          </p:nvSpPr>
          <p:spPr>
            <a:xfrm>
              <a:off x="547568" y="2706053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Predictive maintenance capabilities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750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246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7789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2586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868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6665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746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520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7187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946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0290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FBC9C1-19DF-603E-BF5E-857B5C198BBA}"/>
              </a:ext>
            </a:extLst>
          </p:cNvPr>
          <p:cNvGrpSpPr/>
          <p:nvPr/>
        </p:nvGrpSpPr>
        <p:grpSpPr>
          <a:xfrm>
            <a:off x="547568" y="430172"/>
            <a:ext cx="6576774" cy="2831069"/>
            <a:chOff x="547568" y="430172"/>
            <a:chExt cx="6576774" cy="2831069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A051A4-4AF4-1BB5-9FA3-6E9E366B5A83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526150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FFA5557-AB17-751B-B4AB-D4CD2F2212BD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221230"/>
              </a:xfrm>
              <a:grpFill/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6BEE9C0-D439-2DD0-92D9-212715242D2E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1830230"/>
                </a:xfrm>
                <a:grpFill/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29C9E7D3-4365-9EB7-3551-69A40F52ACCF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4572000" cy="1371600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547568" y="430172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Digital Transformation in Supply Chains</a:t>
                      </a:r>
                      <a:endParaRPr lang="en-US" sz="30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547568" y="1310164"/>
                      <a:ext cx="2500789" cy="2932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3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Digital Revolution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547568" y="1759863"/>
                    <a:ext cx="6576774" cy="5005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1950"/>
                      </a:lnSpc>
                      <a:buNone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IoT, Cloud computing, and Big Data analytics are fundamentally reshaping supply chain visibility, responsiveness, and agility across industries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547568" y="240113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Real-time tracking and monitoring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547568" y="270605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Predictive maintenance capabilities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547568" y="3010972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Enhanced decision-making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6" descr="Decorative – no critical information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225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8FBC9C1-19DF-603E-BF5E-857B5C198BBA}"/>
              </a:ext>
            </a:extLst>
          </p:cNvPr>
          <p:cNvGrpSpPr/>
          <p:nvPr/>
        </p:nvGrpSpPr>
        <p:grpSpPr>
          <a:xfrm>
            <a:off x="547568" y="430172"/>
            <a:ext cx="6576774" cy="2831069"/>
            <a:chOff x="547568" y="430172"/>
            <a:chExt cx="6576774" cy="2831069"/>
          </a:xfrm>
          <a:solidFill>
            <a:srgbClr val="C07000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A051A4-4AF4-1BB5-9FA3-6E9E366B5A83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526150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FFA5557-AB17-751B-B4AB-D4CD2F2212BD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221230"/>
              </a:xfrm>
              <a:grpFill/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6BEE9C0-D439-2DD0-92D9-212715242D2E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1830230"/>
                </a:xfrm>
                <a:grpFill/>
              </p:grpSpPr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29C9E7D3-4365-9EB7-3551-69A40F52ACCF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4572000" cy="1371600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547568" y="430172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80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Digital Transformation in Supply Chains</a:t>
                      </a:r>
                      <a:endParaRPr lang="en-US" sz="30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547568" y="1310164"/>
                      <a:ext cx="2500789" cy="29325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3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Digital Revolution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547568" y="1759863"/>
                    <a:ext cx="6576774" cy="50053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1950"/>
                      </a:lnSpc>
                      <a:buNone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IoT, Cloud computing, and Big Data analytics are fundamentally reshaping supply chain visibility, responsiveness, and agility across industries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547568" y="240113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Real-time tracking and monitoring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Text 4" descr="Decorative – no critical information"/>
              <p:cNvSpPr/>
              <p:nvPr/>
            </p:nvSpPr>
            <p:spPr>
              <a:xfrm>
                <a:off x="547568" y="2706053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Predictive maintenance capabilities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547568" y="3010972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Enhanced decision-making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6" descr="Decorative – no critical information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9853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3393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0592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1232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9174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8566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6989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008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3462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6959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0235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30D46F7-D15A-A097-BE95-B68E9C7F369D}"/>
              </a:ext>
            </a:extLst>
          </p:cNvPr>
          <p:cNvGrpSpPr/>
          <p:nvPr/>
        </p:nvGrpSpPr>
        <p:grpSpPr>
          <a:xfrm>
            <a:off x="547568" y="430172"/>
            <a:ext cx="6576774" cy="3135988"/>
            <a:chOff x="547568" y="430172"/>
            <a:chExt cx="6576774" cy="3135988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FBC9C1-19DF-603E-BF5E-857B5C198BB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831069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FA051A4-4AF4-1BB5-9FA3-6E9E366B5A83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526150"/>
              </a:xfrm>
              <a:grpFill/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FFA5557-AB17-751B-B4AB-D4CD2F2212BD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221230"/>
                </a:xfrm>
                <a:grpFill/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06BEE9C0-D439-2DD0-92D9-212715242D2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1830230"/>
                  </a:xfrm>
                  <a:grpFill/>
                </p:grpSpPr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29C9E7D3-4365-9EB7-3551-69A40F52AC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4572000" cy="1371600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547568" y="430172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8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Digital Transformation in Supply Chains</a:t>
                        </a:r>
                        <a:endParaRPr lang="en-US" sz="30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547568" y="1310164"/>
                        <a:ext cx="2500789" cy="2932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300"/>
                          </a:lnSpc>
                          <a:buNone/>
                        </a:pPr>
                        <a:r>
                          <a:rPr lang="en-US" sz="18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Digital Revolution</a:t>
                        </a:r>
                        <a:endParaRPr lang="en-US" sz="18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547568" y="1759863"/>
                      <a:ext cx="6576774" cy="5005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IoT, Cloud computing, and Big Data analytics are fundamentally reshaping supply chain visibility, responsiveness, and agility across industries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547568" y="240113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Real-time tracking and monitoring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547568" y="270605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Predictive maintenance capabilities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547568" y="3010972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Enhanced decision-making speed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6" descr="Decorative – no critical information"/>
            <p:cNvSpPr/>
            <p:nvPr/>
          </p:nvSpPr>
          <p:spPr>
            <a:xfrm>
              <a:off x="547568" y="3315891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Seamless data integration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9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091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30D46F7-D15A-A097-BE95-B68E9C7F369D}"/>
              </a:ext>
            </a:extLst>
          </p:cNvPr>
          <p:cNvGrpSpPr/>
          <p:nvPr/>
        </p:nvGrpSpPr>
        <p:grpSpPr>
          <a:xfrm>
            <a:off x="547568" y="430172"/>
            <a:ext cx="6576774" cy="3135988"/>
            <a:chOff x="547568" y="430172"/>
            <a:chExt cx="6576774" cy="3135988"/>
          </a:xfrm>
          <a:solidFill>
            <a:srgbClr val="C0700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FBC9C1-19DF-603E-BF5E-857B5C198BB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2831069"/>
            </a:xfrm>
            <a:grpFill/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FA051A4-4AF4-1BB5-9FA3-6E9E366B5A83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526150"/>
              </a:xfrm>
              <a:grpFill/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FFA5557-AB17-751B-B4AB-D4CD2F2212BD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221230"/>
                </a:xfrm>
                <a:grpFill/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06BEE9C0-D439-2DD0-92D9-212715242D2E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1830230"/>
                  </a:xfrm>
                  <a:grpFill/>
                </p:grpSpPr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29C9E7D3-4365-9EB7-3551-69A40F52AC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4572000" cy="1371600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547568" y="430172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80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Digital Transformation in Supply Chains</a:t>
                        </a:r>
                        <a:endParaRPr lang="en-US" sz="30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547568" y="1310164"/>
                        <a:ext cx="2500789" cy="29325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300"/>
                          </a:lnSpc>
                          <a:buNone/>
                        </a:pPr>
                        <a:r>
                          <a:rPr lang="en-US" sz="18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Digital Revolution</a:t>
                        </a:r>
                        <a:endParaRPr lang="en-US" sz="18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547568" y="1759863"/>
                      <a:ext cx="6576774" cy="50053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195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IoT, Cloud computing, and Big Data analytics are fundamentally reshaping supply chain visibility, responsiveness, and agility across industries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547568" y="240113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Real-time tracking and monitoring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Text 4" descr="Decorative – no critical information"/>
                <p:cNvSpPr/>
                <p:nvPr/>
              </p:nvSpPr>
              <p:spPr>
                <a:xfrm>
                  <a:off x="547568" y="2706053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Predictive maintenance capabilities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547568" y="3010972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Enhanced decision-making speed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6" descr="Decorative – no critical information"/>
            <p:cNvSpPr/>
            <p:nvPr/>
          </p:nvSpPr>
          <p:spPr>
            <a:xfrm>
              <a:off x="547568" y="3315891"/>
              <a:ext cx="6576774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195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Seamless data integration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9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3305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3310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1166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2759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800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9341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6373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8339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1667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1447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1675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2F280D8-EA2F-B54D-5899-5E10B64BF5C8}"/>
              </a:ext>
            </a:extLst>
          </p:cNvPr>
          <p:cNvGrpSpPr/>
          <p:nvPr/>
        </p:nvGrpSpPr>
        <p:grpSpPr>
          <a:xfrm>
            <a:off x="547568" y="430172"/>
            <a:ext cx="13542883" cy="7476292"/>
            <a:chOff x="547568" y="430172"/>
            <a:chExt cx="13542883" cy="7476292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0D46F7-D15A-A097-BE95-B68E9C7F369D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3135988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8FBC9C1-19DF-603E-BF5E-857B5C198BBA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831069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FA051A4-4AF4-1BB5-9FA3-6E9E366B5A83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526150"/>
                </a:xfrm>
                <a:grpFill/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4FFA5557-AB17-751B-B4AB-D4CD2F2212B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221230"/>
                  </a:xfrm>
                  <a:grpFill/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06BEE9C0-D439-2DD0-92D9-212715242D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1830230"/>
                    </a:xfrm>
                    <a:grpFill/>
                  </p:grpSpPr>
                  <p:grpSp>
                    <p:nvGrpSpPr>
                      <p:cNvPr id="13" name="Group 12">
                        <a:extLst>
                          <a:ext uri="{FF2B5EF4-FFF2-40B4-BE49-F238E27FC236}">
                            <a16:creationId xmlns:a16="http://schemas.microsoft.com/office/drawing/2014/main" id="{29C9E7D3-4365-9EB7-3551-69A40F52AC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4572000" cy="1371600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547568" y="430172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Digital Transformation in Supply Chains</a:t>
                          </a:r>
                          <a:endParaRPr lang="en-US" sz="30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547568" y="1310164"/>
                          <a:ext cx="2500789" cy="2932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300"/>
                            </a:lnSpc>
                            <a:buNone/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Digital Revolution</a:t>
                          </a:r>
                          <a:endParaRPr lang="en-US" sz="18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547568" y="1759863"/>
                        <a:ext cx="6576774" cy="5005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1950"/>
                          </a:lnSpc>
                          <a:buNone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IoT, Cloud computing, and Big Data analytics are fundamentally reshaping supply chain visibility, responsiveness, and agility across industries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547568" y="240113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Real-time tracking and monitoring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547568" y="270605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Predictive maintenance capabilities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547568" y="3010972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Enhanced decision-making speed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6" descr="Decorative – no critical information"/>
              <p:cNvSpPr/>
              <p:nvPr/>
            </p:nvSpPr>
            <p:spPr>
              <a:xfrm>
                <a:off x="547568" y="3315891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Seamless data integration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3677" y="1329690"/>
              <a:ext cx="6576774" cy="657677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0" name="Shape 7" descr="Decorative – no critical information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0344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2F280D8-EA2F-B54D-5899-5E10B64BF5C8}"/>
              </a:ext>
            </a:extLst>
          </p:cNvPr>
          <p:cNvGrpSpPr/>
          <p:nvPr/>
        </p:nvGrpSpPr>
        <p:grpSpPr>
          <a:xfrm>
            <a:off x="547568" y="430172"/>
            <a:ext cx="13542883" cy="7476292"/>
            <a:chOff x="547568" y="430172"/>
            <a:chExt cx="13542883" cy="7476292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30D46F7-D15A-A097-BE95-B68E9C7F369D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6576774" cy="3135988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8FBC9C1-19DF-603E-BF5E-857B5C198BBA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2831069"/>
              </a:xfrm>
              <a:grpFill/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8FA051A4-4AF4-1BB5-9FA3-6E9E366B5A83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526150"/>
                </a:xfrm>
                <a:grpFill/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4FFA5557-AB17-751B-B4AB-D4CD2F2212B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221230"/>
                  </a:xfrm>
                  <a:grpFill/>
                </p:grpSpPr>
                <p:grpSp>
                  <p:nvGrpSpPr>
                    <p:cNvPr id="14" name="Group 13">
                      <a:extLst>
                        <a:ext uri="{FF2B5EF4-FFF2-40B4-BE49-F238E27FC236}">
                          <a16:creationId xmlns:a16="http://schemas.microsoft.com/office/drawing/2014/main" id="{06BEE9C0-D439-2DD0-92D9-212715242D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1830230"/>
                    </a:xfrm>
                    <a:grpFill/>
                  </p:grpSpPr>
                  <p:grpSp>
                    <p:nvGrpSpPr>
                      <p:cNvPr id="13" name="Group 12">
                        <a:extLst>
                          <a:ext uri="{FF2B5EF4-FFF2-40B4-BE49-F238E27FC236}">
                            <a16:creationId xmlns:a16="http://schemas.microsoft.com/office/drawing/2014/main" id="{29C9E7D3-4365-9EB7-3551-69A40F52AC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4572000" cy="1371600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547568" y="430172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Digital Transformation in Supply Chains</a:t>
                          </a:r>
                          <a:endParaRPr lang="en-US" sz="30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547568" y="1310164"/>
                          <a:ext cx="2500789" cy="29325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300"/>
                            </a:lnSpc>
                            <a:buNone/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Digital Revolution</a:t>
                          </a:r>
                          <a:endParaRPr lang="en-US" sz="18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547568" y="1759863"/>
                        <a:ext cx="6576774" cy="50053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1950"/>
                          </a:lnSpc>
                          <a:buNone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IoT, Cloud computing, and Big Data analytics are fundamentally reshaping supply chain visibility, responsiveness, and agility across industries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547568" y="240113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Real-time tracking and monitoring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Text 4" descr="Decorative – no critical information"/>
                  <p:cNvSpPr/>
                  <p:nvPr/>
                </p:nvSpPr>
                <p:spPr>
                  <a:xfrm>
                    <a:off x="547568" y="2706053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Predictive maintenance capabilities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547568" y="3010972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Enhanced decision-making speed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6" descr="Decorative – no critical information"/>
              <p:cNvSpPr/>
              <p:nvPr/>
            </p:nvSpPr>
            <p:spPr>
              <a:xfrm>
                <a:off x="547568" y="3315891"/>
                <a:ext cx="6576774" cy="250269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1950"/>
                  </a:lnSpc>
                  <a:buSzPct val="100000"/>
                  <a:buChar char="•"/>
                </a:pPr>
                <a:r>
                  <a:rPr lang="en-US" sz="120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Seamless data integration</a:t>
                </a:r>
                <a:endParaRPr lang="en-US" sz="120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3677" y="1329690"/>
              <a:ext cx="6576774" cy="6576774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0" name="Shape 7" descr="Decorative – no critical information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5643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254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1781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0251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2650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2971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07214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576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7809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3757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2442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874C65C-6A60-7D78-1D72-3603337BDE1C}"/>
              </a:ext>
            </a:extLst>
          </p:cNvPr>
          <p:cNvGrpSpPr/>
          <p:nvPr/>
        </p:nvGrpSpPr>
        <p:grpSpPr>
          <a:xfrm>
            <a:off x="547568" y="430172"/>
            <a:ext cx="13535263" cy="8492967"/>
            <a:chOff x="547568" y="430172"/>
            <a:chExt cx="13535263" cy="8492967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2F280D8-EA2F-B54D-5899-5E10B64BF5C8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42883" cy="7476292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0D46F7-D15A-A097-BE95-B68E9C7F369D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3135988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8FBC9C1-19DF-603E-BF5E-857B5C198BBA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831069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8FA051A4-4AF4-1BB5-9FA3-6E9E366B5A83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526150"/>
                  </a:xfrm>
                  <a:grpFill/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4FFA5557-AB17-751B-B4AB-D4CD2F2212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221230"/>
                    </a:xfrm>
                    <a:grpFill/>
                  </p:grpSpPr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06BEE9C0-D439-2DD0-92D9-212715242D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1830230"/>
                      </a:xfrm>
                      <a:grpFill/>
                    </p:grpSpPr>
                    <p:grpSp>
                      <p:nvGrpSpPr>
                        <p:cNvPr id="13" name="Group 12">
                          <a:extLst>
                            <a:ext uri="{FF2B5EF4-FFF2-40B4-BE49-F238E27FC236}">
                              <a16:creationId xmlns:a16="http://schemas.microsoft.com/office/drawing/2014/main" id="{29C9E7D3-4365-9EB7-3551-69A40F52AC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4572000" cy="1371600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547568" y="430172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8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Digital Transformation in Supply Chains</a:t>
                            </a:r>
                            <a:endParaRPr lang="en-US" sz="30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547568" y="1310164"/>
                            <a:ext cx="2500789" cy="2932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300"/>
                              </a:lnSpc>
                              <a:buNone/>
                            </a:pPr>
                            <a:r>
                              <a:rPr lang="en-US" sz="18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Digital Revolution</a:t>
                            </a:r>
                            <a:endParaRPr lang="en-US" sz="18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547568" y="1759863"/>
                          <a:ext cx="6576774" cy="5005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195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IoT, Cloud computing, and Big Data analytics are fundamentally reshaping supply chain visibility, responsiveness, and agility across industries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547568" y="240113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Real-time tracking and monitoring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547568" y="270605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Predictive maintenance capabilities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547568" y="3010972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Enhanced decision-making speed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6" descr="Decorative – no critical information"/>
                <p:cNvSpPr/>
                <p:nvPr/>
              </p:nvSpPr>
              <p:spPr>
                <a:xfrm>
                  <a:off x="547568" y="3315891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Seamless data integration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9" name="Image 0" descr="Decorative – no critical informati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3677" y="1329690"/>
                <a:ext cx="6576774" cy="65767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0" name="Shape 7" descr="Decorative – no critical information"/>
            <p:cNvSpPr/>
            <p:nvPr/>
          </p:nvSpPr>
          <p:spPr>
            <a:xfrm>
              <a:off x="547568" y="8258413"/>
              <a:ext cx="13535263" cy="664726"/>
            </a:xfrm>
            <a:prstGeom prst="roundRect">
              <a:avLst>
                <a:gd name="adj" fmla="val 988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631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874C65C-6A60-7D78-1D72-3603337BDE1C}"/>
              </a:ext>
            </a:extLst>
          </p:cNvPr>
          <p:cNvGrpSpPr/>
          <p:nvPr/>
        </p:nvGrpSpPr>
        <p:grpSpPr>
          <a:xfrm>
            <a:off x="547568" y="430172"/>
            <a:ext cx="13535263" cy="8492967"/>
            <a:chOff x="547568" y="430172"/>
            <a:chExt cx="13535263" cy="8492967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2F280D8-EA2F-B54D-5899-5E10B64BF5C8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42883" cy="7476292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0D46F7-D15A-A097-BE95-B68E9C7F369D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6576774" cy="3135988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C8FBC9C1-19DF-603E-BF5E-857B5C198BBA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2831069"/>
                </a:xfrm>
                <a:grpFill/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8FA051A4-4AF4-1BB5-9FA3-6E9E366B5A83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526150"/>
                  </a:xfrm>
                  <a:grpFill/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4FFA5557-AB17-751B-B4AB-D4CD2F2212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221230"/>
                    </a:xfrm>
                    <a:grpFill/>
                  </p:grpSpPr>
                  <p:grpSp>
                    <p:nvGrpSpPr>
                      <p:cNvPr id="14" name="Group 13">
                        <a:extLst>
                          <a:ext uri="{FF2B5EF4-FFF2-40B4-BE49-F238E27FC236}">
                            <a16:creationId xmlns:a16="http://schemas.microsoft.com/office/drawing/2014/main" id="{06BEE9C0-D439-2DD0-92D9-212715242D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1830230"/>
                      </a:xfrm>
                      <a:grpFill/>
                    </p:grpSpPr>
                    <p:grpSp>
                      <p:nvGrpSpPr>
                        <p:cNvPr id="13" name="Group 12">
                          <a:extLst>
                            <a:ext uri="{FF2B5EF4-FFF2-40B4-BE49-F238E27FC236}">
                              <a16:creationId xmlns:a16="http://schemas.microsoft.com/office/drawing/2014/main" id="{29C9E7D3-4365-9EB7-3551-69A40F52AC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4572000" cy="1371600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547568" y="430172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80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Digital Transformation in Supply Chains</a:t>
                            </a:r>
                            <a:endParaRPr lang="en-US" sz="30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547568" y="1310164"/>
                            <a:ext cx="2500789" cy="29325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300"/>
                              </a:lnSpc>
                              <a:buNone/>
                            </a:pPr>
                            <a:r>
                              <a:rPr lang="en-US" sz="18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Digital Revolution</a:t>
                            </a:r>
                            <a:endParaRPr lang="en-US" sz="18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547568" y="1759863"/>
                          <a:ext cx="6576774" cy="50053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1950"/>
                            </a:lnSpc>
                            <a:buNone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IoT, Cloud computing, and Big Data analytics are fundamentally reshaping supply chain visibility, responsiveness, and agility across industries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547568" y="240113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Real-time tracking and monitoring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Text 4" descr="Decorative – no critical information"/>
                    <p:cNvSpPr/>
                    <p:nvPr/>
                  </p:nvSpPr>
                  <p:spPr>
                    <a:xfrm>
                      <a:off x="547568" y="2706053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Predictive maintenance capabilities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547568" y="3010972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Enhanced decision-making speed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6" descr="Decorative – no critical information"/>
                <p:cNvSpPr/>
                <p:nvPr/>
              </p:nvSpPr>
              <p:spPr>
                <a:xfrm>
                  <a:off x="547568" y="3315891"/>
                  <a:ext cx="6576774" cy="250269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342900" indent="-342900" algn="l">
                    <a:lnSpc>
                      <a:spcPts val="1950"/>
                    </a:lnSpc>
                    <a:buSzPct val="100000"/>
                    <a:buChar char="•"/>
                  </a:pPr>
                  <a:r>
                    <a:rPr lang="en-US" sz="120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Seamless data integration</a:t>
                  </a:r>
                  <a:endParaRPr lang="en-US" sz="120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9" name="Image 0" descr="Decorative – no critical informati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3677" y="1329690"/>
                <a:ext cx="6576774" cy="6576774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0" name="Shape 7" descr="Decorative – no critical information"/>
            <p:cNvSpPr/>
            <p:nvPr/>
          </p:nvSpPr>
          <p:spPr>
            <a:xfrm>
              <a:off x="547568" y="8258413"/>
              <a:ext cx="13535263" cy="664726"/>
            </a:xfrm>
            <a:prstGeom prst="roundRect">
              <a:avLst>
                <a:gd name="adj" fmla="val 9886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1" name="Image 1" descr="Decorative – no critical inform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25382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4673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8146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51121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036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10294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35146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69916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57813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066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0883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2F00F-E30D-8376-F54A-4A235742802A}"/>
              </a:ext>
            </a:extLst>
          </p:cNvPr>
          <p:cNvGrpSpPr/>
          <p:nvPr/>
        </p:nvGrpSpPr>
        <p:grpSpPr>
          <a:xfrm>
            <a:off x="547568" y="430172"/>
            <a:ext cx="4572000" cy="8218528"/>
            <a:chOff x="547568" y="430172"/>
            <a:chExt cx="4572000" cy="8218528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74C65C-6A60-7D78-1D72-3603337BDE1C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35263" cy="8492967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F280D8-EA2F-B54D-5899-5E10B64BF5C8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42883" cy="7476292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30D46F7-D15A-A097-BE95-B68E9C7F369D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3135988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C8FBC9C1-19DF-603E-BF5E-857B5C198BBA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831069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8FA051A4-4AF4-1BB5-9FA3-6E9E366B5A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526150"/>
                    </a:xfrm>
                    <a:grpFill/>
                  </p:grpSpPr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4FFA5557-AB17-751B-B4AB-D4CD2F2212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221230"/>
                      </a:xfrm>
                      <a:grpFill/>
                    </p:grpSpPr>
                    <p:grpSp>
                      <p:nvGrpSpPr>
                        <p:cNvPr id="14" name="Group 13">
                          <a:extLst>
                            <a:ext uri="{FF2B5EF4-FFF2-40B4-BE49-F238E27FC236}">
                              <a16:creationId xmlns:a16="http://schemas.microsoft.com/office/drawing/2014/main" id="{06BEE9C0-D439-2DD0-92D9-212715242D2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1830230"/>
                        </a:xfrm>
                        <a:grpFill/>
                      </p:grpSpPr>
                      <p:grpSp>
                        <p:nvGrpSpPr>
                          <p:cNvPr id="13" name="Group 12">
                            <a:extLst>
                              <a:ext uri="{FF2B5EF4-FFF2-40B4-BE49-F238E27FC236}">
                                <a16:creationId xmlns:a16="http://schemas.microsoft.com/office/drawing/2014/main" id="{29C9E7D3-4365-9EB7-3551-69A40F52AC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547568" y="430172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8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Digital Transformation in Supply Chains</a:t>
                              </a:r>
                              <a:endParaRPr lang="en-US" sz="30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547568" y="1310164"/>
                              <a:ext cx="2500789" cy="2932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300"/>
                                </a:lnSpc>
                                <a:buNone/>
                              </a:pPr>
                              <a:r>
                                <a:rPr lang="en-US" sz="18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Digital Revolution</a:t>
                              </a:r>
                              <a:endParaRPr lang="en-US" sz="18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547568" y="1759863"/>
                            <a:ext cx="6576774" cy="5005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950"/>
                              </a:lnSpc>
                              <a:buNone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IoT, Cloud computing, and Big Data analytics are fundamentally reshaping supply chain visibility, responsiveness, and agility across industries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547568" y="240113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Real-time tracking and monitoring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547568" y="270605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Predictive maintenance capabilities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547568" y="3010972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Enhanced decision-making speed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6" descr="Decorative – no critical information"/>
                  <p:cNvSpPr/>
                  <p:nvPr/>
                </p:nvSpPr>
                <p:spPr>
                  <a:xfrm>
                    <a:off x="547568" y="3315891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Seamless data integration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9" name="Image 0" descr="Decorative – no critical information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13677" y="1329690"/>
                  <a:ext cx="6576774" cy="65767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sp>
            <p:nvSpPr>
              <p:cNvPr id="10" name="Shape 7" descr="Decorative – no critical information"/>
              <p:cNvSpPr/>
              <p:nvPr/>
            </p:nvSpPr>
            <p:spPr>
              <a:xfrm>
                <a:off x="547568" y="8258413"/>
                <a:ext cx="13535263" cy="664726"/>
              </a:xfrm>
              <a:prstGeom prst="roundRect">
                <a:avLst>
                  <a:gd name="adj" fmla="val 988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" name="Image 1" descr="Decorative – no critical inform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017" y="8492252"/>
              <a:ext cx="195501" cy="15644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2" name="Text 8" descr="Decorative – no critical information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5305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2F00F-E30D-8376-F54A-4A235742802A}"/>
              </a:ext>
            </a:extLst>
          </p:cNvPr>
          <p:cNvGrpSpPr/>
          <p:nvPr/>
        </p:nvGrpSpPr>
        <p:grpSpPr>
          <a:xfrm>
            <a:off x="547568" y="430172"/>
            <a:ext cx="4572000" cy="8218528"/>
            <a:chOff x="547568" y="430172"/>
            <a:chExt cx="4572000" cy="8218528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74C65C-6A60-7D78-1D72-3603337BDE1C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13535263" cy="8492967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F280D8-EA2F-B54D-5899-5E10B64BF5C8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42883" cy="7476292"/>
              </a:xfrm>
              <a:grpFill/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630D46F7-D15A-A097-BE95-B68E9C7F369D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6576774" cy="3135988"/>
                </a:xfrm>
                <a:grpFill/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C8FBC9C1-19DF-603E-BF5E-857B5C198BBA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2831069"/>
                  </a:xfrm>
                  <a:grpFill/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8FA051A4-4AF4-1BB5-9FA3-6E9E366B5A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526150"/>
                    </a:xfrm>
                    <a:grpFill/>
                  </p:grpSpPr>
                  <p:grpSp>
                    <p:nvGrpSpPr>
                      <p:cNvPr id="15" name="Group 14">
                        <a:extLst>
                          <a:ext uri="{FF2B5EF4-FFF2-40B4-BE49-F238E27FC236}">
                            <a16:creationId xmlns:a16="http://schemas.microsoft.com/office/drawing/2014/main" id="{4FFA5557-AB17-751B-B4AB-D4CD2F2212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221230"/>
                      </a:xfrm>
                      <a:grpFill/>
                    </p:grpSpPr>
                    <p:grpSp>
                      <p:nvGrpSpPr>
                        <p:cNvPr id="14" name="Group 13">
                          <a:extLst>
                            <a:ext uri="{FF2B5EF4-FFF2-40B4-BE49-F238E27FC236}">
                              <a16:creationId xmlns:a16="http://schemas.microsoft.com/office/drawing/2014/main" id="{06BEE9C0-D439-2DD0-92D9-212715242D2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1830230"/>
                        </a:xfrm>
                        <a:grpFill/>
                      </p:grpSpPr>
                      <p:grpSp>
                        <p:nvGrpSpPr>
                          <p:cNvPr id="13" name="Group 12">
                            <a:extLst>
                              <a:ext uri="{FF2B5EF4-FFF2-40B4-BE49-F238E27FC236}">
                                <a16:creationId xmlns:a16="http://schemas.microsoft.com/office/drawing/2014/main" id="{29C9E7D3-4365-9EB7-3551-69A40F52AC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4572000" cy="1371600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547568" y="430172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80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Digital Transformation in Supply Chains</a:t>
                              </a:r>
                              <a:endParaRPr lang="en-US" sz="30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547568" y="1310164"/>
                              <a:ext cx="2500789" cy="29325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300"/>
                                </a:lnSpc>
                                <a:buNone/>
                              </a:pPr>
                              <a:r>
                                <a:rPr lang="en-US" sz="18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Digital Revolution</a:t>
                              </a:r>
                              <a:endParaRPr lang="en-US" sz="18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547568" y="1759863"/>
                            <a:ext cx="6576774" cy="50053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1950"/>
                              </a:lnSpc>
                              <a:buNone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IoT, Cloud computing, and Big Data analytics are fundamentally reshaping supply chain visibility, responsiveness, and agility across industries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547568" y="240113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Real-time tracking and monitoring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Text 4" descr="Decorative – no critical information"/>
                      <p:cNvSpPr/>
                      <p:nvPr/>
                    </p:nvSpPr>
                    <p:spPr>
                      <a:xfrm>
                        <a:off x="547568" y="2706053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Predictive maintenance capabilities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547568" y="3010972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Enhanced decision-making speed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6" descr="Decorative – no critical information"/>
                  <p:cNvSpPr/>
                  <p:nvPr/>
                </p:nvSpPr>
                <p:spPr>
                  <a:xfrm>
                    <a:off x="547568" y="3315891"/>
                    <a:ext cx="6576774" cy="250269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342900" indent="-342900" algn="l">
                      <a:lnSpc>
                        <a:spcPts val="1950"/>
                      </a:lnSpc>
                      <a:buSzPct val="100000"/>
                      <a:buChar char="•"/>
                    </a:pPr>
                    <a:r>
                      <a:rPr lang="en-US" sz="120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Seamless data integration</a:t>
                    </a:r>
                    <a:endParaRPr lang="en-US" sz="120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9" name="Image 0" descr="Decorative – no critical information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13677" y="1329690"/>
                  <a:ext cx="6576774" cy="6576774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sp>
            <p:nvSpPr>
              <p:cNvPr id="10" name="Shape 7" descr="Decorative – no critical information"/>
              <p:cNvSpPr/>
              <p:nvPr/>
            </p:nvSpPr>
            <p:spPr>
              <a:xfrm>
                <a:off x="547568" y="8258413"/>
                <a:ext cx="13535263" cy="664726"/>
              </a:xfrm>
              <a:prstGeom prst="roundRect">
                <a:avLst>
                  <a:gd name="adj" fmla="val 9886"/>
                </a:avLst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1" name="Image 1" descr="Decorative – no critical inform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017" y="8492252"/>
              <a:ext cx="195501" cy="15644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sp>
        <p:nvSpPr>
          <p:cNvPr id="12" name="Text 8" descr="Decorative – no critical information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596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1179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1475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04964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1804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4407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5746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65045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3972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61491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0151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13378815" cy="8274011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7920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13378815" cy="8274011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0039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5585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84654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9923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6888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64851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5294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3872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74361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80799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00099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855309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14251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93455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75889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71592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46485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58058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85476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62126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65897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88051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11707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623783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F74E497-C6E1-521C-F0BB-676A0CF0876B}"/>
              </a:ext>
            </a:extLst>
          </p:cNvPr>
          <p:cNvGrpSpPr/>
          <p:nvPr/>
        </p:nvGrpSpPr>
        <p:grpSpPr>
          <a:xfrm>
            <a:off x="547568" y="430172"/>
            <a:ext cx="4572000" cy="1371600"/>
            <a:chOff x="547568" y="430172"/>
            <a:chExt cx="13378815" cy="8274011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2F00F-E30D-8376-F54A-4A235742802A}"/>
                </a:ext>
              </a:extLst>
            </p:cNvPr>
            <p:cNvGrpSpPr/>
            <p:nvPr/>
          </p:nvGrpSpPr>
          <p:grpSpPr>
            <a:xfrm>
              <a:off x="547568" y="430172"/>
              <a:ext cx="4572000" cy="1371600"/>
              <a:chOff x="547568" y="430172"/>
              <a:chExt cx="4572000" cy="8218528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874C65C-6A60-7D78-1D72-3603337BDE1C}"/>
                  </a:ext>
                </a:extLst>
              </p:cNvPr>
              <p:cNvGrpSpPr/>
              <p:nvPr/>
            </p:nvGrpSpPr>
            <p:grpSpPr>
              <a:xfrm>
                <a:off x="547568" y="430172"/>
                <a:ext cx="4572000" cy="1371600"/>
                <a:chOff x="547568" y="430172"/>
                <a:chExt cx="13535263" cy="849296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F280D8-EA2F-B54D-5899-5E10B64BF5C8}"/>
                    </a:ext>
                  </a:extLst>
                </p:cNvPr>
                <p:cNvGrpSpPr/>
                <p:nvPr/>
              </p:nvGrpSpPr>
              <p:grpSpPr>
                <a:xfrm>
                  <a:off x="547568" y="430172"/>
                  <a:ext cx="4572000" cy="1371600"/>
                  <a:chOff x="547568" y="430172"/>
                  <a:chExt cx="13542883" cy="7476292"/>
                </a:xfrm>
                <a:grpFill/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630D46F7-D15A-A097-BE95-B68E9C7F369D}"/>
                      </a:ext>
                    </a:extLst>
                  </p:cNvPr>
                  <p:cNvGrpSpPr/>
                  <p:nvPr/>
                </p:nvGrpSpPr>
                <p:grpSpPr>
                  <a:xfrm>
                    <a:off x="547568" y="430172"/>
                    <a:ext cx="4572000" cy="1371600"/>
                    <a:chOff x="547568" y="430172"/>
                    <a:chExt cx="6576774" cy="3135988"/>
                  </a:xfrm>
                  <a:grpFill/>
                </p:grpSpPr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C8FBC9C1-19DF-603E-BF5E-857B5C198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7568" y="430172"/>
                      <a:ext cx="4572000" cy="1371600"/>
                      <a:chOff x="547568" y="430172"/>
                      <a:chExt cx="6576774" cy="2831069"/>
                    </a:xfrm>
                    <a:grpFill/>
                  </p:grpSpPr>
                  <p:grpSp>
                    <p:nvGrpSpPr>
                      <p:cNvPr id="16" name="Group 15">
                        <a:extLst>
                          <a:ext uri="{FF2B5EF4-FFF2-40B4-BE49-F238E27FC236}">
                            <a16:creationId xmlns:a16="http://schemas.microsoft.com/office/drawing/2014/main" id="{8FA051A4-4AF4-1BB5-9FA3-6E9E366B5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47568" y="430172"/>
                        <a:ext cx="4572000" cy="1371600"/>
                        <a:chOff x="547568" y="430172"/>
                        <a:chExt cx="6576774" cy="2526150"/>
                      </a:xfrm>
                      <a:grpFill/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4FFA5557-AB17-751B-B4AB-D4CD2F2212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7568" y="430172"/>
                          <a:ext cx="4572000" cy="1371600"/>
                          <a:chOff x="547568" y="430172"/>
                          <a:chExt cx="6576774" cy="2221230"/>
                        </a:xfrm>
                        <a:grpFill/>
                      </p:grpSpPr>
                      <p:grpSp>
                        <p:nvGrpSpPr>
                          <p:cNvPr id="14" name="Group 13">
                            <a:extLst>
                              <a:ext uri="{FF2B5EF4-FFF2-40B4-BE49-F238E27FC236}">
                                <a16:creationId xmlns:a16="http://schemas.microsoft.com/office/drawing/2014/main" id="{06BEE9C0-D439-2DD0-92D9-212715242D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47568" y="430172"/>
                            <a:ext cx="4572000" cy="1371600"/>
                            <a:chOff x="547568" y="430172"/>
                            <a:chExt cx="6576774" cy="1830230"/>
                          </a:xfrm>
                          <a:grpFill/>
                        </p:grpSpPr>
                        <p:grpSp>
                          <p:nvGrpSpPr>
                            <p:cNvPr id="13" name="Group 12">
                              <a:extLst>
                                <a:ext uri="{FF2B5EF4-FFF2-40B4-BE49-F238E27FC236}">
                                  <a16:creationId xmlns:a16="http://schemas.microsoft.com/office/drawing/2014/main" id="{29C9E7D3-4365-9EB7-3551-69A40F52ACC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547568" y="430172"/>
                              <a:ext cx="4572000" cy="1371600"/>
                              <a:chOff x="547568" y="430172"/>
                              <a:chExt cx="4572000" cy="1371600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547568" y="430172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80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Digital Transformation in Supply Chains</a:t>
                                </a:r>
                                <a:endParaRPr lang="en-US" sz="30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547568" y="1310164"/>
                                <a:ext cx="2500789" cy="29325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300"/>
                                  </a:lnSpc>
                                  <a:buNone/>
                                </a:pPr>
                                <a:r>
                                  <a:rPr lang="en-US" sz="18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Digital Revolution</a:t>
                                </a:r>
                                <a:endParaRPr lang="en-US" sz="18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7568" y="1759863"/>
                              <a:ext cx="6576774" cy="500539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1950"/>
                                </a:lnSpc>
                                <a:buNone/>
                              </a:pPr>
                              <a:r>
                                <a:rPr lang="en-US" sz="120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IoT, Cloud computing, and Big Data analytics are fundamentally reshaping supply chain visibility, responsiveness, and agility across industries</a:t>
                              </a:r>
                              <a:endParaRPr lang="en-US" sz="1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547568" y="2401133"/>
                            <a:ext cx="6576774" cy="250269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342900" indent="-342900" algn="l">
                              <a:lnSpc>
                                <a:spcPts val="1950"/>
                              </a:lnSpc>
                              <a:buSzPct val="100000"/>
                              <a:buChar char="•"/>
                            </a:pPr>
                            <a:r>
                              <a:rPr lang="en-US" sz="120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Real-time tracking and monitoring</a:t>
                            </a:r>
                            <a:endParaRPr lang="en-US" sz="1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Text 4" descr="Decorative – no critical information"/>
                        <p:cNvSpPr/>
                        <p:nvPr/>
                      </p:nvSpPr>
                      <p:spPr>
                        <a:xfrm>
                          <a:off x="547568" y="2706053"/>
                          <a:ext cx="6576774" cy="250269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342900" indent="-342900" algn="l">
                            <a:lnSpc>
                              <a:spcPts val="1950"/>
                            </a:lnSpc>
                            <a:buSzPct val="100000"/>
                            <a:buChar char="•"/>
                          </a:pPr>
                          <a:r>
                            <a:rPr lang="en-US" sz="120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Predictive maintenance capabilities</a:t>
                          </a:r>
                          <a:endParaRPr lang="en-US" sz="1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7568" y="3010972"/>
                        <a:ext cx="6576774" cy="250269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342900" indent="-342900" algn="l">
                          <a:lnSpc>
                            <a:spcPts val="1950"/>
                          </a:lnSpc>
                          <a:buSzPct val="100000"/>
                          <a:buChar char="•"/>
                        </a:pPr>
                        <a:r>
                          <a:rPr lang="en-US" sz="120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Enhanced decision-making speed</a:t>
                        </a:r>
                        <a:endParaRPr lang="en-US" sz="1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7568" y="3315891"/>
                      <a:ext cx="6576774" cy="25026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342900" indent="-342900" algn="l">
                        <a:lnSpc>
                          <a:spcPts val="1950"/>
                        </a:lnSpc>
                        <a:buSzPct val="100000"/>
                        <a:buChar char="•"/>
                      </a:pPr>
                      <a:r>
                        <a:rPr lang="en-US" sz="120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Seamless data integration</a:t>
                      </a:r>
                      <a:endParaRPr lang="en-US" sz="1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13677" y="1329690"/>
                    <a:ext cx="6576774" cy="6576774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sp>
              <p:nvSpPr>
                <p:cNvPr id="10" name="Shape 7" descr="Decorative – no critical information"/>
                <p:cNvSpPr/>
                <p:nvPr/>
              </p:nvSpPr>
              <p:spPr>
                <a:xfrm>
                  <a:off x="547568" y="8258413"/>
                  <a:ext cx="13535263" cy="664726"/>
                </a:xfrm>
                <a:prstGeom prst="roundRect">
                  <a:avLst>
                    <a:gd name="adj" fmla="val 9886"/>
                  </a:avLst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1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017" y="8492252"/>
                <a:ext cx="195501" cy="15644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sp>
          <p:nvSpPr>
            <p:cNvPr id="12" name="Text 8" descr="Decorative – no critical information"/>
            <p:cNvSpPr/>
            <p:nvPr/>
          </p:nvSpPr>
          <p:spPr>
            <a:xfrm>
              <a:off x="1055965" y="8453914"/>
              <a:ext cx="12870418" cy="250269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Amazon's Innovation:</a:t>
              </a:r>
              <a:r>
                <a:rPr lang="en-US" sz="1200" dirty="0">
                  <a:solidFill>
                    <a:srgbClr val="000000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 IoT-enabled warehouses deliver real-time inventory tracking, reducing errors by 40% and improving fulfillment speed</a:t>
              </a:r>
              <a:endParaRPr lang="en-US" sz="1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11802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44797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86774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4919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9775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90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3233</Words>
  <Application>Microsoft Office PowerPoint</Application>
  <PresentationFormat>Custom</PresentationFormat>
  <Paragraphs>406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2025-12-17T08:55:03Z</dcterms:modified>
</cp:coreProperties>
</file>