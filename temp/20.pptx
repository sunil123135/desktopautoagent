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5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06:12.752" v="0" actId="47"/>
      <pc:docMkLst>
        <pc:docMk/>
      </pc:docMkLst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06:12.752" v="0" actId="47"/>
        <pc:sldMkLst>
          <pc:docMk/>
          <pc:sldMk cId="0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85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116280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Supply Chain Finance &amp; Cost Optimization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Capital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6142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Optimizing payment terms and cash conversion cycles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272843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Drivers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and managing major expense categories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311693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Balance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quality while reducing costs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5342811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12846" y="4823579"/>
            <a:ext cx="2879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Investment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 technology and capability upgrades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4954310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optimization requires holistic thinking—cutting costs in one area can increase expenses elsewhere, so total cost analysis is essential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 Bold</vt:lpstr>
      <vt:lpstr>Arial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2025-12-14T09:06:13Z</dcterms:modified>
</cp:coreProperties>
</file>