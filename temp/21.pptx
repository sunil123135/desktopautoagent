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11487-FDF7-493D-97F3-E590F9A6BB0B}" v="1" dt="2025-12-14T09:49:21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8:34.426" v="0" actId="47"/>
      <pc:docMkLst>
        <pc:docMk/>
      </pc:docMkLst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8:34.426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0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Exploring 50 Key Topics in Supply Chain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rapid journey through critical themes shaping modern supply chains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Each topic covered in 2 slides: overview + key insights or examples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2025-12-14T09:49:32Z</dcterms:modified>
</cp:coreProperties>
</file>