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D7674-9FCB-438D-953B-01E41B76D42A}" v="1" dt="2025-12-14T09:48:01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7:56.421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7:56.421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7:54.00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57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949" y="428149"/>
            <a:ext cx="801671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1. Digital Transformation in Supply Chains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4949" y="1303734"/>
            <a:ext cx="254781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The Digital Revolution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4949" y="1751290"/>
            <a:ext cx="65803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IoT, Cloud, and Big Data reshape supply chain visibility and agility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4949" y="2140387"/>
            <a:ext cx="65803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tracking and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4949" y="2443877"/>
            <a:ext cx="65803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Enhanced decision-making capabilities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4949" y="2747367"/>
            <a:ext cx="65803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Seamless data integration across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949" y="3050858"/>
            <a:ext cx="65803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Predictive insights driving efficiency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2725" y="1323261"/>
            <a:ext cx="6580346" cy="65803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949" y="8253889"/>
            <a:ext cx="13540502" cy="942618"/>
          </a:xfrm>
          <a:prstGeom prst="roundRect">
            <a:avLst>
              <a:gd name="adj" fmla="val 6938"/>
            </a:avLst>
          </a:prstGeom>
          <a:solidFill>
            <a:srgbClr val="E8E8E3"/>
          </a:solidFill>
          <a:ln w="2286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23424" y="8432363"/>
            <a:ext cx="19461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Example: Amazon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3424" y="8768953"/>
            <a:ext cx="1318355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IoT-enabled warehouses for real-time inventory tracking and automated replenishment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2025-12-14T09:48:05Z</dcterms:modified>
</cp:coreProperties>
</file>