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470BE-5809-4CF6-9D39-E79E7FB4A39F}" v="1" dt="2025-12-14T09:46:31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6:22.833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46:22.833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46:22.833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6:20.358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413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1393" y="719138"/>
            <a:ext cx="7801213" cy="1198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2. Artificial Intelligence &amp; Machine Learning Applications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71393" y="2205752"/>
            <a:ext cx="7801213" cy="1887617"/>
          </a:xfrm>
          <a:prstGeom prst="roundRect">
            <a:avLst>
              <a:gd name="adj" fmla="val 4269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70823" y="2405182"/>
            <a:ext cx="575429" cy="575429"/>
          </a:xfrm>
          <a:prstGeom prst="roundRect">
            <a:avLst>
              <a:gd name="adj" fmla="val 15889164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9057" y="2563416"/>
            <a:ext cx="258961" cy="2589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0823" y="3172420"/>
            <a:ext cx="2703433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AI-Driven Forecasting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70823" y="3587115"/>
            <a:ext cx="7402354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Predictive analytics enable accurate demand forecasting and inventory optimization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71393" y="4285178"/>
            <a:ext cx="7801213" cy="1887617"/>
          </a:xfrm>
          <a:prstGeom prst="roundRect">
            <a:avLst>
              <a:gd name="adj" fmla="val 4269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870823" y="4484608"/>
            <a:ext cx="575429" cy="575429"/>
          </a:xfrm>
          <a:prstGeom prst="roundRect">
            <a:avLst>
              <a:gd name="adj" fmla="val 15889164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9057" y="4642842"/>
            <a:ext cx="258961" cy="2589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0823" y="5251847"/>
            <a:ext cx="2398038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Route Optimization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70823" y="5666542"/>
            <a:ext cx="7402354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AI algorithms optimize delivery routes to reduce costs and emissions significantly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71393" y="6388537"/>
            <a:ext cx="7801213" cy="1121807"/>
          </a:xfrm>
          <a:prstGeom prst="roundRect">
            <a:avLst>
              <a:gd name="adj" fmla="val 7183"/>
            </a:avLst>
          </a:prstGeom>
          <a:solidFill>
            <a:srgbClr val="D2DD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203" y="6673691"/>
            <a:ext cx="239792" cy="19181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4805" y="6628209"/>
            <a:ext cx="6985992" cy="61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Case Study:</a:t>
            </a: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AI optimizing delivery routes reduces fuel consumption by 15-20% while improving delivery times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Custom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Roboto Condensed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2025-12-14T09:46:39Z</dcterms:modified>
</cp:coreProperties>
</file>