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18243-AEEA-4121-90EB-612EDDE5D0DC}" v="1" dt="2025-12-14T09:45:58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5:50.310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5:50.310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5:50.310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5:50.310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5:46.827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39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935" y="341709"/>
            <a:ext cx="5308521" cy="388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3. Supply Chain Risk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935" y="978456"/>
            <a:ext cx="124182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4935" y="1174194"/>
            <a:ext cx="6818114" cy="1524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4935" y="1266706"/>
            <a:ext cx="1553289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Identify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4935" y="1535430"/>
            <a:ext cx="681811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Map vulnerabilities across suppliers, geography, and operations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77232" y="978456"/>
            <a:ext cx="124182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7232" y="1174194"/>
            <a:ext cx="6818233" cy="1524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77232" y="1266706"/>
            <a:ext cx="1553289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Assess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77232" y="1535430"/>
            <a:ext cx="681823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Evaluate likelihood and impact of potential disruptions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4935" y="1951553"/>
            <a:ext cx="124182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935" y="2147292"/>
            <a:ext cx="6818114" cy="1524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935" y="2239804"/>
            <a:ext cx="1553289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Mitigate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935" y="2508528"/>
            <a:ext cx="681811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Develop contingency plans and diversification strategies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77232" y="1951553"/>
            <a:ext cx="124182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77232" y="2147292"/>
            <a:ext cx="6818233" cy="1524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77232" y="2239804"/>
            <a:ext cx="1553289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Monitor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77232" y="2508528"/>
            <a:ext cx="681823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Continuous surveillance of risk indicators and early warnings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4935" y="3064431"/>
            <a:ext cx="1553289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COVID-19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935" y="3382804"/>
            <a:ext cx="672869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Pandemic exposed critical vulnerabilities in global supply chains, forcing rapid adaptation</a:t>
            </a:r>
            <a:endParaRPr lang="en-US" sz="9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4387" y="3080028"/>
            <a:ext cx="6728698" cy="6728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Hubot Sans Bold</vt:lpstr>
      <vt:lpstr>Roboto Condensed</vt:lpstr>
      <vt:lpstr>Arial</vt:lpstr>
      <vt:lpstr>Hubot Sans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2025-12-14T09:46:01Z</dcterms:modified>
</cp:coreProperties>
</file>