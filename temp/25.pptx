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45:23.788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45:23.788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45:23.788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45:23.788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45:23.788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45:19.945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95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112579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4. Sustainable and Green Supply Chains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Circular Economy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Designing for reuse, refurbishment, and recycling throughout product lifecycle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3396377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Carbon Reduction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Minimizing emissions through efficient routing and green transportation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3396377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33616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Blockchain Traceability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Ensuring ethical sourcing and transparency from origin to consumer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655945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Eco Packaging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Sustainable materials and optimized packaging design reducing waste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655945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 Condensed</vt:lpstr>
      <vt:lpstr>Hubot Sans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2025-12-14T09:45:27Z</dcterms:modified>
</cp:coreProperties>
</file>