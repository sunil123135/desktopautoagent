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"/>
  </p:notesMasterIdLst>
  <p:sldIdLst>
    <p:sldId id="261" r:id="rId2"/>
  </p:sldIdLst>
  <p:sldSz cx="14630400" cy="8229600"/>
  <p:notesSz cx="8229600" cy="14630400"/>
  <p:embeddedFontLst>
    <p:embeddedFont>
      <p:font typeface="Roboto Condensed" panose="02000000000000000000" pitchFamily="2" charset="0"/>
      <p:regular r:id="rId4"/>
      <p:bold r:id="rId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01B0058-5E38-4E08-9ABD-490C09409307}" v="1" dt="2025-12-14T09:44:34.8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font" Target="fonts/font2.fntdata"/><Relationship Id="rId10" Type="http://schemas.microsoft.com/office/2016/11/relationships/changesInfo" Target="changesInfos/changesInfo1.xml"/><Relationship Id="rId4" Type="http://schemas.openxmlformats.org/officeDocument/2006/relationships/font" Target="fonts/font1.fntdata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lwani, Sunil" userId="95b0a425-4eed-4b84-a7cf-34664c131309" providerId="ADAL" clId="{CC5F0CBF-77A6-4739-8FF3-8FB7DAFF4AC8}"/>
    <pc:docChg chg="delSld">
      <pc:chgData name="Lalwani, Sunil" userId="95b0a425-4eed-4b84-a7cf-34664c131309" providerId="ADAL" clId="{CC5F0CBF-77A6-4739-8FF3-8FB7DAFF4AC8}" dt="2025-12-14T09:44:28.807" v="1" actId="47"/>
      <pc:docMkLst>
        <pc:docMk/>
      </pc:docMkLst>
      <pc:sldChg chg="del">
        <pc:chgData name="Lalwani, Sunil" userId="95b0a425-4eed-4b84-a7cf-34664c131309" providerId="ADAL" clId="{CC5F0CBF-77A6-4739-8FF3-8FB7DAFF4AC8}" dt="2025-12-14T09:44:28.807" v="1" actId="47"/>
        <pc:sldMkLst>
          <pc:docMk/>
          <pc:sldMk cId="0" sldId="256"/>
        </pc:sldMkLst>
      </pc:sldChg>
      <pc:sldChg chg="del">
        <pc:chgData name="Lalwani, Sunil" userId="95b0a425-4eed-4b84-a7cf-34664c131309" providerId="ADAL" clId="{CC5F0CBF-77A6-4739-8FF3-8FB7DAFF4AC8}" dt="2025-12-14T09:44:28.807" v="1" actId="47"/>
        <pc:sldMkLst>
          <pc:docMk/>
          <pc:sldMk cId="0" sldId="257"/>
        </pc:sldMkLst>
      </pc:sldChg>
      <pc:sldChg chg="del">
        <pc:chgData name="Lalwani, Sunil" userId="95b0a425-4eed-4b84-a7cf-34664c131309" providerId="ADAL" clId="{CC5F0CBF-77A6-4739-8FF3-8FB7DAFF4AC8}" dt="2025-12-14T09:44:28.807" v="1" actId="47"/>
        <pc:sldMkLst>
          <pc:docMk/>
          <pc:sldMk cId="0" sldId="258"/>
        </pc:sldMkLst>
      </pc:sldChg>
      <pc:sldChg chg="del">
        <pc:chgData name="Lalwani, Sunil" userId="95b0a425-4eed-4b84-a7cf-34664c131309" providerId="ADAL" clId="{CC5F0CBF-77A6-4739-8FF3-8FB7DAFF4AC8}" dt="2025-12-14T09:44:28.807" v="1" actId="47"/>
        <pc:sldMkLst>
          <pc:docMk/>
          <pc:sldMk cId="0" sldId="259"/>
        </pc:sldMkLst>
      </pc:sldChg>
      <pc:sldChg chg="del">
        <pc:chgData name="Lalwani, Sunil" userId="95b0a425-4eed-4b84-a7cf-34664c131309" providerId="ADAL" clId="{CC5F0CBF-77A6-4739-8FF3-8FB7DAFF4AC8}" dt="2025-12-14T09:44:28.807" v="1" actId="47"/>
        <pc:sldMkLst>
          <pc:docMk/>
          <pc:sldMk cId="0" sldId="260"/>
        </pc:sldMkLst>
      </pc:sldChg>
      <pc:sldChg chg="del">
        <pc:chgData name="Lalwani, Sunil" userId="95b0a425-4eed-4b84-a7cf-34664c131309" providerId="ADAL" clId="{CC5F0CBF-77A6-4739-8FF3-8FB7DAFF4AC8}" dt="2025-12-14T09:44:24.675" v="0" actId="47"/>
        <pc:sldMkLst>
          <pc:docMk/>
          <pc:sldMk cId="0" sldId="262"/>
        </pc:sldMkLst>
      </pc:sldChg>
      <pc:sldChg chg="del">
        <pc:chgData name="Lalwani, Sunil" userId="95b0a425-4eed-4b84-a7cf-34664c131309" providerId="ADAL" clId="{CC5F0CBF-77A6-4739-8FF3-8FB7DAFF4AC8}" dt="2025-12-14T09:44:24.675" v="0" actId="47"/>
        <pc:sldMkLst>
          <pc:docMk/>
          <pc:sldMk cId="0" sldId="263"/>
        </pc:sldMkLst>
      </pc:sldChg>
      <pc:sldChg chg="del">
        <pc:chgData name="Lalwani, Sunil" userId="95b0a425-4eed-4b84-a7cf-34664c131309" providerId="ADAL" clId="{CC5F0CBF-77A6-4739-8FF3-8FB7DAFF4AC8}" dt="2025-12-14T09:44:24.675" v="0" actId="47"/>
        <pc:sldMkLst>
          <pc:docMk/>
          <pc:sldMk cId="0" sldId="264"/>
        </pc:sldMkLst>
      </pc:sldChg>
      <pc:sldChg chg="del">
        <pc:chgData name="Lalwani, Sunil" userId="95b0a425-4eed-4b84-a7cf-34664c131309" providerId="ADAL" clId="{CC5F0CBF-77A6-4739-8FF3-8FB7DAFF4AC8}" dt="2025-12-14T09:44:24.675" v="0" actId="47"/>
        <pc:sldMkLst>
          <pc:docMk/>
          <pc:sldMk cId="0" sldId="265"/>
        </pc:sldMkLst>
      </pc:sldChg>
      <pc:sldChg chg="del">
        <pc:chgData name="Lalwani, Sunil" userId="95b0a425-4eed-4b84-a7cf-34664c131309" providerId="ADAL" clId="{CC5F0CBF-77A6-4739-8FF3-8FB7DAFF4AC8}" dt="2025-12-14T09:44:24.675" v="0" actId="47"/>
        <pc:sldMkLst>
          <pc:docMk/>
          <pc:sldMk cId="0" sldId="266"/>
        </pc:sldMkLst>
      </pc:sldChg>
      <pc:sldChg chg="del">
        <pc:chgData name="Lalwani, Sunil" userId="95b0a425-4eed-4b84-a7cf-34664c131309" providerId="ADAL" clId="{CC5F0CBF-77A6-4739-8FF3-8FB7DAFF4AC8}" dt="2025-12-14T09:44:24.675" v="0" actId="47"/>
        <pc:sldMkLst>
          <pc:docMk/>
          <pc:sldMk cId="0" sldId="267"/>
        </pc:sldMkLst>
      </pc:sldChg>
      <pc:sldChg chg="del">
        <pc:chgData name="Lalwani, Sunil" userId="95b0a425-4eed-4b84-a7cf-34664c131309" providerId="ADAL" clId="{CC5F0CBF-77A6-4739-8FF3-8FB7DAFF4AC8}" dt="2025-12-14T09:44:24.675" v="0" actId="47"/>
        <pc:sldMkLst>
          <pc:docMk/>
          <pc:sldMk cId="0" sldId="268"/>
        </pc:sldMkLst>
      </pc:sldChg>
      <pc:sldChg chg="del">
        <pc:chgData name="Lalwani, Sunil" userId="95b0a425-4eed-4b84-a7cf-34664c131309" providerId="ADAL" clId="{CC5F0CBF-77A6-4739-8FF3-8FB7DAFF4AC8}" dt="2025-12-14T09:44:24.675" v="0" actId="47"/>
        <pc:sldMkLst>
          <pc:docMk/>
          <pc:sldMk cId="0" sldId="269"/>
        </pc:sldMkLst>
      </pc:sldChg>
      <pc:sldChg chg="del">
        <pc:chgData name="Lalwani, Sunil" userId="95b0a425-4eed-4b84-a7cf-34664c131309" providerId="ADAL" clId="{CC5F0CBF-77A6-4739-8FF3-8FB7DAFF4AC8}" dt="2025-12-14T09:44:24.675" v="0" actId="47"/>
        <pc:sldMkLst>
          <pc:docMk/>
          <pc:sldMk cId="0" sldId="270"/>
        </pc:sldMkLst>
      </pc:sldChg>
      <pc:sldChg chg="del">
        <pc:chgData name="Lalwani, Sunil" userId="95b0a425-4eed-4b84-a7cf-34664c131309" providerId="ADAL" clId="{CC5F0CBF-77A6-4739-8FF3-8FB7DAFF4AC8}" dt="2025-12-14T09:44:24.675" v="0" actId="47"/>
        <pc:sldMkLst>
          <pc:docMk/>
          <pc:sldMk cId="0" sldId="271"/>
        </pc:sldMkLst>
      </pc:sldChg>
      <pc:sldChg chg="del">
        <pc:chgData name="Lalwani, Sunil" userId="95b0a425-4eed-4b84-a7cf-34664c131309" providerId="ADAL" clId="{CC5F0CBF-77A6-4739-8FF3-8FB7DAFF4AC8}" dt="2025-12-14T09:44:24.675" v="0" actId="47"/>
        <pc:sldMkLst>
          <pc:docMk/>
          <pc:sldMk cId="0" sldId="272"/>
        </pc:sldMkLst>
      </pc:sldChg>
      <pc:sldChg chg="del">
        <pc:chgData name="Lalwani, Sunil" userId="95b0a425-4eed-4b84-a7cf-34664c131309" providerId="ADAL" clId="{CC5F0CBF-77A6-4739-8FF3-8FB7DAFF4AC8}" dt="2025-12-14T09:44:24.675" v="0" actId="47"/>
        <pc:sldMkLst>
          <pc:docMk/>
          <pc:sldMk cId="0" sldId="273"/>
        </pc:sldMkLst>
      </pc:sldChg>
      <pc:sldChg chg="del">
        <pc:chgData name="Lalwani, Sunil" userId="95b0a425-4eed-4b84-a7cf-34664c131309" providerId="ADAL" clId="{CC5F0CBF-77A6-4739-8FF3-8FB7DAFF4AC8}" dt="2025-12-14T09:44:24.675" v="0" actId="47"/>
        <pc:sldMkLst>
          <pc:docMk/>
          <pc:sldMk cId="0" sldId="274"/>
        </pc:sldMkLst>
      </pc:sldChg>
      <pc:sldChg chg="del">
        <pc:chgData name="Lalwani, Sunil" userId="95b0a425-4eed-4b84-a7cf-34664c131309" providerId="ADAL" clId="{CC5F0CBF-77A6-4739-8FF3-8FB7DAFF4AC8}" dt="2025-12-14T09:44:24.675" v="0" actId="47"/>
        <pc:sldMkLst>
          <pc:docMk/>
          <pc:sldMk cId="0" sldId="27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79018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1405" y="598884"/>
            <a:ext cx="7621191" cy="1359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50"/>
              </a:lnSpc>
              <a:buNone/>
            </a:pPr>
            <a:r>
              <a:rPr lang="en-US" sz="42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5. Omnichannel and Multichannel Fulfillment</a:t>
            </a:r>
            <a:endParaRPr lang="en-US" sz="42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405" y="2284809"/>
            <a:ext cx="1087755" cy="130528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066687" y="2502337"/>
            <a:ext cx="2719507" cy="339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Physical Stores</a:t>
            </a:r>
            <a:endParaRPr lang="en-US" sz="2100" dirty="0"/>
          </a:p>
        </p:txBody>
      </p:sp>
      <p:sp>
        <p:nvSpPr>
          <p:cNvPr id="6" name="Text 2"/>
          <p:cNvSpPr/>
          <p:nvPr/>
        </p:nvSpPr>
        <p:spPr>
          <a:xfrm>
            <a:off x="2066687" y="2972753"/>
            <a:ext cx="6315908" cy="348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Traditional retail locations with instant gratification</a:t>
            </a:r>
            <a:endParaRPr lang="en-US" sz="17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405" y="3590092"/>
            <a:ext cx="1087755" cy="130528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066687" y="3807619"/>
            <a:ext cx="2719507" cy="339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E-commerce</a:t>
            </a:r>
            <a:endParaRPr lang="en-US" sz="2100" dirty="0"/>
          </a:p>
        </p:txBody>
      </p:sp>
      <p:sp>
        <p:nvSpPr>
          <p:cNvPr id="9" name="Text 4"/>
          <p:cNvSpPr/>
          <p:nvPr/>
        </p:nvSpPr>
        <p:spPr>
          <a:xfrm>
            <a:off x="2066687" y="4278035"/>
            <a:ext cx="6315908" cy="348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Online platforms offering vast selection and convenience</a:t>
            </a:r>
            <a:endParaRPr lang="en-US" sz="17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1405" y="4895374"/>
            <a:ext cx="1087755" cy="130528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066687" y="5112901"/>
            <a:ext cx="2719507" cy="339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Mobile Apps</a:t>
            </a:r>
            <a:endParaRPr lang="en-US" sz="2100" dirty="0"/>
          </a:p>
        </p:txBody>
      </p:sp>
      <p:sp>
        <p:nvSpPr>
          <p:cNvPr id="12" name="Text 6"/>
          <p:cNvSpPr/>
          <p:nvPr/>
        </p:nvSpPr>
        <p:spPr>
          <a:xfrm>
            <a:off x="2066687" y="5583317"/>
            <a:ext cx="6315908" cy="348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On-the-go shopping with personalized experiences</a:t>
            </a:r>
            <a:endParaRPr lang="en-US" sz="1700" dirty="0"/>
          </a:p>
        </p:txBody>
      </p:sp>
      <p:sp>
        <p:nvSpPr>
          <p:cNvPr id="13" name="Text 7"/>
          <p:cNvSpPr/>
          <p:nvPr/>
        </p:nvSpPr>
        <p:spPr>
          <a:xfrm>
            <a:off x="1087636" y="6690003"/>
            <a:ext cx="7294959" cy="696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Home Depot Case:</a:t>
            </a:r>
            <a:r>
              <a:rPr lang="en-US" sz="17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E-commerce fulfillment centers handling 100,000+ SKUs, seamlessly integrating online orders with in-store pickup</a:t>
            </a:r>
            <a:endParaRPr lang="en-US" sz="1700" dirty="0"/>
          </a:p>
        </p:txBody>
      </p:sp>
      <p:sp>
        <p:nvSpPr>
          <p:cNvPr id="14" name="Shape 8"/>
          <p:cNvSpPr/>
          <p:nvPr/>
        </p:nvSpPr>
        <p:spPr>
          <a:xfrm>
            <a:off x="761405" y="6445329"/>
            <a:ext cx="30480" cy="1185386"/>
          </a:xfrm>
          <a:prstGeom prst="rect">
            <a:avLst/>
          </a:prstGeom>
          <a:solidFill>
            <a:srgbClr val="678E97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</Words>
  <Application>Microsoft Office PowerPoint</Application>
  <PresentationFormat>Custom</PresentationFormat>
  <Paragraphs>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Roboto Condensed</vt:lpstr>
      <vt:lpstr>Hubot Sans Bold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Lalwani, Sunil</cp:lastModifiedBy>
  <cp:revision>1</cp:revision>
  <dcterms:created xsi:type="dcterms:W3CDTF">2025-12-14T09:21:18Z</dcterms:created>
  <dcterms:modified xsi:type="dcterms:W3CDTF">2025-12-14T09:44:35Z</dcterms:modified>
</cp:coreProperties>
</file>