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FB04D-063B-4E06-8EF7-41785AB1F601}" v="1" dt="2025-12-14T09:44:05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44:00.537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44:00.537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44:00.537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44:00.537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44:00.537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44:00.537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44:00.537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43:56.257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62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98" y="379333"/>
            <a:ext cx="7087195" cy="431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6. Supply Chain Segmentation Strategies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2798" y="1155263"/>
            <a:ext cx="2165390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Tailored Approaches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2798" y="1551742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Customizing supply chain services by customer, product, or region for maximum efficiency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2798" y="1896547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Customer-based segmentation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82798" y="2165509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Product lifecycle positioning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2798" y="2434471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Geographic optimization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2798" y="2703433"/>
            <a:ext cx="666416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Service level differentiation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1055" y="1172528"/>
            <a:ext cx="6664166" cy="666416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82798" y="8146971"/>
            <a:ext cx="4462939" cy="1239203"/>
          </a:xfrm>
          <a:prstGeom prst="roundRect">
            <a:avLst>
              <a:gd name="adj" fmla="val 4676"/>
            </a:avLst>
          </a:prstGeom>
          <a:solidFill>
            <a:srgbClr val="E8E8E3"/>
          </a:solidFill>
          <a:ln w="1524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8038" y="8162211"/>
            <a:ext cx="4432459" cy="413861"/>
          </a:xfrm>
          <a:prstGeom prst="roundRect">
            <a:avLst>
              <a:gd name="adj" fmla="val 9583"/>
            </a:avLst>
          </a:prstGeom>
          <a:solidFill>
            <a:srgbClr val="E1E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10803" y="8236029"/>
            <a:ext cx="206931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5913" y="8713946"/>
            <a:ext cx="1951434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High-Value Customers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5913" y="9012317"/>
            <a:ext cx="4156710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Premium service, expedited delivery, dedicated support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83612" y="8146971"/>
            <a:ext cx="4463058" cy="1239203"/>
          </a:xfrm>
          <a:prstGeom prst="roundRect">
            <a:avLst>
              <a:gd name="adj" fmla="val 4676"/>
            </a:avLst>
          </a:prstGeom>
          <a:solidFill>
            <a:srgbClr val="E8E8E3"/>
          </a:solidFill>
          <a:ln w="1524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098852" y="8162211"/>
            <a:ext cx="4432578" cy="413861"/>
          </a:xfrm>
          <a:prstGeom prst="roundRect">
            <a:avLst>
              <a:gd name="adj" fmla="val 9583"/>
            </a:avLst>
          </a:prstGeom>
          <a:solidFill>
            <a:srgbClr val="E1E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11616" y="8236029"/>
            <a:ext cx="206931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36726" y="8713946"/>
            <a:ext cx="173890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Standard Segments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236726" y="9012317"/>
            <a:ext cx="4156829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Balanced cost-service model for mid-tier customers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684544" y="8146971"/>
            <a:ext cx="4462939" cy="1239203"/>
          </a:xfrm>
          <a:prstGeom prst="roundRect">
            <a:avLst>
              <a:gd name="adj" fmla="val 4676"/>
            </a:avLst>
          </a:prstGeom>
          <a:solidFill>
            <a:srgbClr val="E8E8E3"/>
          </a:solidFill>
          <a:ln w="1524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699784" y="8162211"/>
            <a:ext cx="4432459" cy="413861"/>
          </a:xfrm>
          <a:prstGeom prst="roundRect">
            <a:avLst>
              <a:gd name="adj" fmla="val 9583"/>
            </a:avLst>
          </a:prstGeom>
          <a:solidFill>
            <a:srgbClr val="E1E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812548" y="8236029"/>
            <a:ext cx="206931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837658" y="8713946"/>
            <a:ext cx="1724620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Small Orders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837658" y="9012317"/>
            <a:ext cx="4156710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Automated fulfillment, consolidated shipping for efficiency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2025-12-14T09:44:06Z</dcterms:modified>
</cp:coreProperties>
</file>