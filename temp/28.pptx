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3:35.742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3:35.742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3:35.742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3:35.742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3:35.742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3:35.742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3:35.742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3:35.742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3:31.230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705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549"/>
            <a:ext cx="1150060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7. The 5 Cs of Supply Chain Management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78956"/>
            <a:ext cx="4196358" cy="1685092"/>
          </a:xfrm>
          <a:prstGeom prst="roundRect">
            <a:avLst>
              <a:gd name="adj" fmla="val 3230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224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Minimizing total cost of ownership while maintaining quality standards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78956"/>
            <a:ext cx="4196358" cy="1685092"/>
          </a:xfrm>
          <a:prstGeom prst="roundRect">
            <a:avLst>
              <a:gd name="adj" fmla="val 3230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Capacity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Ensuring sufficient resources to meet demand fluctuations and growth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78956"/>
            <a:ext cx="4196358" cy="1685092"/>
          </a:xfrm>
          <a:prstGeom prst="roundRect">
            <a:avLst>
              <a:gd name="adj" fmla="val 32306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Connectivity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Seamless integration across systems, partners, and stakeholders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7944" cy="1322189"/>
          </a:xfrm>
          <a:prstGeom prst="roundRect">
            <a:avLst>
              <a:gd name="adj" fmla="val 41173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5225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Compliance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715714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Adhering to regulations, standards, and ethical requirements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7944" cy="1322189"/>
          </a:xfrm>
          <a:prstGeom prst="roundRect">
            <a:avLst>
              <a:gd name="adj" fmla="val 41173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5225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Consistency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715714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Delivering reliable performance and predictable outcomes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Custom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 Condensed</vt:lpstr>
      <vt:lpstr>Hubot Sans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2025-12-14T09:43:39Z</dcterms:modified>
</cp:coreProperties>
</file>