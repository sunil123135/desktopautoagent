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3"/>
  </p:notesMasterIdLst>
  <p:sldIdLst>
    <p:sldId id="264" r:id="rId2"/>
  </p:sldIdLst>
  <p:sldSz cx="14630400" cy="8229600"/>
  <p:notesSz cx="8229600" cy="14630400"/>
  <p:embeddedFontLst>
    <p:embeddedFont>
      <p:font typeface="Roboto Condensed" panose="02000000000000000000" pitchFamily="2" charset="0"/>
      <p:regular r:id="rId4"/>
      <p:bold r:id="rId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2AA24C5-D6E1-4D35-A7F5-157A44021546}" v="1" dt="2025-12-14T09:43:14.80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6" d="100"/>
          <a:sy n="66" d="100"/>
        </p:scale>
        <p:origin x="720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notesMaster" Target="notesMasters/notesMaster1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11" Type="http://schemas.microsoft.com/office/2015/10/relationships/revisionInfo" Target="revisionInfo.xml"/><Relationship Id="rId5" Type="http://schemas.openxmlformats.org/officeDocument/2006/relationships/font" Target="fonts/font2.fntdata"/><Relationship Id="rId10" Type="http://schemas.microsoft.com/office/2016/11/relationships/changesInfo" Target="changesInfos/changesInfo1.xml"/><Relationship Id="rId4" Type="http://schemas.openxmlformats.org/officeDocument/2006/relationships/font" Target="fonts/font1.fntdata"/><Relationship Id="rId9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alwani, Sunil" userId="95b0a425-4eed-4b84-a7cf-34664c131309" providerId="ADAL" clId="{CC5F0CBF-77A6-4739-8FF3-8FB7DAFF4AC8}"/>
    <pc:docChg chg="delSld">
      <pc:chgData name="Lalwani, Sunil" userId="95b0a425-4eed-4b84-a7cf-34664c131309" providerId="ADAL" clId="{CC5F0CBF-77A6-4739-8FF3-8FB7DAFF4AC8}" dt="2025-12-14T09:43:05.852" v="1" actId="47"/>
      <pc:docMkLst>
        <pc:docMk/>
      </pc:docMkLst>
      <pc:sldChg chg="del">
        <pc:chgData name="Lalwani, Sunil" userId="95b0a425-4eed-4b84-a7cf-34664c131309" providerId="ADAL" clId="{CC5F0CBF-77A6-4739-8FF3-8FB7DAFF4AC8}" dt="2025-12-14T09:43:05.852" v="1" actId="47"/>
        <pc:sldMkLst>
          <pc:docMk/>
          <pc:sldMk cId="0" sldId="256"/>
        </pc:sldMkLst>
      </pc:sldChg>
      <pc:sldChg chg="del">
        <pc:chgData name="Lalwani, Sunil" userId="95b0a425-4eed-4b84-a7cf-34664c131309" providerId="ADAL" clId="{CC5F0CBF-77A6-4739-8FF3-8FB7DAFF4AC8}" dt="2025-12-14T09:43:05.852" v="1" actId="47"/>
        <pc:sldMkLst>
          <pc:docMk/>
          <pc:sldMk cId="0" sldId="257"/>
        </pc:sldMkLst>
      </pc:sldChg>
      <pc:sldChg chg="del">
        <pc:chgData name="Lalwani, Sunil" userId="95b0a425-4eed-4b84-a7cf-34664c131309" providerId="ADAL" clId="{CC5F0CBF-77A6-4739-8FF3-8FB7DAFF4AC8}" dt="2025-12-14T09:43:05.852" v="1" actId="47"/>
        <pc:sldMkLst>
          <pc:docMk/>
          <pc:sldMk cId="0" sldId="258"/>
        </pc:sldMkLst>
      </pc:sldChg>
      <pc:sldChg chg="del">
        <pc:chgData name="Lalwani, Sunil" userId="95b0a425-4eed-4b84-a7cf-34664c131309" providerId="ADAL" clId="{CC5F0CBF-77A6-4739-8FF3-8FB7DAFF4AC8}" dt="2025-12-14T09:43:05.852" v="1" actId="47"/>
        <pc:sldMkLst>
          <pc:docMk/>
          <pc:sldMk cId="0" sldId="259"/>
        </pc:sldMkLst>
      </pc:sldChg>
      <pc:sldChg chg="del">
        <pc:chgData name="Lalwani, Sunil" userId="95b0a425-4eed-4b84-a7cf-34664c131309" providerId="ADAL" clId="{CC5F0CBF-77A6-4739-8FF3-8FB7DAFF4AC8}" dt="2025-12-14T09:43:05.852" v="1" actId="47"/>
        <pc:sldMkLst>
          <pc:docMk/>
          <pc:sldMk cId="0" sldId="260"/>
        </pc:sldMkLst>
      </pc:sldChg>
      <pc:sldChg chg="del">
        <pc:chgData name="Lalwani, Sunil" userId="95b0a425-4eed-4b84-a7cf-34664c131309" providerId="ADAL" clId="{CC5F0CBF-77A6-4739-8FF3-8FB7DAFF4AC8}" dt="2025-12-14T09:43:05.852" v="1" actId="47"/>
        <pc:sldMkLst>
          <pc:docMk/>
          <pc:sldMk cId="0" sldId="261"/>
        </pc:sldMkLst>
      </pc:sldChg>
      <pc:sldChg chg="del">
        <pc:chgData name="Lalwani, Sunil" userId="95b0a425-4eed-4b84-a7cf-34664c131309" providerId="ADAL" clId="{CC5F0CBF-77A6-4739-8FF3-8FB7DAFF4AC8}" dt="2025-12-14T09:43:05.852" v="1" actId="47"/>
        <pc:sldMkLst>
          <pc:docMk/>
          <pc:sldMk cId="0" sldId="262"/>
        </pc:sldMkLst>
      </pc:sldChg>
      <pc:sldChg chg="del">
        <pc:chgData name="Lalwani, Sunil" userId="95b0a425-4eed-4b84-a7cf-34664c131309" providerId="ADAL" clId="{CC5F0CBF-77A6-4739-8FF3-8FB7DAFF4AC8}" dt="2025-12-14T09:43:05.852" v="1" actId="47"/>
        <pc:sldMkLst>
          <pc:docMk/>
          <pc:sldMk cId="0" sldId="263"/>
        </pc:sldMkLst>
      </pc:sldChg>
      <pc:sldChg chg="del">
        <pc:chgData name="Lalwani, Sunil" userId="95b0a425-4eed-4b84-a7cf-34664c131309" providerId="ADAL" clId="{CC5F0CBF-77A6-4739-8FF3-8FB7DAFF4AC8}" dt="2025-12-14T09:43:01.771" v="0" actId="47"/>
        <pc:sldMkLst>
          <pc:docMk/>
          <pc:sldMk cId="0" sldId="265"/>
        </pc:sldMkLst>
      </pc:sldChg>
      <pc:sldChg chg="del">
        <pc:chgData name="Lalwani, Sunil" userId="95b0a425-4eed-4b84-a7cf-34664c131309" providerId="ADAL" clId="{CC5F0CBF-77A6-4739-8FF3-8FB7DAFF4AC8}" dt="2025-12-14T09:43:01.771" v="0" actId="47"/>
        <pc:sldMkLst>
          <pc:docMk/>
          <pc:sldMk cId="0" sldId="266"/>
        </pc:sldMkLst>
      </pc:sldChg>
      <pc:sldChg chg="del">
        <pc:chgData name="Lalwani, Sunil" userId="95b0a425-4eed-4b84-a7cf-34664c131309" providerId="ADAL" clId="{CC5F0CBF-77A6-4739-8FF3-8FB7DAFF4AC8}" dt="2025-12-14T09:43:01.771" v="0" actId="47"/>
        <pc:sldMkLst>
          <pc:docMk/>
          <pc:sldMk cId="0" sldId="267"/>
        </pc:sldMkLst>
      </pc:sldChg>
      <pc:sldChg chg="del">
        <pc:chgData name="Lalwani, Sunil" userId="95b0a425-4eed-4b84-a7cf-34664c131309" providerId="ADAL" clId="{CC5F0CBF-77A6-4739-8FF3-8FB7DAFF4AC8}" dt="2025-12-14T09:43:01.771" v="0" actId="47"/>
        <pc:sldMkLst>
          <pc:docMk/>
          <pc:sldMk cId="0" sldId="268"/>
        </pc:sldMkLst>
      </pc:sldChg>
      <pc:sldChg chg="del">
        <pc:chgData name="Lalwani, Sunil" userId="95b0a425-4eed-4b84-a7cf-34664c131309" providerId="ADAL" clId="{CC5F0CBF-77A6-4739-8FF3-8FB7DAFF4AC8}" dt="2025-12-14T09:43:01.771" v="0" actId="47"/>
        <pc:sldMkLst>
          <pc:docMk/>
          <pc:sldMk cId="0" sldId="269"/>
        </pc:sldMkLst>
      </pc:sldChg>
      <pc:sldChg chg="del">
        <pc:chgData name="Lalwani, Sunil" userId="95b0a425-4eed-4b84-a7cf-34664c131309" providerId="ADAL" clId="{CC5F0CBF-77A6-4739-8FF3-8FB7DAFF4AC8}" dt="2025-12-14T09:43:01.771" v="0" actId="47"/>
        <pc:sldMkLst>
          <pc:docMk/>
          <pc:sldMk cId="0" sldId="270"/>
        </pc:sldMkLst>
      </pc:sldChg>
      <pc:sldChg chg="del">
        <pc:chgData name="Lalwani, Sunil" userId="95b0a425-4eed-4b84-a7cf-34664c131309" providerId="ADAL" clId="{CC5F0CBF-77A6-4739-8FF3-8FB7DAFF4AC8}" dt="2025-12-14T09:43:01.771" v="0" actId="47"/>
        <pc:sldMkLst>
          <pc:docMk/>
          <pc:sldMk cId="0" sldId="271"/>
        </pc:sldMkLst>
      </pc:sldChg>
      <pc:sldChg chg="del">
        <pc:chgData name="Lalwani, Sunil" userId="95b0a425-4eed-4b84-a7cf-34664c131309" providerId="ADAL" clId="{CC5F0CBF-77A6-4739-8FF3-8FB7DAFF4AC8}" dt="2025-12-14T09:43:01.771" v="0" actId="47"/>
        <pc:sldMkLst>
          <pc:docMk/>
          <pc:sldMk cId="0" sldId="272"/>
        </pc:sldMkLst>
      </pc:sldChg>
      <pc:sldChg chg="del">
        <pc:chgData name="Lalwani, Sunil" userId="95b0a425-4eed-4b84-a7cf-34664c131309" providerId="ADAL" clId="{CC5F0CBF-77A6-4739-8FF3-8FB7DAFF4AC8}" dt="2025-12-14T09:43:01.771" v="0" actId="47"/>
        <pc:sldMkLst>
          <pc:docMk/>
          <pc:sldMk cId="0" sldId="273"/>
        </pc:sldMkLst>
      </pc:sldChg>
      <pc:sldChg chg="del">
        <pc:chgData name="Lalwani, Sunil" userId="95b0a425-4eed-4b84-a7cf-34664c131309" providerId="ADAL" clId="{CC5F0CBF-77A6-4739-8FF3-8FB7DAFF4AC8}" dt="2025-12-14T09:43:01.771" v="0" actId="47"/>
        <pc:sldMkLst>
          <pc:docMk/>
          <pc:sldMk cId="0" sldId="274"/>
        </pc:sldMkLst>
      </pc:sldChg>
      <pc:sldChg chg="del">
        <pc:chgData name="Lalwani, Sunil" userId="95b0a425-4eed-4b84-a7cf-34664c131309" providerId="ADAL" clId="{CC5F0CBF-77A6-4739-8FF3-8FB7DAFF4AC8}" dt="2025-12-14T09:43:01.771" v="0" actId="47"/>
        <pc:sldMkLst>
          <pc:docMk/>
          <pc:sldMk cId="0" sldId="275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267407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1D1C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8E8E3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1D1C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8E8E3"/>
          </a:solidFill>
          <a:ln/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1D1C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8E8E3"/>
          </a:solidFill>
          <a:ln/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1D1C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8E8E3"/>
          </a:solidFill>
          <a:ln/>
        </p:spPr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1D1C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8E8E3"/>
          </a:solidFill>
          <a:ln/>
        </p:spPr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1D1C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8E8E3"/>
          </a:solidFill>
          <a:ln/>
        </p:spPr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1D1C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8E8E3"/>
          </a:solidFill>
          <a:ln/>
        </p:spPr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1D1C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8E8E3"/>
          </a:solidFill>
          <a:ln/>
        </p:spPr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1D1C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8E8E3"/>
          </a:solidFill>
          <a:ln/>
        </p:spPr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1D1C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8E8E3"/>
          </a:solidFill>
          <a:ln/>
        </p:spPr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1D1C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8E8E3"/>
          </a:solidFill>
          <a:ln/>
        </p:spPr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1D1C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8E8E3"/>
          </a:solidFill>
          <a:ln/>
        </p:spPr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1D1C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8E8E3"/>
          </a:solidFill>
          <a:ln/>
        </p:spPr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1D1C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8E8E3"/>
          </a:solidFill>
          <a:ln/>
        </p:spPr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1D1C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8E8E3"/>
          </a:solidFill>
          <a:ln/>
        </p:spPr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1D1C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8E8E3"/>
          </a:solidFill>
          <a:ln/>
        </p:spPr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1D1C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8E8E3"/>
          </a:solidFill>
          <a:ln/>
        </p:spPr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1D1C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8E8E3"/>
          </a:solidFill>
          <a:ln/>
        </p:spPr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1D1C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8E8E3"/>
          </a:solidFill>
          <a:ln/>
        </p:spPr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1D1C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8E8E3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73073" y="782836"/>
            <a:ext cx="7597854" cy="13804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400"/>
              </a:lnSpc>
              <a:buNone/>
            </a:pPr>
            <a:r>
              <a:rPr lang="en-US" sz="4300" b="1" dirty="0">
                <a:solidFill>
                  <a:srgbClr val="0C0D0F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8. Advanced Logistics and Distribution Models</a:t>
            </a:r>
            <a:endParaRPr lang="en-US" sz="4300" dirty="0"/>
          </a:p>
        </p:txBody>
      </p:sp>
      <p:sp>
        <p:nvSpPr>
          <p:cNvPr id="4" name="Shape 1"/>
          <p:cNvSpPr/>
          <p:nvPr/>
        </p:nvSpPr>
        <p:spPr>
          <a:xfrm>
            <a:off x="1021556" y="2494478"/>
            <a:ext cx="30480" cy="4952286"/>
          </a:xfrm>
          <a:prstGeom prst="roundRect">
            <a:avLst>
              <a:gd name="adj" fmla="val 304386"/>
            </a:avLst>
          </a:prstGeom>
          <a:solidFill>
            <a:srgbClr val="C7CF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2"/>
          <p:cNvSpPr/>
          <p:nvPr/>
        </p:nvSpPr>
        <p:spPr>
          <a:xfrm>
            <a:off x="1239560" y="2727722"/>
            <a:ext cx="662583" cy="30480"/>
          </a:xfrm>
          <a:prstGeom prst="roundRect">
            <a:avLst>
              <a:gd name="adj" fmla="val 304386"/>
            </a:avLst>
          </a:prstGeom>
          <a:solidFill>
            <a:srgbClr val="C7CF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773073" y="2494478"/>
            <a:ext cx="496967" cy="496967"/>
          </a:xfrm>
          <a:prstGeom prst="roundRect">
            <a:avLst>
              <a:gd name="adj" fmla="val 18669"/>
            </a:avLst>
          </a:prstGeom>
          <a:solidFill>
            <a:srgbClr val="E1E9EA"/>
          </a:solidFill>
          <a:ln w="7620">
            <a:solidFill>
              <a:srgbClr val="C7CF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855940" y="2535912"/>
            <a:ext cx="331232" cy="4140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00"/>
              </a:lnSpc>
              <a:buNone/>
            </a:pPr>
            <a:r>
              <a:rPr lang="en-US" sz="2600" b="1" dirty="0">
                <a:solidFill>
                  <a:srgbClr val="55575A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1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2125980" y="2570321"/>
            <a:ext cx="2761178" cy="3450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b="1" dirty="0">
                <a:solidFill>
                  <a:srgbClr val="55575A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3PL Partnerships</a:t>
            </a:r>
            <a:endParaRPr lang="en-US" sz="2150" dirty="0"/>
          </a:p>
        </p:txBody>
      </p:sp>
      <p:sp>
        <p:nvSpPr>
          <p:cNvPr id="9" name="Text 6"/>
          <p:cNvSpPr/>
          <p:nvPr/>
        </p:nvSpPr>
        <p:spPr>
          <a:xfrm>
            <a:off x="2125980" y="3047881"/>
            <a:ext cx="6244947" cy="3533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0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Third-party logistics providers handling warehousing and transportation</a:t>
            </a:r>
            <a:endParaRPr lang="en-US" sz="1700" dirty="0"/>
          </a:p>
        </p:txBody>
      </p:sp>
      <p:sp>
        <p:nvSpPr>
          <p:cNvPr id="10" name="Shape 7"/>
          <p:cNvSpPr/>
          <p:nvPr/>
        </p:nvSpPr>
        <p:spPr>
          <a:xfrm>
            <a:off x="1239560" y="4076224"/>
            <a:ext cx="662583" cy="30480"/>
          </a:xfrm>
          <a:prstGeom prst="roundRect">
            <a:avLst>
              <a:gd name="adj" fmla="val 304386"/>
            </a:avLst>
          </a:prstGeom>
          <a:solidFill>
            <a:srgbClr val="C7CF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773073" y="3842980"/>
            <a:ext cx="496967" cy="496967"/>
          </a:xfrm>
          <a:prstGeom prst="roundRect">
            <a:avLst>
              <a:gd name="adj" fmla="val 18669"/>
            </a:avLst>
          </a:prstGeom>
          <a:solidFill>
            <a:srgbClr val="E1E9EA"/>
          </a:solidFill>
          <a:ln w="7620">
            <a:solidFill>
              <a:srgbClr val="C7CF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855940" y="3884414"/>
            <a:ext cx="331232" cy="4140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00"/>
              </a:lnSpc>
              <a:buNone/>
            </a:pPr>
            <a:r>
              <a:rPr lang="en-US" sz="2600" b="1" dirty="0">
                <a:solidFill>
                  <a:srgbClr val="55575A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2</a:t>
            </a:r>
            <a:endParaRPr lang="en-US" sz="2600" dirty="0"/>
          </a:p>
        </p:txBody>
      </p:sp>
      <p:sp>
        <p:nvSpPr>
          <p:cNvPr id="13" name="Text 10"/>
          <p:cNvSpPr/>
          <p:nvPr/>
        </p:nvSpPr>
        <p:spPr>
          <a:xfrm>
            <a:off x="2125980" y="3918823"/>
            <a:ext cx="2761178" cy="3450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b="1" dirty="0">
                <a:solidFill>
                  <a:srgbClr val="55575A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4PL Integration</a:t>
            </a:r>
            <a:endParaRPr lang="en-US" sz="2150" dirty="0"/>
          </a:p>
        </p:txBody>
      </p:sp>
      <p:sp>
        <p:nvSpPr>
          <p:cNvPr id="14" name="Text 11"/>
          <p:cNvSpPr/>
          <p:nvPr/>
        </p:nvSpPr>
        <p:spPr>
          <a:xfrm>
            <a:off x="2125980" y="4396383"/>
            <a:ext cx="6244947" cy="3533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0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Fourth-party logistics orchestrating entire supply chain networks</a:t>
            </a:r>
            <a:endParaRPr lang="en-US" sz="1700" dirty="0"/>
          </a:p>
        </p:txBody>
      </p:sp>
      <p:sp>
        <p:nvSpPr>
          <p:cNvPr id="15" name="Shape 12"/>
          <p:cNvSpPr/>
          <p:nvPr/>
        </p:nvSpPr>
        <p:spPr>
          <a:xfrm>
            <a:off x="1239560" y="5424726"/>
            <a:ext cx="662583" cy="30480"/>
          </a:xfrm>
          <a:prstGeom prst="roundRect">
            <a:avLst>
              <a:gd name="adj" fmla="val 304386"/>
            </a:avLst>
          </a:prstGeom>
          <a:solidFill>
            <a:srgbClr val="C7CF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3"/>
          <p:cNvSpPr/>
          <p:nvPr/>
        </p:nvSpPr>
        <p:spPr>
          <a:xfrm>
            <a:off x="773073" y="5191482"/>
            <a:ext cx="496967" cy="496967"/>
          </a:xfrm>
          <a:prstGeom prst="roundRect">
            <a:avLst>
              <a:gd name="adj" fmla="val 18669"/>
            </a:avLst>
          </a:prstGeom>
          <a:solidFill>
            <a:srgbClr val="E1E9EA"/>
          </a:solidFill>
          <a:ln w="7620">
            <a:solidFill>
              <a:srgbClr val="C7CF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855940" y="5232916"/>
            <a:ext cx="331232" cy="4140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00"/>
              </a:lnSpc>
              <a:buNone/>
            </a:pPr>
            <a:r>
              <a:rPr lang="en-US" sz="2600" b="1" dirty="0">
                <a:solidFill>
                  <a:srgbClr val="55575A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3</a:t>
            </a:r>
            <a:endParaRPr lang="en-US" sz="2600" dirty="0"/>
          </a:p>
        </p:txBody>
      </p:sp>
      <p:sp>
        <p:nvSpPr>
          <p:cNvPr id="18" name="Text 15"/>
          <p:cNvSpPr/>
          <p:nvPr/>
        </p:nvSpPr>
        <p:spPr>
          <a:xfrm>
            <a:off x="2125980" y="5267325"/>
            <a:ext cx="2912031" cy="3450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b="1" dirty="0">
                <a:solidFill>
                  <a:srgbClr val="55575A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Last-Mile Innovation</a:t>
            </a:r>
            <a:endParaRPr lang="en-US" sz="2150" dirty="0"/>
          </a:p>
        </p:txBody>
      </p:sp>
      <p:sp>
        <p:nvSpPr>
          <p:cNvPr id="19" name="Text 16"/>
          <p:cNvSpPr/>
          <p:nvPr/>
        </p:nvSpPr>
        <p:spPr>
          <a:xfrm>
            <a:off x="2125980" y="5744885"/>
            <a:ext cx="6244947" cy="3533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0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Autonomous vehicles and drones revolutionizing final delivery</a:t>
            </a:r>
            <a:endParaRPr lang="en-US" sz="1700" dirty="0"/>
          </a:p>
        </p:txBody>
      </p:sp>
      <p:sp>
        <p:nvSpPr>
          <p:cNvPr id="20" name="Shape 17"/>
          <p:cNvSpPr/>
          <p:nvPr/>
        </p:nvSpPr>
        <p:spPr>
          <a:xfrm>
            <a:off x="1239560" y="6773228"/>
            <a:ext cx="662583" cy="30480"/>
          </a:xfrm>
          <a:prstGeom prst="roundRect">
            <a:avLst>
              <a:gd name="adj" fmla="val 304386"/>
            </a:avLst>
          </a:prstGeom>
          <a:solidFill>
            <a:srgbClr val="C7CF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8"/>
          <p:cNvSpPr/>
          <p:nvPr/>
        </p:nvSpPr>
        <p:spPr>
          <a:xfrm>
            <a:off x="773073" y="6539984"/>
            <a:ext cx="496967" cy="496967"/>
          </a:xfrm>
          <a:prstGeom prst="roundRect">
            <a:avLst>
              <a:gd name="adj" fmla="val 18669"/>
            </a:avLst>
          </a:prstGeom>
          <a:solidFill>
            <a:srgbClr val="E1E9EA"/>
          </a:solidFill>
          <a:ln w="7620">
            <a:solidFill>
              <a:srgbClr val="C7CF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/>
          <p:nvPr/>
        </p:nvSpPr>
        <p:spPr>
          <a:xfrm>
            <a:off x="855940" y="6581418"/>
            <a:ext cx="331232" cy="4140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00"/>
              </a:lnSpc>
              <a:buNone/>
            </a:pPr>
            <a:r>
              <a:rPr lang="en-US" sz="2600" b="1" dirty="0">
                <a:solidFill>
                  <a:srgbClr val="55575A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4</a:t>
            </a:r>
            <a:endParaRPr lang="en-US" sz="2600" dirty="0"/>
          </a:p>
        </p:txBody>
      </p:sp>
      <p:sp>
        <p:nvSpPr>
          <p:cNvPr id="23" name="Text 20"/>
          <p:cNvSpPr/>
          <p:nvPr/>
        </p:nvSpPr>
        <p:spPr>
          <a:xfrm>
            <a:off x="2125980" y="6615827"/>
            <a:ext cx="2761178" cy="3450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b="1" dirty="0">
                <a:solidFill>
                  <a:srgbClr val="55575A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Automation</a:t>
            </a:r>
            <a:endParaRPr lang="en-US" sz="2150" dirty="0"/>
          </a:p>
        </p:txBody>
      </p:sp>
      <p:sp>
        <p:nvSpPr>
          <p:cNvPr id="24" name="Text 21"/>
          <p:cNvSpPr/>
          <p:nvPr/>
        </p:nvSpPr>
        <p:spPr>
          <a:xfrm>
            <a:off x="2125980" y="7093387"/>
            <a:ext cx="6244947" cy="3533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0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Robotics and AI transforming distribution center operations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47</Words>
  <Application>Microsoft Office PowerPoint</Application>
  <PresentationFormat>Custom</PresentationFormat>
  <Paragraphs>14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Hubot Sans Bold</vt:lpstr>
      <vt:lpstr>Arial</vt:lpstr>
      <vt:lpstr>Roboto Condensed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Lalwani, Sunil</cp:lastModifiedBy>
  <cp:revision>1</cp:revision>
  <dcterms:created xsi:type="dcterms:W3CDTF">2025-12-14T09:21:18Z</dcterms:created>
  <dcterms:modified xsi:type="dcterms:W3CDTF">2025-12-14T09:43:17Z</dcterms:modified>
</cp:coreProperties>
</file>