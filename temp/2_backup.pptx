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6T15:35:09.666" v="2" actId="47"/>
      <pc:docMkLst>
        <pc:docMk/>
      </pc:docMkLst>
      <pc:sldChg chg="del">
        <pc:chgData name="Lalwani, Sunil" userId="95b0a425-4eed-4b84-a7cf-34664c131309" providerId="ADAL" clId="{CC5F0CBF-77A6-4739-8FF3-8FB7DAFF4AC8}" dt="2025-12-14T09:24:43.009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6T15:35:09.666" v="2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4:41.248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689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568" y="430173"/>
            <a:ext cx="7554754" cy="48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Digital Transformation in Supply Chains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7568" y="1310164"/>
            <a:ext cx="2500789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Digital Revolution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7568" y="1759863"/>
            <a:ext cx="6576774" cy="500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IoT, Cloud computing, and Big Data analytics are fundamentally reshaping supply chain visibility, responsiveness, and agility across industries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7568" y="240113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tracking and 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7568" y="2706053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capabilities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7568" y="3010972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decision-making speed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7568" y="3315891"/>
            <a:ext cx="6576774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data integration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7" y="1329690"/>
            <a:ext cx="6576774" cy="657677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7568" y="8258413"/>
            <a:ext cx="13535263" cy="664726"/>
          </a:xfrm>
          <a:prstGeom prst="roundRect">
            <a:avLst>
              <a:gd name="adj" fmla="val 9886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17" y="8492252"/>
            <a:ext cx="195501" cy="156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5965" y="8453914"/>
            <a:ext cx="12870418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Amazon's Innovation:</a:t>
            </a: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IoT-enabled warehouses deliver real-time inventory tracking, reducing errors by 40% and improving fulfillment speed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Inter Bold</vt:lpstr>
      <vt:lpstr>Arial</vt:lpstr>
      <vt:lpstr>Inter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2025-12-16T15:35:12Z</dcterms:modified>
</cp:coreProperties>
</file>