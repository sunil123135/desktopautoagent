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6"/>
  </p:notesMasterIdLst>
  <p:sldIdLst>
    <p:sldId id="258" r:id="rId2"/>
    <p:sldId id="263" r:id="rId3"/>
    <p:sldId id="408" r:id="rId4"/>
    <p:sldId id="259" r:id="rId5"/>
    <p:sldId id="261" r:id="rId6"/>
    <p:sldId id="262" r:id="rId7"/>
    <p:sldId id="265" r:id="rId8"/>
    <p:sldId id="266" r:id="rId9"/>
    <p:sldId id="267" r:id="rId10"/>
    <p:sldId id="269" r:id="rId11"/>
    <p:sldId id="270" r:id="rId12"/>
    <p:sldId id="271" r:id="rId13"/>
    <p:sldId id="273" r:id="rId14"/>
    <p:sldId id="274" r:id="rId15"/>
    <p:sldId id="275" r:id="rId16"/>
    <p:sldId id="277" r:id="rId17"/>
    <p:sldId id="278" r:id="rId18"/>
    <p:sldId id="279" r:id="rId19"/>
    <p:sldId id="281" r:id="rId20"/>
    <p:sldId id="282" r:id="rId21"/>
    <p:sldId id="283" r:id="rId22"/>
    <p:sldId id="285" r:id="rId23"/>
    <p:sldId id="286" r:id="rId24"/>
    <p:sldId id="287" r:id="rId25"/>
    <p:sldId id="289" r:id="rId26"/>
    <p:sldId id="290" r:id="rId27"/>
    <p:sldId id="291" r:id="rId28"/>
    <p:sldId id="293" r:id="rId29"/>
    <p:sldId id="294" r:id="rId30"/>
    <p:sldId id="295" r:id="rId31"/>
    <p:sldId id="297" r:id="rId32"/>
    <p:sldId id="298" r:id="rId33"/>
    <p:sldId id="299" r:id="rId34"/>
    <p:sldId id="301" r:id="rId35"/>
    <p:sldId id="302" r:id="rId36"/>
    <p:sldId id="303" r:id="rId37"/>
    <p:sldId id="305" r:id="rId38"/>
    <p:sldId id="306" r:id="rId39"/>
    <p:sldId id="307" r:id="rId40"/>
    <p:sldId id="309" r:id="rId41"/>
    <p:sldId id="310" r:id="rId42"/>
    <p:sldId id="311" r:id="rId43"/>
    <p:sldId id="313" r:id="rId44"/>
    <p:sldId id="314" r:id="rId45"/>
    <p:sldId id="315" r:id="rId46"/>
    <p:sldId id="317" r:id="rId47"/>
    <p:sldId id="318" r:id="rId48"/>
    <p:sldId id="319" r:id="rId49"/>
    <p:sldId id="321" r:id="rId50"/>
    <p:sldId id="322" r:id="rId51"/>
    <p:sldId id="323" r:id="rId52"/>
    <p:sldId id="325" r:id="rId53"/>
    <p:sldId id="326" r:id="rId54"/>
    <p:sldId id="327" r:id="rId55"/>
    <p:sldId id="329" r:id="rId56"/>
    <p:sldId id="330" r:id="rId57"/>
    <p:sldId id="331" r:id="rId58"/>
    <p:sldId id="333" r:id="rId59"/>
    <p:sldId id="334" r:id="rId60"/>
    <p:sldId id="335" r:id="rId61"/>
    <p:sldId id="337" r:id="rId62"/>
    <p:sldId id="338" r:id="rId63"/>
    <p:sldId id="339" r:id="rId64"/>
    <p:sldId id="341" r:id="rId65"/>
    <p:sldId id="342" r:id="rId66"/>
    <p:sldId id="343" r:id="rId67"/>
    <p:sldId id="345" r:id="rId68"/>
    <p:sldId id="346" r:id="rId69"/>
    <p:sldId id="347" r:id="rId70"/>
    <p:sldId id="349" r:id="rId71"/>
    <p:sldId id="350" r:id="rId72"/>
    <p:sldId id="351" r:id="rId73"/>
    <p:sldId id="353" r:id="rId74"/>
    <p:sldId id="354" r:id="rId75"/>
    <p:sldId id="355" r:id="rId76"/>
    <p:sldId id="357" r:id="rId77"/>
    <p:sldId id="358" r:id="rId78"/>
    <p:sldId id="359" r:id="rId79"/>
    <p:sldId id="361" r:id="rId80"/>
    <p:sldId id="362" r:id="rId81"/>
    <p:sldId id="363" r:id="rId82"/>
    <p:sldId id="365" r:id="rId83"/>
    <p:sldId id="366" r:id="rId84"/>
    <p:sldId id="367" r:id="rId85"/>
    <p:sldId id="369" r:id="rId86"/>
    <p:sldId id="370" r:id="rId87"/>
    <p:sldId id="371" r:id="rId88"/>
    <p:sldId id="373" r:id="rId89"/>
    <p:sldId id="374" r:id="rId90"/>
    <p:sldId id="375" r:id="rId91"/>
    <p:sldId id="377" r:id="rId92"/>
    <p:sldId id="378" r:id="rId93"/>
    <p:sldId id="379" r:id="rId94"/>
    <p:sldId id="381" r:id="rId95"/>
    <p:sldId id="382" r:id="rId96"/>
    <p:sldId id="383" r:id="rId97"/>
    <p:sldId id="385" r:id="rId98"/>
    <p:sldId id="386" r:id="rId99"/>
    <p:sldId id="387" r:id="rId100"/>
    <p:sldId id="389" r:id="rId101"/>
    <p:sldId id="390" r:id="rId102"/>
    <p:sldId id="391" r:id="rId103"/>
    <p:sldId id="393" r:id="rId104"/>
    <p:sldId id="394" r:id="rId105"/>
    <p:sldId id="395" r:id="rId106"/>
    <p:sldId id="397" r:id="rId107"/>
    <p:sldId id="398" r:id="rId108"/>
    <p:sldId id="399" r:id="rId109"/>
    <p:sldId id="401" r:id="rId110"/>
    <p:sldId id="402" r:id="rId111"/>
    <p:sldId id="403" r:id="rId112"/>
    <p:sldId id="405" r:id="rId113"/>
    <p:sldId id="406" r:id="rId114"/>
    <p:sldId id="407" r:id="rId115"/>
  </p:sldIdLst>
  <p:sldSz cx="14630400" cy="8229600"/>
  <p:notesSz cx="8229600" cy="14630400"/>
  <p:embeddedFontLst>
    <p:embeddedFont>
      <p:font typeface="Inter" panose="020B0604020202020204" charset="0"/>
      <p:regular r:id="rId1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6757F7-DC91-42C5-83A7-73CA91DC8310}" v="312" dt="2025-12-17T09:06:45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1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microsoft.com/office/2015/10/relationships/revisionInfo" Target="revisionInfo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custSel addSld delSld modSld sldOrd">
      <pc:chgData name="Lalwani, Sunil" userId="95b0a425-4eed-4b84-a7cf-34664c131309" providerId="ADAL" clId="{CC5F0CBF-77A6-4739-8FF3-8FB7DAFF4AC8}" dt="2025-12-17T09:06:45.778" v="651"/>
      <pc:docMkLst>
        <pc:docMk/>
      </pc:docMkLst>
      <pc:sldChg chg="del">
        <pc:chgData name="Lalwani, Sunil" userId="95b0a425-4eed-4b84-a7cf-34664c131309" providerId="ADAL" clId="{CC5F0CBF-77A6-4739-8FF3-8FB7DAFF4AC8}" dt="2025-12-14T09:24:26.018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4:26.018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6T15:35:24.656" v="2" actId="47"/>
        <pc:sldMkLst>
          <pc:docMk/>
          <pc:sldMk cId="0" sldId="259"/>
        </pc:sldMkLst>
      </pc:sldChg>
      <pc:sldChg chg="addSp modSp add mod ord modTransition setBg modNotes">
        <pc:chgData name="Lalwani, Sunil" userId="95b0a425-4eed-4b84-a7cf-34664c131309" providerId="ADAL" clId="{CC5F0CBF-77A6-4739-8FF3-8FB7DAFF4AC8}" dt="2025-12-17T09:06:45.778" v="651"/>
        <pc:sldMkLst>
          <pc:docMk/>
          <pc:sldMk cId="3236487965" sldId="259"/>
        </pc:sldMkLst>
        <pc:spChg chg="mod">
          <ac:chgData name="Lalwani, Sunil" userId="95b0a425-4eed-4b84-a7cf-34664c131309" providerId="ADAL" clId="{CC5F0CBF-77A6-4739-8FF3-8FB7DAFF4AC8}" dt="2025-12-17T09:06:43.720" v="648" actId="1582"/>
          <ac:spMkLst>
            <pc:docMk/>
            <pc:sldMk cId="3236487965" sldId="259"/>
            <ac:spMk id="3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06:43.720" v="648" actId="1582"/>
          <ac:spMkLst>
            <pc:docMk/>
            <pc:sldMk cId="3236487965" sldId="259"/>
            <ac:spMk id="4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06:43.720" v="648" actId="1582"/>
          <ac:spMkLst>
            <pc:docMk/>
            <pc:sldMk cId="3236487965" sldId="259"/>
            <ac:spMk id="5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06:43.720" v="648" actId="1582"/>
          <ac:spMkLst>
            <pc:docMk/>
            <pc:sldMk cId="3236487965" sldId="259"/>
            <ac:spMk id="7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06:43.720" v="648" actId="1582"/>
          <ac:spMkLst>
            <pc:docMk/>
            <pc:sldMk cId="3236487965" sldId="259"/>
            <ac:spMk id="8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06:43.720" v="648" actId="1582"/>
          <ac:spMkLst>
            <pc:docMk/>
            <pc:sldMk cId="3236487965" sldId="259"/>
            <ac:spMk id="9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06:43.720" v="648" actId="1582"/>
          <ac:spMkLst>
            <pc:docMk/>
            <pc:sldMk cId="3236487965" sldId="259"/>
            <ac:spMk id="10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06:43.720" v="648" actId="1582"/>
          <ac:spMkLst>
            <pc:docMk/>
            <pc:sldMk cId="3236487965" sldId="259"/>
            <ac:spMk id="12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06:45.778" v="651"/>
          <ac:spMkLst>
            <pc:docMk/>
            <pc:sldMk cId="3236487965" sldId="259"/>
            <ac:spMk id="13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06:11.426" v="625" actId="947"/>
          <ac:spMkLst>
            <pc:docMk/>
            <pc:sldMk cId="3236487965" sldId="259"/>
            <ac:spMk id="17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06:11.521" v="626" actId="947"/>
          <ac:spMkLst>
            <pc:docMk/>
            <pc:sldMk cId="3236487965" sldId="259"/>
            <ac:spMk id="18" creationId="{00000000-0000-0000-0000-000000000000}"/>
          </ac:spMkLst>
        </pc:spChg>
        <pc:grpChg chg="add mod">
          <ac:chgData name="Lalwani, Sunil" userId="95b0a425-4eed-4b84-a7cf-34664c131309" providerId="ADAL" clId="{CC5F0CBF-77A6-4739-8FF3-8FB7DAFF4AC8}" dt="2025-12-17T09:05:07.110" v="577"/>
          <ac:grpSpMkLst>
            <pc:docMk/>
            <pc:sldMk cId="3236487965" sldId="259"/>
            <ac:grpSpMk id="19" creationId="{D73B1D59-7429-2C29-7AF9-025C48B9358F}"/>
          </ac:grpSpMkLst>
        </pc:grpChg>
        <pc:grpChg chg="add mod">
          <ac:chgData name="Lalwani, Sunil" userId="95b0a425-4eed-4b84-a7cf-34664c131309" providerId="ADAL" clId="{CC5F0CBF-77A6-4739-8FF3-8FB7DAFF4AC8}" dt="2025-12-17T09:02:17.273" v="443"/>
          <ac:grpSpMkLst>
            <pc:docMk/>
            <pc:sldMk cId="3236487965" sldId="259"/>
            <ac:grpSpMk id="20" creationId="{D94AA333-0106-54AA-611F-BACB7A17C081}"/>
          </ac:grpSpMkLst>
        </pc:grpChg>
        <pc:grpChg chg="add mod">
          <ac:chgData name="Lalwani, Sunil" userId="95b0a425-4eed-4b84-a7cf-34664c131309" providerId="ADAL" clId="{CC5F0CBF-77A6-4739-8FF3-8FB7DAFF4AC8}" dt="2025-12-17T08:59:50.420" v="310" actId="207"/>
          <ac:grpSpMkLst>
            <pc:docMk/>
            <pc:sldMk cId="3236487965" sldId="259"/>
            <ac:grpSpMk id="21" creationId="{BDDF11AB-F75C-ED41-B7B5-663993938457}"/>
          </ac:grpSpMkLst>
        </pc:grpChg>
        <pc:grpChg chg="add mod">
          <ac:chgData name="Lalwani, Sunil" userId="95b0a425-4eed-4b84-a7cf-34664c131309" providerId="ADAL" clId="{CC5F0CBF-77A6-4739-8FF3-8FB7DAFF4AC8}" dt="2025-12-17T09:02:18.319" v="445" actId="207"/>
          <ac:grpSpMkLst>
            <pc:docMk/>
            <pc:sldMk cId="3236487965" sldId="259"/>
            <ac:grpSpMk id="22" creationId="{CE353129-126E-D922-FDAB-5C8F23DF8256}"/>
          </ac:grpSpMkLst>
        </pc:grpChg>
        <pc:grpChg chg="add mod">
          <ac:chgData name="Lalwani, Sunil" userId="95b0a425-4eed-4b84-a7cf-34664c131309" providerId="ADAL" clId="{CC5F0CBF-77A6-4739-8FF3-8FB7DAFF4AC8}" dt="2025-12-17T09:01:04.553" v="377"/>
          <ac:grpSpMkLst>
            <pc:docMk/>
            <pc:sldMk cId="3236487965" sldId="259"/>
            <ac:grpSpMk id="23" creationId="{47C06615-B62F-4692-B8A9-E2266FCE80F7}"/>
          </ac:grpSpMkLst>
        </pc:grpChg>
        <pc:grpChg chg="add mod">
          <ac:chgData name="Lalwani, Sunil" userId="95b0a425-4eed-4b84-a7cf-34664c131309" providerId="ADAL" clId="{CC5F0CBF-77A6-4739-8FF3-8FB7DAFF4AC8}" dt="2025-12-17T09:02:17.769" v="444"/>
          <ac:grpSpMkLst>
            <pc:docMk/>
            <pc:sldMk cId="3236487965" sldId="259"/>
            <ac:grpSpMk id="24" creationId="{464C92AC-A710-EB2D-9EE2-8AB9CCD8D35B}"/>
          </ac:grpSpMkLst>
        </pc:grpChg>
        <pc:grpChg chg="add mod">
          <ac:chgData name="Lalwani, Sunil" userId="95b0a425-4eed-4b84-a7cf-34664c131309" providerId="ADAL" clId="{CC5F0CBF-77A6-4739-8FF3-8FB7DAFF4AC8}" dt="2025-12-17T09:03:41.919" v="511"/>
          <ac:grpSpMkLst>
            <pc:docMk/>
            <pc:sldMk cId="3236487965" sldId="259"/>
            <ac:grpSpMk id="25" creationId="{B5D0E607-2174-B852-39D7-2590EDC4FDBB}"/>
          </ac:grpSpMkLst>
        </pc:grpChg>
        <pc:grpChg chg="add mod">
          <ac:chgData name="Lalwani, Sunil" userId="95b0a425-4eed-4b84-a7cf-34664c131309" providerId="ADAL" clId="{CC5F0CBF-77A6-4739-8FF3-8FB7DAFF4AC8}" dt="2025-12-17T09:05:07.668" v="578"/>
          <ac:grpSpMkLst>
            <pc:docMk/>
            <pc:sldMk cId="3236487965" sldId="259"/>
            <ac:grpSpMk id="26" creationId="{B54CFEC1-65DE-AEF4-2BD9-342ADD58A906}"/>
          </ac:grpSpMkLst>
        </pc:grpChg>
        <pc:grpChg chg="add mod">
          <ac:chgData name="Lalwani, Sunil" userId="95b0a425-4eed-4b84-a7cf-34664c131309" providerId="ADAL" clId="{CC5F0CBF-77A6-4739-8FF3-8FB7DAFF4AC8}" dt="2025-12-17T09:06:42.716" v="645"/>
          <ac:grpSpMkLst>
            <pc:docMk/>
            <pc:sldMk cId="3236487965" sldId="259"/>
            <ac:grpSpMk id="27" creationId="{3776FBFF-76D1-04FD-D836-10F2D081DB01}"/>
          </ac:grpSpMkLst>
        </pc:grpChg>
        <pc:grpChg chg="add mod">
          <ac:chgData name="Lalwani, Sunil" userId="95b0a425-4eed-4b84-a7cf-34664c131309" providerId="ADAL" clId="{CC5F0CBF-77A6-4739-8FF3-8FB7DAFF4AC8}" dt="2025-12-17T09:06:42.716" v="645"/>
          <ac:grpSpMkLst>
            <pc:docMk/>
            <pc:sldMk cId="3236487965" sldId="259"/>
            <ac:grpSpMk id="28" creationId="{BB6476F6-EB24-A548-DD69-508D2D6FC7C0}"/>
          </ac:grpSpMkLst>
        </pc:grpChg>
        <pc:picChg chg="mod">
          <ac:chgData name="Lalwani, Sunil" userId="95b0a425-4eed-4b84-a7cf-34664c131309" providerId="ADAL" clId="{CC5F0CBF-77A6-4739-8FF3-8FB7DAFF4AC8}" dt="2025-12-17T09:06:42.174" v="644"/>
          <ac:picMkLst>
            <pc:docMk/>
            <pc:sldMk cId="3236487965" sldId="259"/>
            <ac:picMk id="2" creationId="{00000000-0000-0000-0000-000000000000}"/>
          </ac:picMkLst>
        </pc:picChg>
        <pc:picChg chg="mod">
          <ac:chgData name="Lalwani, Sunil" userId="95b0a425-4eed-4b84-a7cf-34664c131309" providerId="ADAL" clId="{CC5F0CBF-77A6-4739-8FF3-8FB7DAFF4AC8}" dt="2025-12-17T09:06:43.720" v="648" actId="1582"/>
          <ac:picMkLst>
            <pc:docMk/>
            <pc:sldMk cId="3236487965" sldId="259"/>
            <ac:picMk id="6" creationId="{00000000-0000-0000-0000-000000000000}"/>
          </ac:picMkLst>
        </pc:picChg>
        <pc:picChg chg="mod">
          <ac:chgData name="Lalwani, Sunil" userId="95b0a425-4eed-4b84-a7cf-34664c131309" providerId="ADAL" clId="{CC5F0CBF-77A6-4739-8FF3-8FB7DAFF4AC8}" dt="2025-12-17T09:06:43.720" v="648" actId="1582"/>
          <ac:picMkLst>
            <pc:docMk/>
            <pc:sldMk cId="3236487965" sldId="259"/>
            <ac:picMk id="11" creationId="{00000000-0000-0000-0000-000000000000}"/>
          </ac:picMkLst>
        </pc:picChg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0"/>
        </pc:sldMkLst>
      </pc:sldChg>
      <pc:sldChg chg="add del">
        <pc:chgData name="Lalwani, Sunil" userId="95b0a425-4eed-4b84-a7cf-34664c131309" providerId="ADAL" clId="{CC5F0CBF-77A6-4739-8FF3-8FB7DAFF4AC8}" dt="2025-12-17T08:55:13.302" v="7" actId="2696"/>
        <pc:sldMkLst>
          <pc:docMk/>
          <pc:sldMk cId="4275227" sldId="260"/>
        </pc:sldMkLst>
      </pc:sldChg>
      <pc:sldChg chg="add del">
        <pc:chgData name="Lalwani, Sunil" userId="95b0a425-4eed-4b84-a7cf-34664c131309" providerId="ADAL" clId="{CC5F0CBF-77A6-4739-8FF3-8FB7DAFF4AC8}" dt="2025-12-17T08:55:22.817" v="24" actId="2696"/>
        <pc:sldMkLst>
          <pc:docMk/>
          <pc:sldMk cId="2945689920" sldId="260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1"/>
        </pc:sldMkLst>
      </pc:sldChg>
      <pc:sldChg chg="add ord modTransition setBg modNotes">
        <pc:chgData name="Lalwani, Sunil" userId="95b0a425-4eed-4b84-a7cf-34664c131309" providerId="ADAL" clId="{CC5F0CBF-77A6-4739-8FF3-8FB7DAFF4AC8}" dt="2025-12-17T09:05:39.793" v="609"/>
        <pc:sldMkLst>
          <pc:docMk/>
          <pc:sldMk cId="1663780018" sldId="261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2"/>
        </pc:sldMkLst>
      </pc:sldChg>
      <pc:sldChg chg="add ord modTransition setBg modNotes">
        <pc:chgData name="Lalwani, Sunil" userId="95b0a425-4eed-4b84-a7cf-34664c131309" providerId="ADAL" clId="{CC5F0CBF-77A6-4739-8FF3-8FB7DAFF4AC8}" dt="2025-12-17T09:06:41.791" v="640" actId="20577"/>
        <pc:sldMkLst>
          <pc:docMk/>
          <pc:sldMk cId="3292197448" sldId="262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3"/>
        </pc:sldMkLst>
      </pc:sldChg>
      <pc:sldChg chg="add ord modTransition setBg modNotes">
        <pc:chgData name="Lalwani, Sunil" userId="95b0a425-4eed-4b84-a7cf-34664c131309" providerId="ADAL" clId="{CC5F0CBF-77A6-4739-8FF3-8FB7DAFF4AC8}" dt="2025-12-17T09:06:27.991" v="639"/>
        <pc:sldMkLst>
          <pc:docMk/>
          <pc:sldMk cId="259955192" sldId="263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4"/>
        </pc:sldMkLst>
      </pc:sldChg>
      <pc:sldChg chg="add del">
        <pc:chgData name="Lalwani, Sunil" userId="95b0a425-4eed-4b84-a7cf-34664c131309" providerId="ADAL" clId="{CC5F0CBF-77A6-4739-8FF3-8FB7DAFF4AC8}" dt="2025-12-17T08:55:36.797" v="47" actId="2696"/>
        <pc:sldMkLst>
          <pc:docMk/>
          <pc:sldMk cId="1165679878" sldId="264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5"/>
        </pc:sldMkLst>
      </pc:sldChg>
      <pc:sldChg chg="addSp modSp add ord">
        <pc:chgData name="Lalwani, Sunil" userId="95b0a425-4eed-4b84-a7cf-34664c131309" providerId="ADAL" clId="{CC5F0CBF-77A6-4739-8FF3-8FB7DAFF4AC8}" dt="2025-12-17T09:06:44.575" v="649"/>
        <pc:sldMkLst>
          <pc:docMk/>
          <pc:sldMk cId="1515436863" sldId="265"/>
        </pc:sldMkLst>
        <pc:spChg chg="mod">
          <ac:chgData name="Lalwani, Sunil" userId="95b0a425-4eed-4b84-a7cf-34664c131309" providerId="ADAL" clId="{CC5F0CBF-77A6-4739-8FF3-8FB7DAFF4AC8}" dt="2025-12-17T08:56:28.780" v="106"/>
          <ac:spMkLst>
            <pc:docMk/>
            <pc:sldMk cId="1515436863" sldId="265"/>
            <ac:spMk id="4" creationId="{2EEEB9CB-A0F9-BF04-0793-6D7D9A41038E}"/>
          </ac:spMkLst>
        </pc:spChg>
        <pc:spChg chg="mod">
          <ac:chgData name="Lalwani, Sunil" userId="95b0a425-4eed-4b84-a7cf-34664c131309" providerId="ADAL" clId="{CC5F0CBF-77A6-4739-8FF3-8FB7DAFF4AC8}" dt="2025-12-17T08:56:28.780" v="106"/>
          <ac:spMkLst>
            <pc:docMk/>
            <pc:sldMk cId="1515436863" sldId="265"/>
            <ac:spMk id="6" creationId="{34F45746-3E96-371C-942A-61D9ABB73870}"/>
          </ac:spMkLst>
        </pc:spChg>
        <pc:spChg chg="mod">
          <ac:chgData name="Lalwani, Sunil" userId="95b0a425-4eed-4b84-a7cf-34664c131309" providerId="ADAL" clId="{CC5F0CBF-77A6-4739-8FF3-8FB7DAFF4AC8}" dt="2025-12-17T08:57:39.882" v="175"/>
          <ac:spMkLst>
            <pc:docMk/>
            <pc:sldMk cId="1515436863" sldId="265"/>
            <ac:spMk id="9" creationId="{5AE842AD-992E-D4B4-78CB-23697CFD890D}"/>
          </ac:spMkLst>
        </pc:spChg>
        <pc:spChg chg="mod">
          <ac:chgData name="Lalwani, Sunil" userId="95b0a425-4eed-4b84-a7cf-34664c131309" providerId="ADAL" clId="{CC5F0CBF-77A6-4739-8FF3-8FB7DAFF4AC8}" dt="2025-12-17T08:57:39.882" v="175"/>
          <ac:spMkLst>
            <pc:docMk/>
            <pc:sldMk cId="1515436863" sldId="265"/>
            <ac:spMk id="11" creationId="{7B5185BE-62A0-7306-E05D-F344A8430263}"/>
          </ac:spMkLst>
        </pc:spChg>
        <pc:spChg chg="mod">
          <ac:chgData name="Lalwani, Sunil" userId="95b0a425-4eed-4b84-a7cf-34664c131309" providerId="ADAL" clId="{CC5F0CBF-77A6-4739-8FF3-8FB7DAFF4AC8}" dt="2025-12-17T08:57:39.882" v="175"/>
          <ac:spMkLst>
            <pc:docMk/>
            <pc:sldMk cId="1515436863" sldId="265"/>
            <ac:spMk id="13" creationId="{088CDF0A-F662-BB47-D445-8932726B328C}"/>
          </ac:spMkLst>
        </pc:spChg>
        <pc:spChg chg="mod">
          <ac:chgData name="Lalwani, Sunil" userId="95b0a425-4eed-4b84-a7cf-34664c131309" providerId="ADAL" clId="{CC5F0CBF-77A6-4739-8FF3-8FB7DAFF4AC8}" dt="2025-12-17T08:58:43.338" v="244"/>
          <ac:spMkLst>
            <pc:docMk/>
            <pc:sldMk cId="1515436863" sldId="265"/>
            <ac:spMk id="18" creationId="{CC85837D-DC4A-578A-74EC-BE4CE7FFA64D}"/>
          </ac:spMkLst>
        </pc:spChg>
        <pc:spChg chg="mod">
          <ac:chgData name="Lalwani, Sunil" userId="95b0a425-4eed-4b84-a7cf-34664c131309" providerId="ADAL" clId="{CC5F0CBF-77A6-4739-8FF3-8FB7DAFF4AC8}" dt="2025-12-17T08:58:43.338" v="244"/>
          <ac:spMkLst>
            <pc:docMk/>
            <pc:sldMk cId="1515436863" sldId="265"/>
            <ac:spMk id="20" creationId="{EA72C748-0A33-FEC4-2841-E035F168099B}"/>
          </ac:spMkLst>
        </pc:spChg>
        <pc:spChg chg="mod">
          <ac:chgData name="Lalwani, Sunil" userId="95b0a425-4eed-4b84-a7cf-34664c131309" providerId="ADAL" clId="{CC5F0CBF-77A6-4739-8FF3-8FB7DAFF4AC8}" dt="2025-12-17T08:58:43.338" v="244"/>
          <ac:spMkLst>
            <pc:docMk/>
            <pc:sldMk cId="1515436863" sldId="265"/>
            <ac:spMk id="22" creationId="{E6D778C0-C4B3-C455-31E1-6BA5ED5AEE95}"/>
          </ac:spMkLst>
        </pc:spChg>
        <pc:spChg chg="mod">
          <ac:chgData name="Lalwani, Sunil" userId="95b0a425-4eed-4b84-a7cf-34664c131309" providerId="ADAL" clId="{CC5F0CBF-77A6-4739-8FF3-8FB7DAFF4AC8}" dt="2025-12-17T08:59:51.715" v="313"/>
          <ac:spMkLst>
            <pc:docMk/>
            <pc:sldMk cId="1515436863" sldId="265"/>
            <ac:spMk id="25" creationId="{F4F32FD9-925A-B8AB-F3F9-865D1A2BB0B2}"/>
          </ac:spMkLst>
        </pc:spChg>
        <pc:spChg chg="mod">
          <ac:chgData name="Lalwani, Sunil" userId="95b0a425-4eed-4b84-a7cf-34664c131309" providerId="ADAL" clId="{CC5F0CBF-77A6-4739-8FF3-8FB7DAFF4AC8}" dt="2025-12-17T08:59:51.715" v="313"/>
          <ac:spMkLst>
            <pc:docMk/>
            <pc:sldMk cId="1515436863" sldId="265"/>
            <ac:spMk id="29" creationId="{B12A3A97-228F-9B83-E12C-0B639834F26E}"/>
          </ac:spMkLst>
        </pc:spChg>
        <pc:spChg chg="mod">
          <ac:chgData name="Lalwani, Sunil" userId="95b0a425-4eed-4b84-a7cf-34664c131309" providerId="ADAL" clId="{CC5F0CBF-77A6-4739-8FF3-8FB7DAFF4AC8}" dt="2025-12-17T08:59:51.715" v="313"/>
          <ac:spMkLst>
            <pc:docMk/>
            <pc:sldMk cId="1515436863" sldId="265"/>
            <ac:spMk id="31" creationId="{1BC3FEC2-E132-66C8-7C4E-7088623D5B47}"/>
          </ac:spMkLst>
        </pc:spChg>
        <pc:spChg chg="mod">
          <ac:chgData name="Lalwani, Sunil" userId="95b0a425-4eed-4b84-a7cf-34664c131309" providerId="ADAL" clId="{CC5F0CBF-77A6-4739-8FF3-8FB7DAFF4AC8}" dt="2025-12-17T08:59:51.715" v="313"/>
          <ac:spMkLst>
            <pc:docMk/>
            <pc:sldMk cId="1515436863" sldId="265"/>
            <ac:spMk id="33" creationId="{26030E34-5B18-EAC4-518C-67A8DC53EE1C}"/>
          </ac:spMkLst>
        </pc:spChg>
        <pc:spChg chg="mod">
          <ac:chgData name="Lalwani, Sunil" userId="95b0a425-4eed-4b84-a7cf-34664c131309" providerId="ADAL" clId="{CC5F0CBF-77A6-4739-8FF3-8FB7DAFF4AC8}" dt="2025-12-17T09:01:06.346" v="381"/>
          <ac:spMkLst>
            <pc:docMk/>
            <pc:sldMk cId="1515436863" sldId="265"/>
            <ac:spMk id="36" creationId="{4CA3DEAB-449D-780D-1807-BCBC558FABF6}"/>
          </ac:spMkLst>
        </pc:spChg>
        <pc:spChg chg="mod">
          <ac:chgData name="Lalwani, Sunil" userId="95b0a425-4eed-4b84-a7cf-34664c131309" providerId="ADAL" clId="{CC5F0CBF-77A6-4739-8FF3-8FB7DAFF4AC8}" dt="2025-12-17T09:01:06.346" v="381"/>
          <ac:spMkLst>
            <pc:docMk/>
            <pc:sldMk cId="1515436863" sldId="265"/>
            <ac:spMk id="38" creationId="{E730CE45-9672-64BA-6402-F15627FC691D}"/>
          </ac:spMkLst>
        </pc:spChg>
        <pc:spChg chg="mod">
          <ac:chgData name="Lalwani, Sunil" userId="95b0a425-4eed-4b84-a7cf-34664c131309" providerId="ADAL" clId="{CC5F0CBF-77A6-4739-8FF3-8FB7DAFF4AC8}" dt="2025-12-17T09:01:06.346" v="381"/>
          <ac:spMkLst>
            <pc:docMk/>
            <pc:sldMk cId="1515436863" sldId="265"/>
            <ac:spMk id="42" creationId="{125FD80E-B0BF-4A56-C8C7-0235E2E3B110}"/>
          </ac:spMkLst>
        </pc:spChg>
        <pc:spChg chg="mod">
          <ac:chgData name="Lalwani, Sunil" userId="95b0a425-4eed-4b84-a7cf-34664c131309" providerId="ADAL" clId="{CC5F0CBF-77A6-4739-8FF3-8FB7DAFF4AC8}" dt="2025-12-17T09:01:06.346" v="381"/>
          <ac:spMkLst>
            <pc:docMk/>
            <pc:sldMk cId="1515436863" sldId="265"/>
            <ac:spMk id="44" creationId="{2D587B8F-DB9B-9AEB-1370-C7D865C285D4}"/>
          </ac:spMkLst>
        </pc:spChg>
        <pc:spChg chg="mod">
          <ac:chgData name="Lalwani, Sunil" userId="95b0a425-4eed-4b84-a7cf-34664c131309" providerId="ADAL" clId="{CC5F0CBF-77A6-4739-8FF3-8FB7DAFF4AC8}" dt="2025-12-17T09:01:06.346" v="381"/>
          <ac:spMkLst>
            <pc:docMk/>
            <pc:sldMk cId="1515436863" sldId="265"/>
            <ac:spMk id="46" creationId="{6BB7B6EC-2D92-F6D1-8811-86DC4DAB543A}"/>
          </ac:spMkLst>
        </pc:spChg>
        <pc:spChg chg="mod">
          <ac:chgData name="Lalwani, Sunil" userId="95b0a425-4eed-4b84-a7cf-34664c131309" providerId="ADAL" clId="{CC5F0CBF-77A6-4739-8FF3-8FB7DAFF4AC8}" dt="2025-12-17T09:02:19.573" v="448"/>
          <ac:spMkLst>
            <pc:docMk/>
            <pc:sldMk cId="1515436863" sldId="265"/>
            <ac:spMk id="49" creationId="{13C104B1-EA96-96B0-3FD4-0DF684193DE8}"/>
          </ac:spMkLst>
        </pc:spChg>
        <pc:spChg chg="mod">
          <ac:chgData name="Lalwani, Sunil" userId="95b0a425-4eed-4b84-a7cf-34664c131309" providerId="ADAL" clId="{CC5F0CBF-77A6-4739-8FF3-8FB7DAFF4AC8}" dt="2025-12-17T09:02:19.573" v="448"/>
          <ac:spMkLst>
            <pc:docMk/>
            <pc:sldMk cId="1515436863" sldId="265"/>
            <ac:spMk id="51" creationId="{F9A5C59D-4BEB-1B1F-01B4-4222DB62AEC7}"/>
          </ac:spMkLst>
        </pc:spChg>
        <pc:spChg chg="mod">
          <ac:chgData name="Lalwani, Sunil" userId="95b0a425-4eed-4b84-a7cf-34664c131309" providerId="ADAL" clId="{CC5F0CBF-77A6-4739-8FF3-8FB7DAFF4AC8}" dt="2025-12-17T09:02:19.573" v="448"/>
          <ac:spMkLst>
            <pc:docMk/>
            <pc:sldMk cId="1515436863" sldId="265"/>
            <ac:spMk id="53" creationId="{A5A2BD71-FE06-B15F-10D6-B3E1B1FF2348}"/>
          </ac:spMkLst>
        </pc:spChg>
        <pc:spChg chg="mod">
          <ac:chgData name="Lalwani, Sunil" userId="95b0a425-4eed-4b84-a7cf-34664c131309" providerId="ADAL" clId="{CC5F0CBF-77A6-4739-8FF3-8FB7DAFF4AC8}" dt="2025-12-17T09:02:19.573" v="448"/>
          <ac:spMkLst>
            <pc:docMk/>
            <pc:sldMk cId="1515436863" sldId="265"/>
            <ac:spMk id="57" creationId="{B97374E5-E92A-3640-F579-BD0DDEFFCB5B}"/>
          </ac:spMkLst>
        </pc:spChg>
        <pc:spChg chg="mod">
          <ac:chgData name="Lalwani, Sunil" userId="95b0a425-4eed-4b84-a7cf-34664c131309" providerId="ADAL" clId="{CC5F0CBF-77A6-4739-8FF3-8FB7DAFF4AC8}" dt="2025-12-17T09:02:19.573" v="448"/>
          <ac:spMkLst>
            <pc:docMk/>
            <pc:sldMk cId="1515436863" sldId="265"/>
            <ac:spMk id="59" creationId="{30186B21-2E5F-25A1-87CA-182783EEC093}"/>
          </ac:spMkLst>
        </pc:spChg>
        <pc:spChg chg="mod">
          <ac:chgData name="Lalwani, Sunil" userId="95b0a425-4eed-4b84-a7cf-34664c131309" providerId="ADAL" clId="{CC5F0CBF-77A6-4739-8FF3-8FB7DAFF4AC8}" dt="2025-12-17T09:02:19.573" v="448"/>
          <ac:spMkLst>
            <pc:docMk/>
            <pc:sldMk cId="1515436863" sldId="265"/>
            <ac:spMk id="61" creationId="{0E0774EF-FA41-A219-25E7-5585A4EA178E}"/>
          </ac:spMkLst>
        </pc:spChg>
        <pc:spChg chg="mod">
          <ac:chgData name="Lalwani, Sunil" userId="95b0a425-4eed-4b84-a7cf-34664c131309" providerId="ADAL" clId="{CC5F0CBF-77A6-4739-8FF3-8FB7DAFF4AC8}" dt="2025-12-17T09:03:43.694" v="515"/>
          <ac:spMkLst>
            <pc:docMk/>
            <pc:sldMk cId="1515436863" sldId="265"/>
            <ac:spMk id="64" creationId="{0592ED33-03F0-B7C0-8CC2-C187C3726E33}"/>
          </ac:spMkLst>
        </pc:spChg>
        <pc:spChg chg="mod">
          <ac:chgData name="Lalwani, Sunil" userId="95b0a425-4eed-4b84-a7cf-34664c131309" providerId="ADAL" clId="{CC5F0CBF-77A6-4739-8FF3-8FB7DAFF4AC8}" dt="2025-12-17T09:03:43.694" v="515"/>
          <ac:spMkLst>
            <pc:docMk/>
            <pc:sldMk cId="1515436863" sldId="265"/>
            <ac:spMk id="66" creationId="{4974E5A5-9E5B-FEA5-ED73-F5A3C6875B76}"/>
          </ac:spMkLst>
        </pc:spChg>
        <pc:spChg chg="mod">
          <ac:chgData name="Lalwani, Sunil" userId="95b0a425-4eed-4b84-a7cf-34664c131309" providerId="ADAL" clId="{CC5F0CBF-77A6-4739-8FF3-8FB7DAFF4AC8}" dt="2025-12-17T09:03:43.694" v="515"/>
          <ac:spMkLst>
            <pc:docMk/>
            <pc:sldMk cId="1515436863" sldId="265"/>
            <ac:spMk id="68" creationId="{96E37E6C-647C-9716-8141-B97209DA8EA8}"/>
          </ac:spMkLst>
        </pc:spChg>
        <pc:spChg chg="mod">
          <ac:chgData name="Lalwani, Sunil" userId="95b0a425-4eed-4b84-a7cf-34664c131309" providerId="ADAL" clId="{CC5F0CBF-77A6-4739-8FF3-8FB7DAFF4AC8}" dt="2025-12-17T09:03:43.694" v="515"/>
          <ac:spMkLst>
            <pc:docMk/>
            <pc:sldMk cId="1515436863" sldId="265"/>
            <ac:spMk id="70" creationId="{975079F4-2051-E5F4-9365-6AE17209B566}"/>
          </ac:spMkLst>
        </pc:spChg>
        <pc:spChg chg="mod">
          <ac:chgData name="Lalwani, Sunil" userId="95b0a425-4eed-4b84-a7cf-34664c131309" providerId="ADAL" clId="{CC5F0CBF-77A6-4739-8FF3-8FB7DAFF4AC8}" dt="2025-12-17T09:03:43.694" v="515"/>
          <ac:spMkLst>
            <pc:docMk/>
            <pc:sldMk cId="1515436863" sldId="265"/>
            <ac:spMk id="74" creationId="{F3DA6A8C-21FD-2F07-B6ED-E1FFDBC86C42}"/>
          </ac:spMkLst>
        </pc:spChg>
        <pc:spChg chg="mod">
          <ac:chgData name="Lalwani, Sunil" userId="95b0a425-4eed-4b84-a7cf-34664c131309" providerId="ADAL" clId="{CC5F0CBF-77A6-4739-8FF3-8FB7DAFF4AC8}" dt="2025-12-17T09:03:43.694" v="515"/>
          <ac:spMkLst>
            <pc:docMk/>
            <pc:sldMk cId="1515436863" sldId="265"/>
            <ac:spMk id="76" creationId="{D712643B-07B5-9597-4D43-668204D887FD}"/>
          </ac:spMkLst>
        </pc:spChg>
        <pc:spChg chg="mod">
          <ac:chgData name="Lalwani, Sunil" userId="95b0a425-4eed-4b84-a7cf-34664c131309" providerId="ADAL" clId="{CC5F0CBF-77A6-4739-8FF3-8FB7DAFF4AC8}" dt="2025-12-17T09:03:43.694" v="515"/>
          <ac:spMkLst>
            <pc:docMk/>
            <pc:sldMk cId="1515436863" sldId="265"/>
            <ac:spMk id="78" creationId="{4959D2D9-512E-6804-B8FA-1F8D8A8856B4}"/>
          </ac:spMkLst>
        </pc:spChg>
        <pc:spChg chg="mod">
          <ac:chgData name="Lalwani, Sunil" userId="95b0a425-4eed-4b84-a7cf-34664c131309" providerId="ADAL" clId="{CC5F0CBF-77A6-4739-8FF3-8FB7DAFF4AC8}" dt="2025-12-17T09:05:09.567" v="582"/>
          <ac:spMkLst>
            <pc:docMk/>
            <pc:sldMk cId="1515436863" sldId="265"/>
            <ac:spMk id="83" creationId="{84808C7A-15C8-07DC-A878-39C0214CA403}"/>
          </ac:spMkLst>
        </pc:spChg>
        <pc:spChg chg="mod">
          <ac:chgData name="Lalwani, Sunil" userId="95b0a425-4eed-4b84-a7cf-34664c131309" providerId="ADAL" clId="{CC5F0CBF-77A6-4739-8FF3-8FB7DAFF4AC8}" dt="2025-12-17T09:05:09.567" v="582"/>
          <ac:spMkLst>
            <pc:docMk/>
            <pc:sldMk cId="1515436863" sldId="265"/>
            <ac:spMk id="85" creationId="{BAC0676B-03EE-91C3-A230-AEF47D350C0E}"/>
          </ac:spMkLst>
        </pc:spChg>
        <pc:spChg chg="mod">
          <ac:chgData name="Lalwani, Sunil" userId="95b0a425-4eed-4b84-a7cf-34664c131309" providerId="ADAL" clId="{CC5F0CBF-77A6-4739-8FF3-8FB7DAFF4AC8}" dt="2025-12-17T09:05:09.567" v="582"/>
          <ac:spMkLst>
            <pc:docMk/>
            <pc:sldMk cId="1515436863" sldId="265"/>
            <ac:spMk id="87" creationId="{2980AC01-8CBE-3EA7-6600-6628444AE9B4}"/>
          </ac:spMkLst>
        </pc:spChg>
        <pc:spChg chg="mod">
          <ac:chgData name="Lalwani, Sunil" userId="95b0a425-4eed-4b84-a7cf-34664c131309" providerId="ADAL" clId="{CC5F0CBF-77A6-4739-8FF3-8FB7DAFF4AC8}" dt="2025-12-17T09:05:09.567" v="582"/>
          <ac:spMkLst>
            <pc:docMk/>
            <pc:sldMk cId="1515436863" sldId="265"/>
            <ac:spMk id="89" creationId="{66B156A5-D823-D181-3432-112FBAB1C063}"/>
          </ac:spMkLst>
        </pc:spChg>
        <pc:spChg chg="mod">
          <ac:chgData name="Lalwani, Sunil" userId="95b0a425-4eed-4b84-a7cf-34664c131309" providerId="ADAL" clId="{CC5F0CBF-77A6-4739-8FF3-8FB7DAFF4AC8}" dt="2025-12-17T09:05:09.567" v="582"/>
          <ac:spMkLst>
            <pc:docMk/>
            <pc:sldMk cId="1515436863" sldId="265"/>
            <ac:spMk id="93" creationId="{B2BD2734-3321-8450-1D77-F473FC31DA4E}"/>
          </ac:spMkLst>
        </pc:spChg>
        <pc:spChg chg="mod">
          <ac:chgData name="Lalwani, Sunil" userId="95b0a425-4eed-4b84-a7cf-34664c131309" providerId="ADAL" clId="{CC5F0CBF-77A6-4739-8FF3-8FB7DAFF4AC8}" dt="2025-12-17T09:05:09.567" v="582"/>
          <ac:spMkLst>
            <pc:docMk/>
            <pc:sldMk cId="1515436863" sldId="265"/>
            <ac:spMk id="95" creationId="{FC83BB1E-9245-C287-0361-A29ED5DF54D9}"/>
          </ac:spMkLst>
        </pc:spChg>
        <pc:spChg chg="mod">
          <ac:chgData name="Lalwani, Sunil" userId="95b0a425-4eed-4b84-a7cf-34664c131309" providerId="ADAL" clId="{CC5F0CBF-77A6-4739-8FF3-8FB7DAFF4AC8}" dt="2025-12-17T09:05:09.567" v="582"/>
          <ac:spMkLst>
            <pc:docMk/>
            <pc:sldMk cId="1515436863" sldId="265"/>
            <ac:spMk id="97" creationId="{6BCBC6BB-6741-5929-0420-52CBD42335BD}"/>
          </ac:spMkLst>
        </pc:spChg>
        <pc:spChg chg="mod">
          <ac:chgData name="Lalwani, Sunil" userId="95b0a425-4eed-4b84-a7cf-34664c131309" providerId="ADAL" clId="{CC5F0CBF-77A6-4739-8FF3-8FB7DAFF4AC8}" dt="2025-12-17T09:06:44.575" v="649"/>
          <ac:spMkLst>
            <pc:docMk/>
            <pc:sldMk cId="1515436863" sldId="265"/>
            <ac:spMk id="100" creationId="{BEDAE460-4BC4-63CA-FFA4-5FFB9EB4EB13}"/>
          </ac:spMkLst>
        </pc:spChg>
        <pc:spChg chg="mod">
          <ac:chgData name="Lalwani, Sunil" userId="95b0a425-4eed-4b84-a7cf-34664c131309" providerId="ADAL" clId="{CC5F0CBF-77A6-4739-8FF3-8FB7DAFF4AC8}" dt="2025-12-17T09:06:44.575" v="649"/>
          <ac:spMkLst>
            <pc:docMk/>
            <pc:sldMk cId="1515436863" sldId="265"/>
            <ac:spMk id="104" creationId="{16B2A6DA-DFCF-FA02-61B1-33F86C1F67E2}"/>
          </ac:spMkLst>
        </pc:spChg>
        <pc:spChg chg="mod">
          <ac:chgData name="Lalwani, Sunil" userId="95b0a425-4eed-4b84-a7cf-34664c131309" providerId="ADAL" clId="{CC5F0CBF-77A6-4739-8FF3-8FB7DAFF4AC8}" dt="2025-12-17T09:06:44.575" v="649"/>
          <ac:spMkLst>
            <pc:docMk/>
            <pc:sldMk cId="1515436863" sldId="265"/>
            <ac:spMk id="106" creationId="{5837B022-F510-A7C7-04DB-65A4E1944959}"/>
          </ac:spMkLst>
        </pc:spChg>
        <pc:spChg chg="mod">
          <ac:chgData name="Lalwani, Sunil" userId="95b0a425-4eed-4b84-a7cf-34664c131309" providerId="ADAL" clId="{CC5F0CBF-77A6-4739-8FF3-8FB7DAFF4AC8}" dt="2025-12-17T09:06:44.575" v="649"/>
          <ac:spMkLst>
            <pc:docMk/>
            <pc:sldMk cId="1515436863" sldId="265"/>
            <ac:spMk id="108" creationId="{9508AA7D-B722-CC37-A5A6-E41D2EB930FB}"/>
          </ac:spMkLst>
        </pc:spChg>
        <pc:spChg chg="mod">
          <ac:chgData name="Lalwani, Sunil" userId="95b0a425-4eed-4b84-a7cf-34664c131309" providerId="ADAL" clId="{CC5F0CBF-77A6-4739-8FF3-8FB7DAFF4AC8}" dt="2025-12-17T09:06:44.575" v="649"/>
          <ac:spMkLst>
            <pc:docMk/>
            <pc:sldMk cId="1515436863" sldId="265"/>
            <ac:spMk id="110" creationId="{E6FE6FC8-35EE-BAF7-5838-707E7DE6ED8F}"/>
          </ac:spMkLst>
        </pc:spChg>
        <pc:spChg chg="mod">
          <ac:chgData name="Lalwani, Sunil" userId="95b0a425-4eed-4b84-a7cf-34664c131309" providerId="ADAL" clId="{CC5F0CBF-77A6-4739-8FF3-8FB7DAFF4AC8}" dt="2025-12-17T09:06:44.575" v="649"/>
          <ac:spMkLst>
            <pc:docMk/>
            <pc:sldMk cId="1515436863" sldId="265"/>
            <ac:spMk id="114" creationId="{A1B9A34F-2B8F-A444-6257-AD45D9376415}"/>
          </ac:spMkLst>
        </pc:spChg>
        <pc:spChg chg="mod">
          <ac:chgData name="Lalwani, Sunil" userId="95b0a425-4eed-4b84-a7cf-34664c131309" providerId="ADAL" clId="{CC5F0CBF-77A6-4739-8FF3-8FB7DAFF4AC8}" dt="2025-12-17T09:06:44.575" v="649"/>
          <ac:spMkLst>
            <pc:docMk/>
            <pc:sldMk cId="1515436863" sldId="265"/>
            <ac:spMk id="116" creationId="{099B55E2-FF62-1398-1264-8B4B25EE7452}"/>
          </ac:spMkLst>
        </pc:spChg>
        <pc:spChg chg="mod">
          <ac:chgData name="Lalwani, Sunil" userId="95b0a425-4eed-4b84-a7cf-34664c131309" providerId="ADAL" clId="{CC5F0CBF-77A6-4739-8FF3-8FB7DAFF4AC8}" dt="2025-12-17T09:06:44.575" v="649"/>
          <ac:spMkLst>
            <pc:docMk/>
            <pc:sldMk cId="1515436863" sldId="265"/>
            <ac:spMk id="118" creationId="{6B4DABD8-B5A5-5916-2406-D99ACFA3C58C}"/>
          </ac:spMkLst>
        </pc:spChg>
        <pc:grpChg chg="add mod">
          <ac:chgData name="Lalwani, Sunil" userId="95b0a425-4eed-4b84-a7cf-34664c131309" providerId="ADAL" clId="{CC5F0CBF-77A6-4739-8FF3-8FB7DAFF4AC8}" dt="2025-12-17T08:56:28.780" v="106"/>
          <ac:grpSpMkLst>
            <pc:docMk/>
            <pc:sldMk cId="1515436863" sldId="265"/>
            <ac:grpSpMk id="2" creationId="{381C44F0-3165-1AE5-9B09-5A4893B1DE1E}"/>
          </ac:grpSpMkLst>
        </pc:grpChg>
        <pc:grpChg chg="mod">
          <ac:chgData name="Lalwani, Sunil" userId="95b0a425-4eed-4b84-a7cf-34664c131309" providerId="ADAL" clId="{CC5F0CBF-77A6-4739-8FF3-8FB7DAFF4AC8}" dt="2025-12-17T08:56:28.780" v="106"/>
          <ac:grpSpMkLst>
            <pc:docMk/>
            <pc:sldMk cId="1515436863" sldId="265"/>
            <ac:grpSpMk id="3" creationId="{2C1F73E1-8A7E-4991-7441-DC86D10DB447}"/>
          </ac:grpSpMkLst>
        </pc:grpChg>
        <pc:grpChg chg="add mod">
          <ac:chgData name="Lalwani, Sunil" userId="95b0a425-4eed-4b84-a7cf-34664c131309" providerId="ADAL" clId="{CC5F0CBF-77A6-4739-8FF3-8FB7DAFF4AC8}" dt="2025-12-17T08:57:39.882" v="175"/>
          <ac:grpSpMkLst>
            <pc:docMk/>
            <pc:sldMk cId="1515436863" sldId="265"/>
            <ac:grpSpMk id="7" creationId="{9DE88470-08ED-A4AC-FFD3-1C5B58A4927C}"/>
          </ac:grpSpMkLst>
        </pc:grpChg>
        <pc:grpChg chg="mod">
          <ac:chgData name="Lalwani, Sunil" userId="95b0a425-4eed-4b84-a7cf-34664c131309" providerId="ADAL" clId="{CC5F0CBF-77A6-4739-8FF3-8FB7DAFF4AC8}" dt="2025-12-17T08:57:39.882" v="175"/>
          <ac:grpSpMkLst>
            <pc:docMk/>
            <pc:sldMk cId="1515436863" sldId="265"/>
            <ac:grpSpMk id="8" creationId="{BB03C804-77AE-407A-5FB4-5017C2512DDE}"/>
          </ac:grpSpMkLst>
        </pc:grpChg>
        <pc:grpChg chg="mod">
          <ac:chgData name="Lalwani, Sunil" userId="95b0a425-4eed-4b84-a7cf-34664c131309" providerId="ADAL" clId="{CC5F0CBF-77A6-4739-8FF3-8FB7DAFF4AC8}" dt="2025-12-17T08:57:39.882" v="175"/>
          <ac:grpSpMkLst>
            <pc:docMk/>
            <pc:sldMk cId="1515436863" sldId="265"/>
            <ac:grpSpMk id="10" creationId="{58B7945A-9BED-A74E-AD3B-C37BC6F4A3D9}"/>
          </ac:grpSpMkLst>
        </pc:grpChg>
        <pc:grpChg chg="add mod">
          <ac:chgData name="Lalwani, Sunil" userId="95b0a425-4eed-4b84-a7cf-34664c131309" providerId="ADAL" clId="{CC5F0CBF-77A6-4739-8FF3-8FB7DAFF4AC8}" dt="2025-12-17T08:58:43.338" v="244"/>
          <ac:grpSpMkLst>
            <pc:docMk/>
            <pc:sldMk cId="1515436863" sldId="265"/>
            <ac:grpSpMk id="14" creationId="{944512D6-B621-FFCD-DB7B-B86B4B05D115}"/>
          </ac:grpSpMkLst>
        </pc:grpChg>
        <pc:grpChg chg="mod">
          <ac:chgData name="Lalwani, Sunil" userId="95b0a425-4eed-4b84-a7cf-34664c131309" providerId="ADAL" clId="{CC5F0CBF-77A6-4739-8FF3-8FB7DAFF4AC8}" dt="2025-12-17T08:58:43.338" v="244"/>
          <ac:grpSpMkLst>
            <pc:docMk/>
            <pc:sldMk cId="1515436863" sldId="265"/>
            <ac:grpSpMk id="15" creationId="{5E50A0E6-7CBC-A751-9F89-8602A1339BAA}"/>
          </ac:grpSpMkLst>
        </pc:grpChg>
        <pc:grpChg chg="mod">
          <ac:chgData name="Lalwani, Sunil" userId="95b0a425-4eed-4b84-a7cf-34664c131309" providerId="ADAL" clId="{CC5F0CBF-77A6-4739-8FF3-8FB7DAFF4AC8}" dt="2025-12-17T08:58:43.338" v="244"/>
          <ac:grpSpMkLst>
            <pc:docMk/>
            <pc:sldMk cId="1515436863" sldId="265"/>
            <ac:grpSpMk id="17" creationId="{9656A64D-8FA0-FA06-DE2D-80AE13DC7500}"/>
          </ac:grpSpMkLst>
        </pc:grpChg>
        <pc:grpChg chg="mod">
          <ac:chgData name="Lalwani, Sunil" userId="95b0a425-4eed-4b84-a7cf-34664c131309" providerId="ADAL" clId="{CC5F0CBF-77A6-4739-8FF3-8FB7DAFF4AC8}" dt="2025-12-17T08:58:43.338" v="244"/>
          <ac:grpSpMkLst>
            <pc:docMk/>
            <pc:sldMk cId="1515436863" sldId="265"/>
            <ac:grpSpMk id="19" creationId="{B641D1DC-701D-B78A-DEAD-7BCD267F6385}"/>
          </ac:grpSpMkLst>
        </pc:grpChg>
        <pc:grpChg chg="add mod">
          <ac:chgData name="Lalwani, Sunil" userId="95b0a425-4eed-4b84-a7cf-34664c131309" providerId="ADAL" clId="{CC5F0CBF-77A6-4739-8FF3-8FB7DAFF4AC8}" dt="2025-12-17T08:59:51.715" v="313"/>
          <ac:grpSpMkLst>
            <pc:docMk/>
            <pc:sldMk cId="1515436863" sldId="265"/>
            <ac:grpSpMk id="23" creationId="{D25C5338-188C-2019-E24B-0868D73D0A4F}"/>
          </ac:grpSpMkLst>
        </pc:grpChg>
        <pc:grpChg chg="mod">
          <ac:chgData name="Lalwani, Sunil" userId="95b0a425-4eed-4b84-a7cf-34664c131309" providerId="ADAL" clId="{CC5F0CBF-77A6-4739-8FF3-8FB7DAFF4AC8}" dt="2025-12-17T08:59:51.715" v="313"/>
          <ac:grpSpMkLst>
            <pc:docMk/>
            <pc:sldMk cId="1515436863" sldId="265"/>
            <ac:grpSpMk id="24" creationId="{9BDA6932-1DA7-CBB2-9C69-5C8F51B9A9AC}"/>
          </ac:grpSpMkLst>
        </pc:grpChg>
        <pc:grpChg chg="mod">
          <ac:chgData name="Lalwani, Sunil" userId="95b0a425-4eed-4b84-a7cf-34664c131309" providerId="ADAL" clId="{CC5F0CBF-77A6-4739-8FF3-8FB7DAFF4AC8}" dt="2025-12-17T08:59:51.715" v="313"/>
          <ac:grpSpMkLst>
            <pc:docMk/>
            <pc:sldMk cId="1515436863" sldId="265"/>
            <ac:grpSpMk id="26" creationId="{2F403492-1C83-9F72-05EF-968354F7A37E}"/>
          </ac:grpSpMkLst>
        </pc:grpChg>
        <pc:grpChg chg="mod">
          <ac:chgData name="Lalwani, Sunil" userId="95b0a425-4eed-4b84-a7cf-34664c131309" providerId="ADAL" clId="{CC5F0CBF-77A6-4739-8FF3-8FB7DAFF4AC8}" dt="2025-12-17T08:59:51.715" v="313"/>
          <ac:grpSpMkLst>
            <pc:docMk/>
            <pc:sldMk cId="1515436863" sldId="265"/>
            <ac:grpSpMk id="28" creationId="{4B51FA88-CBC3-5269-3B15-C457FF88DA2B}"/>
          </ac:grpSpMkLst>
        </pc:grpChg>
        <pc:grpChg chg="mod">
          <ac:chgData name="Lalwani, Sunil" userId="95b0a425-4eed-4b84-a7cf-34664c131309" providerId="ADAL" clId="{CC5F0CBF-77A6-4739-8FF3-8FB7DAFF4AC8}" dt="2025-12-17T09:01:06.346" v="381"/>
          <ac:grpSpMkLst>
            <pc:docMk/>
            <pc:sldMk cId="1515436863" sldId="265"/>
            <ac:grpSpMk id="39" creationId="{5A5A2B8A-AD9A-6F40-0173-DFF1790B0BFE}"/>
          </ac:grpSpMkLst>
        </pc:grpChg>
        <pc:grpChg chg="mod">
          <ac:chgData name="Lalwani, Sunil" userId="95b0a425-4eed-4b84-a7cf-34664c131309" providerId="ADAL" clId="{CC5F0CBF-77A6-4739-8FF3-8FB7DAFF4AC8}" dt="2025-12-17T09:01:06.346" v="381"/>
          <ac:grpSpMkLst>
            <pc:docMk/>
            <pc:sldMk cId="1515436863" sldId="265"/>
            <ac:grpSpMk id="41" creationId="{8FA8C37C-F656-63EB-6E56-0ECB7CE5E399}"/>
          </ac:grpSpMkLst>
        </pc:grpChg>
        <pc:grpChg chg="mod">
          <ac:chgData name="Lalwani, Sunil" userId="95b0a425-4eed-4b84-a7cf-34664c131309" providerId="ADAL" clId="{CC5F0CBF-77A6-4739-8FF3-8FB7DAFF4AC8}" dt="2025-12-17T09:01:06.346" v="381"/>
          <ac:grpSpMkLst>
            <pc:docMk/>
            <pc:sldMk cId="1515436863" sldId="265"/>
            <ac:grpSpMk id="43" creationId="{1B82C80D-33DD-97CC-DD84-B3B9E18D5889}"/>
          </ac:grpSpMkLst>
        </pc:grpChg>
        <pc:grpChg chg="add mod">
          <ac:chgData name="Lalwani, Sunil" userId="95b0a425-4eed-4b84-a7cf-34664c131309" providerId="ADAL" clId="{CC5F0CBF-77A6-4739-8FF3-8FB7DAFF4AC8}" dt="2025-12-17T09:02:19.573" v="448"/>
          <ac:grpSpMkLst>
            <pc:docMk/>
            <pc:sldMk cId="1515436863" sldId="265"/>
            <ac:grpSpMk id="47" creationId="{70BEC443-E26E-987E-C29F-DD3428C7CAD0}"/>
          </ac:grpSpMkLst>
        </pc:grpChg>
        <pc:grpChg chg="mod">
          <ac:chgData name="Lalwani, Sunil" userId="95b0a425-4eed-4b84-a7cf-34664c131309" providerId="ADAL" clId="{CC5F0CBF-77A6-4739-8FF3-8FB7DAFF4AC8}" dt="2025-12-17T09:02:19.573" v="448"/>
          <ac:grpSpMkLst>
            <pc:docMk/>
            <pc:sldMk cId="1515436863" sldId="265"/>
            <ac:grpSpMk id="58" creationId="{D0C8A572-9390-86CA-16DC-8927F11B071E}"/>
          </ac:grpSpMkLst>
        </pc:grpChg>
        <pc:grpChg chg="add mod">
          <ac:chgData name="Lalwani, Sunil" userId="95b0a425-4eed-4b84-a7cf-34664c131309" providerId="ADAL" clId="{CC5F0CBF-77A6-4739-8FF3-8FB7DAFF4AC8}" dt="2025-12-17T09:03:43.694" v="515"/>
          <ac:grpSpMkLst>
            <pc:docMk/>
            <pc:sldMk cId="1515436863" sldId="265"/>
            <ac:grpSpMk id="62" creationId="{57EF6710-01D6-7A6B-AFC9-CD8E966DF7E1}"/>
          </ac:grpSpMkLst>
        </pc:grpChg>
        <pc:picChg chg="mod">
          <ac:chgData name="Lalwani, Sunil" userId="95b0a425-4eed-4b84-a7cf-34664c131309" providerId="ADAL" clId="{CC5F0CBF-77A6-4739-8FF3-8FB7DAFF4AC8}" dt="2025-12-17T08:56:28.780" v="106"/>
          <ac:picMkLst>
            <pc:docMk/>
            <pc:sldMk cId="1515436863" sldId="265"/>
            <ac:picMk id="5" creationId="{22F8B4A3-5A06-C6B1-806D-2CB186E57FA4}"/>
          </ac:picMkLst>
        </pc:picChg>
        <pc:picChg chg="mod">
          <ac:chgData name="Lalwani, Sunil" userId="95b0a425-4eed-4b84-a7cf-34664c131309" providerId="ADAL" clId="{CC5F0CBF-77A6-4739-8FF3-8FB7DAFF4AC8}" dt="2025-12-17T08:57:39.882" v="175"/>
          <ac:picMkLst>
            <pc:docMk/>
            <pc:sldMk cId="1515436863" sldId="265"/>
            <ac:picMk id="12" creationId="{A151EFAC-B0FF-01B0-7B67-1857D1F02D6E}"/>
          </ac:picMkLst>
        </pc:picChg>
        <pc:picChg chg="mod">
          <ac:chgData name="Lalwani, Sunil" userId="95b0a425-4eed-4b84-a7cf-34664c131309" providerId="ADAL" clId="{CC5F0CBF-77A6-4739-8FF3-8FB7DAFF4AC8}" dt="2025-12-17T08:58:43.338" v="244"/>
          <ac:picMkLst>
            <pc:docMk/>
            <pc:sldMk cId="1515436863" sldId="265"/>
            <ac:picMk id="16" creationId="{CEFBFDF1-F4E4-3DCE-009D-BE73A7868AE3}"/>
          </ac:picMkLst>
        </pc:picChg>
        <pc:picChg chg="mod">
          <ac:chgData name="Lalwani, Sunil" userId="95b0a425-4eed-4b84-a7cf-34664c131309" providerId="ADAL" clId="{CC5F0CBF-77A6-4739-8FF3-8FB7DAFF4AC8}" dt="2025-12-17T08:58:43.338" v="244"/>
          <ac:picMkLst>
            <pc:docMk/>
            <pc:sldMk cId="1515436863" sldId="265"/>
            <ac:picMk id="21" creationId="{A5B1AC18-0E40-5A90-2EA6-ADB0F7FBCA7B}"/>
          </ac:picMkLst>
        </pc:picChg>
        <pc:picChg chg="mod">
          <ac:chgData name="Lalwani, Sunil" userId="95b0a425-4eed-4b84-a7cf-34664c131309" providerId="ADAL" clId="{CC5F0CBF-77A6-4739-8FF3-8FB7DAFF4AC8}" dt="2025-12-17T08:59:51.715" v="313"/>
          <ac:picMkLst>
            <pc:docMk/>
            <pc:sldMk cId="1515436863" sldId="265"/>
            <ac:picMk id="27" creationId="{11010404-5304-C2E1-B0F3-B091A9AE1A65}"/>
          </ac:picMkLst>
        </pc:picChg>
        <pc:picChg chg="mod">
          <ac:chgData name="Lalwani, Sunil" userId="95b0a425-4eed-4b84-a7cf-34664c131309" providerId="ADAL" clId="{CC5F0CBF-77A6-4739-8FF3-8FB7DAFF4AC8}" dt="2025-12-17T08:59:51.715" v="313"/>
          <ac:picMkLst>
            <pc:docMk/>
            <pc:sldMk cId="1515436863" sldId="265"/>
            <ac:picMk id="32" creationId="{9F787963-FBD0-43FC-50AD-16812C099BB7}"/>
          </ac:picMkLst>
        </pc:picChg>
        <pc:picChg chg="mod">
          <ac:chgData name="Lalwani, Sunil" userId="95b0a425-4eed-4b84-a7cf-34664c131309" providerId="ADAL" clId="{CC5F0CBF-77A6-4739-8FF3-8FB7DAFF4AC8}" dt="2025-12-17T09:01:06.346" v="381"/>
          <ac:picMkLst>
            <pc:docMk/>
            <pc:sldMk cId="1515436863" sldId="265"/>
            <ac:picMk id="40" creationId="{E9F44D80-1DEF-7965-5F59-3BAAEA73FB79}"/>
          </ac:picMkLst>
        </pc:picChg>
        <pc:picChg chg="mod">
          <ac:chgData name="Lalwani, Sunil" userId="95b0a425-4eed-4b84-a7cf-34664c131309" providerId="ADAL" clId="{CC5F0CBF-77A6-4739-8FF3-8FB7DAFF4AC8}" dt="2025-12-17T09:01:06.346" v="381"/>
          <ac:picMkLst>
            <pc:docMk/>
            <pc:sldMk cId="1515436863" sldId="265"/>
            <ac:picMk id="45" creationId="{A0F12DAC-C5CC-68A6-79AD-A333E30F205E}"/>
          </ac:picMkLst>
        </pc:picChg>
        <pc:picChg chg="mod">
          <ac:chgData name="Lalwani, Sunil" userId="95b0a425-4eed-4b84-a7cf-34664c131309" providerId="ADAL" clId="{CC5F0CBF-77A6-4739-8FF3-8FB7DAFF4AC8}" dt="2025-12-17T09:02:19.573" v="448"/>
          <ac:picMkLst>
            <pc:docMk/>
            <pc:sldMk cId="1515436863" sldId="265"/>
            <ac:picMk id="55" creationId="{646FFB2C-DB67-B772-7259-1140246136F7}"/>
          </ac:picMkLst>
        </pc:picChg>
        <pc:picChg chg="mod">
          <ac:chgData name="Lalwani, Sunil" userId="95b0a425-4eed-4b84-a7cf-34664c131309" providerId="ADAL" clId="{CC5F0CBF-77A6-4739-8FF3-8FB7DAFF4AC8}" dt="2025-12-17T09:02:19.573" v="448"/>
          <ac:picMkLst>
            <pc:docMk/>
            <pc:sldMk cId="1515436863" sldId="265"/>
            <ac:picMk id="60" creationId="{01CF96C3-FC2C-F4A3-F5D2-DFF1DF8EC1A7}"/>
          </ac:picMkLst>
        </pc:picChg>
        <pc:picChg chg="mod">
          <ac:chgData name="Lalwani, Sunil" userId="95b0a425-4eed-4b84-a7cf-34664c131309" providerId="ADAL" clId="{CC5F0CBF-77A6-4739-8FF3-8FB7DAFF4AC8}" dt="2025-12-17T09:03:43.694" v="515"/>
          <ac:picMkLst>
            <pc:docMk/>
            <pc:sldMk cId="1515436863" sldId="265"/>
            <ac:picMk id="72" creationId="{B2AB833A-DC57-8507-F9B1-04A3355AA8A9}"/>
          </ac:picMkLst>
        </pc:picChg>
        <pc:picChg chg="mod">
          <ac:chgData name="Lalwani, Sunil" userId="95b0a425-4eed-4b84-a7cf-34664c131309" providerId="ADAL" clId="{CC5F0CBF-77A6-4739-8FF3-8FB7DAFF4AC8}" dt="2025-12-17T09:03:43.694" v="515"/>
          <ac:picMkLst>
            <pc:docMk/>
            <pc:sldMk cId="1515436863" sldId="265"/>
            <ac:picMk id="77" creationId="{938AB1CB-9359-23E6-E41D-D171E9E20C82}"/>
          </ac:picMkLst>
        </pc:picChg>
        <pc:picChg chg="mod">
          <ac:chgData name="Lalwani, Sunil" userId="95b0a425-4eed-4b84-a7cf-34664c131309" providerId="ADAL" clId="{CC5F0CBF-77A6-4739-8FF3-8FB7DAFF4AC8}" dt="2025-12-17T09:05:09.567" v="582"/>
          <ac:picMkLst>
            <pc:docMk/>
            <pc:sldMk cId="1515436863" sldId="265"/>
            <ac:picMk id="81" creationId="{6321751E-9B47-FE57-4CE6-109A4A5F85A9}"/>
          </ac:picMkLst>
        </pc:picChg>
        <pc:picChg chg="mod">
          <ac:chgData name="Lalwani, Sunil" userId="95b0a425-4eed-4b84-a7cf-34664c131309" providerId="ADAL" clId="{CC5F0CBF-77A6-4739-8FF3-8FB7DAFF4AC8}" dt="2025-12-17T09:05:09.567" v="582"/>
          <ac:picMkLst>
            <pc:docMk/>
            <pc:sldMk cId="1515436863" sldId="265"/>
            <ac:picMk id="91" creationId="{446DF512-05FB-531D-A74E-7D7CB5F9F7B3}"/>
          </ac:picMkLst>
        </pc:picChg>
        <pc:picChg chg="mod">
          <ac:chgData name="Lalwani, Sunil" userId="95b0a425-4eed-4b84-a7cf-34664c131309" providerId="ADAL" clId="{CC5F0CBF-77A6-4739-8FF3-8FB7DAFF4AC8}" dt="2025-12-17T09:05:09.567" v="582"/>
          <ac:picMkLst>
            <pc:docMk/>
            <pc:sldMk cId="1515436863" sldId="265"/>
            <ac:picMk id="96" creationId="{71C8C543-A896-B941-23E4-FE9C13CF4BDD}"/>
          </ac:picMkLst>
        </pc:picChg>
        <pc:picChg chg="mod">
          <ac:chgData name="Lalwani, Sunil" userId="95b0a425-4eed-4b84-a7cf-34664c131309" providerId="ADAL" clId="{CC5F0CBF-77A6-4739-8FF3-8FB7DAFF4AC8}" dt="2025-12-17T09:06:44.575" v="649"/>
          <ac:picMkLst>
            <pc:docMk/>
            <pc:sldMk cId="1515436863" sldId="265"/>
            <ac:picMk id="102" creationId="{EB80580D-23AD-E3A0-45B2-8734D39EF4F8}"/>
          </ac:picMkLst>
        </pc:picChg>
        <pc:picChg chg="mod">
          <ac:chgData name="Lalwani, Sunil" userId="95b0a425-4eed-4b84-a7cf-34664c131309" providerId="ADAL" clId="{CC5F0CBF-77A6-4739-8FF3-8FB7DAFF4AC8}" dt="2025-12-17T09:06:44.575" v="649"/>
          <ac:picMkLst>
            <pc:docMk/>
            <pc:sldMk cId="1515436863" sldId="265"/>
            <ac:picMk id="117" creationId="{5C217D62-C456-C400-2886-50F32169F717}"/>
          </ac:picMkLst>
        </pc:picChg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6"/>
        </pc:sldMkLst>
      </pc:sldChg>
      <pc:sldChg chg="add">
        <pc:chgData name="Lalwani, Sunil" userId="95b0a425-4eed-4b84-a7cf-34664c131309" providerId="ADAL" clId="{CC5F0CBF-77A6-4739-8FF3-8FB7DAFF4AC8}" dt="2025-12-17T08:55:35.807" v="43"/>
        <pc:sldMkLst>
          <pc:docMk/>
          <pc:sldMk cId="2724316359" sldId="266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7"/>
        </pc:sldMkLst>
      </pc:sldChg>
      <pc:sldChg chg="add ord">
        <pc:chgData name="Lalwani, Sunil" userId="95b0a425-4eed-4b84-a7cf-34664c131309" providerId="ADAL" clId="{CC5F0CBF-77A6-4739-8FF3-8FB7DAFF4AC8}" dt="2025-12-17T08:55:36.333" v="46"/>
        <pc:sldMkLst>
          <pc:docMk/>
          <pc:sldMk cId="3634617139" sldId="267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8"/>
        </pc:sldMkLst>
      </pc:sldChg>
      <pc:sldChg chg="add del">
        <pc:chgData name="Lalwani, Sunil" userId="95b0a425-4eed-4b84-a7cf-34664c131309" providerId="ADAL" clId="{CC5F0CBF-77A6-4739-8FF3-8FB7DAFF4AC8}" dt="2025-12-17T08:55:50.528" v="60" actId="2696"/>
        <pc:sldMkLst>
          <pc:docMk/>
          <pc:sldMk cId="566698092" sldId="268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9"/>
        </pc:sldMkLst>
      </pc:sldChg>
      <pc:sldChg chg="add ord">
        <pc:chgData name="Lalwani, Sunil" userId="95b0a425-4eed-4b84-a7cf-34664c131309" providerId="ADAL" clId="{CC5F0CBF-77A6-4739-8FF3-8FB7DAFF4AC8}" dt="2025-12-17T08:55:48.877" v="55"/>
        <pc:sldMkLst>
          <pc:docMk/>
          <pc:sldMk cId="1884255962" sldId="269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70"/>
        </pc:sldMkLst>
      </pc:sldChg>
      <pc:sldChg chg="add">
        <pc:chgData name="Lalwani, Sunil" userId="95b0a425-4eed-4b84-a7cf-34664c131309" providerId="ADAL" clId="{CC5F0CBF-77A6-4739-8FF3-8FB7DAFF4AC8}" dt="2025-12-17T08:55:49.454" v="56"/>
        <pc:sldMkLst>
          <pc:docMk/>
          <pc:sldMk cId="878683168" sldId="270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71"/>
        </pc:sldMkLst>
      </pc:sldChg>
      <pc:sldChg chg="add ord">
        <pc:chgData name="Lalwani, Sunil" userId="95b0a425-4eed-4b84-a7cf-34664c131309" providerId="ADAL" clId="{CC5F0CBF-77A6-4739-8FF3-8FB7DAFF4AC8}" dt="2025-12-17T08:55:50.111" v="59"/>
        <pc:sldMkLst>
          <pc:docMk/>
          <pc:sldMk cId="1198651580" sldId="271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72"/>
        </pc:sldMkLst>
      </pc:sldChg>
      <pc:sldChg chg="add del">
        <pc:chgData name="Lalwani, Sunil" userId="95b0a425-4eed-4b84-a7cf-34664c131309" providerId="ADAL" clId="{CC5F0CBF-77A6-4739-8FF3-8FB7DAFF4AC8}" dt="2025-12-17T08:56:02.481" v="73" actId="2696"/>
        <pc:sldMkLst>
          <pc:docMk/>
          <pc:sldMk cId="2737260863" sldId="272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73"/>
        </pc:sldMkLst>
      </pc:sldChg>
      <pc:sldChg chg="add ord">
        <pc:chgData name="Lalwani, Sunil" userId="95b0a425-4eed-4b84-a7cf-34664c131309" providerId="ADAL" clId="{CC5F0CBF-77A6-4739-8FF3-8FB7DAFF4AC8}" dt="2025-12-17T08:56:00.863" v="68"/>
        <pc:sldMkLst>
          <pc:docMk/>
          <pc:sldMk cId="3051950049" sldId="273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74"/>
        </pc:sldMkLst>
      </pc:sldChg>
      <pc:sldChg chg="add">
        <pc:chgData name="Lalwani, Sunil" userId="95b0a425-4eed-4b84-a7cf-34664c131309" providerId="ADAL" clId="{CC5F0CBF-77A6-4739-8FF3-8FB7DAFF4AC8}" dt="2025-12-17T08:56:01.475" v="69"/>
        <pc:sldMkLst>
          <pc:docMk/>
          <pc:sldMk cId="3059746094" sldId="274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75"/>
        </pc:sldMkLst>
      </pc:sldChg>
      <pc:sldChg chg="add ord">
        <pc:chgData name="Lalwani, Sunil" userId="95b0a425-4eed-4b84-a7cf-34664c131309" providerId="ADAL" clId="{CC5F0CBF-77A6-4739-8FF3-8FB7DAFF4AC8}" dt="2025-12-17T08:56:02.048" v="72"/>
        <pc:sldMkLst>
          <pc:docMk/>
          <pc:sldMk cId="2420661360" sldId="275"/>
        </pc:sldMkLst>
      </pc:sldChg>
      <pc:sldChg chg="add del">
        <pc:chgData name="Lalwani, Sunil" userId="95b0a425-4eed-4b84-a7cf-34664c131309" providerId="ADAL" clId="{CC5F0CBF-77A6-4739-8FF3-8FB7DAFF4AC8}" dt="2025-12-17T08:56:17.626" v="92" actId="2696"/>
        <pc:sldMkLst>
          <pc:docMk/>
          <pc:sldMk cId="3770907106" sldId="276"/>
        </pc:sldMkLst>
      </pc:sldChg>
      <pc:sldChg chg="add ord">
        <pc:chgData name="Lalwani, Sunil" userId="95b0a425-4eed-4b84-a7cf-34664c131309" providerId="ADAL" clId="{CC5F0CBF-77A6-4739-8FF3-8FB7DAFF4AC8}" dt="2025-12-17T08:56:15.988" v="87"/>
        <pc:sldMkLst>
          <pc:docMk/>
          <pc:sldMk cId="3369605191" sldId="277"/>
        </pc:sldMkLst>
      </pc:sldChg>
      <pc:sldChg chg="add">
        <pc:chgData name="Lalwani, Sunil" userId="95b0a425-4eed-4b84-a7cf-34664c131309" providerId="ADAL" clId="{CC5F0CBF-77A6-4739-8FF3-8FB7DAFF4AC8}" dt="2025-12-17T08:56:16.591" v="88"/>
        <pc:sldMkLst>
          <pc:docMk/>
          <pc:sldMk cId="4098399999" sldId="278"/>
        </pc:sldMkLst>
      </pc:sldChg>
      <pc:sldChg chg="add ord">
        <pc:chgData name="Lalwani, Sunil" userId="95b0a425-4eed-4b84-a7cf-34664c131309" providerId="ADAL" clId="{CC5F0CBF-77A6-4739-8FF3-8FB7DAFF4AC8}" dt="2025-12-17T08:56:17.165" v="91"/>
        <pc:sldMkLst>
          <pc:docMk/>
          <pc:sldMk cId="2258586941" sldId="279"/>
        </pc:sldMkLst>
      </pc:sldChg>
      <pc:sldChg chg="add del">
        <pc:chgData name="Lalwani, Sunil" userId="95b0a425-4eed-4b84-a7cf-34664c131309" providerId="ADAL" clId="{CC5F0CBF-77A6-4739-8FF3-8FB7DAFF4AC8}" dt="2025-12-17T08:56:35.526" v="116" actId="2696"/>
        <pc:sldMkLst>
          <pc:docMk/>
          <pc:sldMk cId="2499405283" sldId="280"/>
        </pc:sldMkLst>
      </pc:sldChg>
      <pc:sldChg chg="add ord">
        <pc:chgData name="Lalwani, Sunil" userId="95b0a425-4eed-4b84-a7cf-34664c131309" providerId="ADAL" clId="{CC5F0CBF-77A6-4739-8FF3-8FB7DAFF4AC8}" dt="2025-12-17T08:56:33.892" v="111"/>
        <pc:sldMkLst>
          <pc:docMk/>
          <pc:sldMk cId="690530054" sldId="281"/>
        </pc:sldMkLst>
      </pc:sldChg>
      <pc:sldChg chg="add">
        <pc:chgData name="Lalwani, Sunil" userId="95b0a425-4eed-4b84-a7cf-34664c131309" providerId="ADAL" clId="{CC5F0CBF-77A6-4739-8FF3-8FB7DAFF4AC8}" dt="2025-12-17T08:56:34.505" v="112"/>
        <pc:sldMkLst>
          <pc:docMk/>
          <pc:sldMk cId="2677725450" sldId="282"/>
        </pc:sldMkLst>
      </pc:sldChg>
      <pc:sldChg chg="add ord">
        <pc:chgData name="Lalwani, Sunil" userId="95b0a425-4eed-4b84-a7cf-34664c131309" providerId="ADAL" clId="{CC5F0CBF-77A6-4739-8FF3-8FB7DAFF4AC8}" dt="2025-12-17T08:56:35.064" v="115"/>
        <pc:sldMkLst>
          <pc:docMk/>
          <pc:sldMk cId="1353343473" sldId="283"/>
        </pc:sldMkLst>
      </pc:sldChg>
      <pc:sldChg chg="add del">
        <pc:chgData name="Lalwani, Sunil" userId="95b0a425-4eed-4b84-a7cf-34664c131309" providerId="ADAL" clId="{CC5F0CBF-77A6-4739-8FF3-8FB7DAFF4AC8}" dt="2025-12-17T08:56:49.026" v="129" actId="2696"/>
        <pc:sldMkLst>
          <pc:docMk/>
          <pc:sldMk cId="711218369" sldId="284"/>
        </pc:sldMkLst>
      </pc:sldChg>
      <pc:sldChg chg="add ord">
        <pc:chgData name="Lalwani, Sunil" userId="95b0a425-4eed-4b84-a7cf-34664c131309" providerId="ADAL" clId="{CC5F0CBF-77A6-4739-8FF3-8FB7DAFF4AC8}" dt="2025-12-17T08:56:47.390" v="124"/>
        <pc:sldMkLst>
          <pc:docMk/>
          <pc:sldMk cId="2476154057" sldId="285"/>
        </pc:sldMkLst>
      </pc:sldChg>
      <pc:sldChg chg="add">
        <pc:chgData name="Lalwani, Sunil" userId="95b0a425-4eed-4b84-a7cf-34664c131309" providerId="ADAL" clId="{CC5F0CBF-77A6-4739-8FF3-8FB7DAFF4AC8}" dt="2025-12-17T08:56:48.008" v="125"/>
        <pc:sldMkLst>
          <pc:docMk/>
          <pc:sldMk cId="694054560" sldId="286"/>
        </pc:sldMkLst>
      </pc:sldChg>
      <pc:sldChg chg="add ord">
        <pc:chgData name="Lalwani, Sunil" userId="95b0a425-4eed-4b84-a7cf-34664c131309" providerId="ADAL" clId="{CC5F0CBF-77A6-4739-8FF3-8FB7DAFF4AC8}" dt="2025-12-17T08:56:48.594" v="128"/>
        <pc:sldMkLst>
          <pc:docMk/>
          <pc:sldMk cId="4142424088" sldId="287"/>
        </pc:sldMkLst>
      </pc:sldChg>
      <pc:sldChg chg="add del">
        <pc:chgData name="Lalwani, Sunil" userId="95b0a425-4eed-4b84-a7cf-34664c131309" providerId="ADAL" clId="{CC5F0CBF-77A6-4739-8FF3-8FB7DAFF4AC8}" dt="2025-12-17T08:57:03.494" v="142" actId="2696"/>
        <pc:sldMkLst>
          <pc:docMk/>
          <pc:sldMk cId="3918490075" sldId="288"/>
        </pc:sldMkLst>
      </pc:sldChg>
      <pc:sldChg chg="add ord">
        <pc:chgData name="Lalwani, Sunil" userId="95b0a425-4eed-4b84-a7cf-34664c131309" providerId="ADAL" clId="{CC5F0CBF-77A6-4739-8FF3-8FB7DAFF4AC8}" dt="2025-12-17T08:57:01.872" v="137"/>
        <pc:sldMkLst>
          <pc:docMk/>
          <pc:sldMk cId="356118684" sldId="289"/>
        </pc:sldMkLst>
      </pc:sldChg>
      <pc:sldChg chg="add">
        <pc:chgData name="Lalwani, Sunil" userId="95b0a425-4eed-4b84-a7cf-34664c131309" providerId="ADAL" clId="{CC5F0CBF-77A6-4739-8FF3-8FB7DAFF4AC8}" dt="2025-12-17T08:57:02.472" v="138"/>
        <pc:sldMkLst>
          <pc:docMk/>
          <pc:sldMk cId="3826196985" sldId="290"/>
        </pc:sldMkLst>
      </pc:sldChg>
      <pc:sldChg chg="add ord">
        <pc:chgData name="Lalwani, Sunil" userId="95b0a425-4eed-4b84-a7cf-34664c131309" providerId="ADAL" clId="{CC5F0CBF-77A6-4739-8FF3-8FB7DAFF4AC8}" dt="2025-12-17T08:57:03.047" v="141"/>
        <pc:sldMkLst>
          <pc:docMk/>
          <pc:sldMk cId="517733660" sldId="291"/>
        </pc:sldMkLst>
      </pc:sldChg>
      <pc:sldChg chg="add del">
        <pc:chgData name="Lalwani, Sunil" userId="95b0a425-4eed-4b84-a7cf-34664c131309" providerId="ADAL" clId="{CC5F0CBF-77A6-4739-8FF3-8FB7DAFF4AC8}" dt="2025-12-17T08:57:18.018" v="161" actId="2696"/>
        <pc:sldMkLst>
          <pc:docMk/>
          <pc:sldMk cId="4013656002" sldId="292"/>
        </pc:sldMkLst>
      </pc:sldChg>
      <pc:sldChg chg="add ord">
        <pc:chgData name="Lalwani, Sunil" userId="95b0a425-4eed-4b84-a7cf-34664c131309" providerId="ADAL" clId="{CC5F0CBF-77A6-4739-8FF3-8FB7DAFF4AC8}" dt="2025-12-17T08:57:16.524" v="156"/>
        <pc:sldMkLst>
          <pc:docMk/>
          <pc:sldMk cId="1981717039" sldId="293"/>
        </pc:sldMkLst>
      </pc:sldChg>
      <pc:sldChg chg="add">
        <pc:chgData name="Lalwani, Sunil" userId="95b0a425-4eed-4b84-a7cf-34664c131309" providerId="ADAL" clId="{CC5F0CBF-77A6-4739-8FF3-8FB7DAFF4AC8}" dt="2025-12-17T08:57:17.104" v="157"/>
        <pc:sldMkLst>
          <pc:docMk/>
          <pc:sldMk cId="3140033172" sldId="294"/>
        </pc:sldMkLst>
      </pc:sldChg>
      <pc:sldChg chg="add ord">
        <pc:chgData name="Lalwani, Sunil" userId="95b0a425-4eed-4b84-a7cf-34664c131309" providerId="ADAL" clId="{CC5F0CBF-77A6-4739-8FF3-8FB7DAFF4AC8}" dt="2025-12-17T08:57:17.584" v="160"/>
        <pc:sldMkLst>
          <pc:docMk/>
          <pc:sldMk cId="853958316" sldId="295"/>
        </pc:sldMkLst>
      </pc:sldChg>
      <pc:sldChg chg="add del">
        <pc:chgData name="Lalwani, Sunil" userId="95b0a425-4eed-4b84-a7cf-34664c131309" providerId="ADAL" clId="{CC5F0CBF-77A6-4739-8FF3-8FB7DAFF4AC8}" dt="2025-12-17T08:57:45.086" v="185" actId="2696"/>
        <pc:sldMkLst>
          <pc:docMk/>
          <pc:sldMk cId="3367931348" sldId="296"/>
        </pc:sldMkLst>
      </pc:sldChg>
      <pc:sldChg chg="add ord">
        <pc:chgData name="Lalwani, Sunil" userId="95b0a425-4eed-4b84-a7cf-34664c131309" providerId="ADAL" clId="{CC5F0CBF-77A6-4739-8FF3-8FB7DAFF4AC8}" dt="2025-12-17T08:57:43.615" v="180"/>
        <pc:sldMkLst>
          <pc:docMk/>
          <pc:sldMk cId="59305617" sldId="297"/>
        </pc:sldMkLst>
      </pc:sldChg>
      <pc:sldChg chg="add">
        <pc:chgData name="Lalwani, Sunil" userId="95b0a425-4eed-4b84-a7cf-34664c131309" providerId="ADAL" clId="{CC5F0CBF-77A6-4739-8FF3-8FB7DAFF4AC8}" dt="2025-12-17T08:57:44.180" v="181"/>
        <pc:sldMkLst>
          <pc:docMk/>
          <pc:sldMk cId="2219463607" sldId="298"/>
        </pc:sldMkLst>
      </pc:sldChg>
      <pc:sldChg chg="add ord">
        <pc:chgData name="Lalwani, Sunil" userId="95b0a425-4eed-4b84-a7cf-34664c131309" providerId="ADAL" clId="{CC5F0CBF-77A6-4739-8FF3-8FB7DAFF4AC8}" dt="2025-12-17T08:57:44.654" v="184"/>
        <pc:sldMkLst>
          <pc:docMk/>
          <pc:sldMk cId="1394105268" sldId="299"/>
        </pc:sldMkLst>
      </pc:sldChg>
      <pc:sldChg chg="add del">
        <pc:chgData name="Lalwani, Sunil" userId="95b0a425-4eed-4b84-a7cf-34664c131309" providerId="ADAL" clId="{CC5F0CBF-77A6-4739-8FF3-8FB7DAFF4AC8}" dt="2025-12-17T08:57:59.129" v="198" actId="2696"/>
        <pc:sldMkLst>
          <pc:docMk/>
          <pc:sldMk cId="394032565" sldId="300"/>
        </pc:sldMkLst>
      </pc:sldChg>
      <pc:sldChg chg="add ord">
        <pc:chgData name="Lalwani, Sunil" userId="95b0a425-4eed-4b84-a7cf-34664c131309" providerId="ADAL" clId="{CC5F0CBF-77A6-4739-8FF3-8FB7DAFF4AC8}" dt="2025-12-17T08:57:57.569" v="193"/>
        <pc:sldMkLst>
          <pc:docMk/>
          <pc:sldMk cId="3748148197" sldId="301"/>
        </pc:sldMkLst>
      </pc:sldChg>
      <pc:sldChg chg="add">
        <pc:chgData name="Lalwani, Sunil" userId="95b0a425-4eed-4b84-a7cf-34664c131309" providerId="ADAL" clId="{CC5F0CBF-77A6-4739-8FF3-8FB7DAFF4AC8}" dt="2025-12-17T08:57:58.188" v="194"/>
        <pc:sldMkLst>
          <pc:docMk/>
          <pc:sldMk cId="3709919580" sldId="302"/>
        </pc:sldMkLst>
      </pc:sldChg>
      <pc:sldChg chg="add ord">
        <pc:chgData name="Lalwani, Sunil" userId="95b0a425-4eed-4b84-a7cf-34664c131309" providerId="ADAL" clId="{CC5F0CBF-77A6-4739-8FF3-8FB7DAFF4AC8}" dt="2025-12-17T08:57:58.715" v="197"/>
        <pc:sldMkLst>
          <pc:docMk/>
          <pc:sldMk cId="4121531971" sldId="303"/>
        </pc:sldMkLst>
      </pc:sldChg>
      <pc:sldChg chg="add del">
        <pc:chgData name="Lalwani, Sunil" userId="95b0a425-4eed-4b84-a7cf-34664c131309" providerId="ADAL" clId="{CC5F0CBF-77A6-4739-8FF3-8FB7DAFF4AC8}" dt="2025-12-17T08:58:14.418" v="211" actId="2696"/>
        <pc:sldMkLst>
          <pc:docMk/>
          <pc:sldMk cId="92749101" sldId="304"/>
        </pc:sldMkLst>
      </pc:sldChg>
      <pc:sldChg chg="add ord">
        <pc:chgData name="Lalwani, Sunil" userId="95b0a425-4eed-4b84-a7cf-34664c131309" providerId="ADAL" clId="{CC5F0CBF-77A6-4739-8FF3-8FB7DAFF4AC8}" dt="2025-12-17T08:58:12.871" v="206"/>
        <pc:sldMkLst>
          <pc:docMk/>
          <pc:sldMk cId="4038939388" sldId="305"/>
        </pc:sldMkLst>
      </pc:sldChg>
      <pc:sldChg chg="add">
        <pc:chgData name="Lalwani, Sunil" userId="95b0a425-4eed-4b84-a7cf-34664c131309" providerId="ADAL" clId="{CC5F0CBF-77A6-4739-8FF3-8FB7DAFF4AC8}" dt="2025-12-17T08:58:13.488" v="207"/>
        <pc:sldMkLst>
          <pc:docMk/>
          <pc:sldMk cId="3262700505" sldId="306"/>
        </pc:sldMkLst>
      </pc:sldChg>
      <pc:sldChg chg="add ord">
        <pc:chgData name="Lalwani, Sunil" userId="95b0a425-4eed-4b84-a7cf-34664c131309" providerId="ADAL" clId="{CC5F0CBF-77A6-4739-8FF3-8FB7DAFF4AC8}" dt="2025-12-17T08:58:13.983" v="210"/>
        <pc:sldMkLst>
          <pc:docMk/>
          <pc:sldMk cId="898094327" sldId="307"/>
        </pc:sldMkLst>
      </pc:sldChg>
      <pc:sldChg chg="add del">
        <pc:chgData name="Lalwani, Sunil" userId="95b0a425-4eed-4b84-a7cf-34664c131309" providerId="ADAL" clId="{CC5F0CBF-77A6-4739-8FF3-8FB7DAFF4AC8}" dt="2025-12-17T08:58:30.558" v="230" actId="2696"/>
        <pc:sldMkLst>
          <pc:docMk/>
          <pc:sldMk cId="1762300962" sldId="308"/>
        </pc:sldMkLst>
      </pc:sldChg>
      <pc:sldChg chg="add ord">
        <pc:chgData name="Lalwani, Sunil" userId="95b0a425-4eed-4b84-a7cf-34664c131309" providerId="ADAL" clId="{CC5F0CBF-77A6-4739-8FF3-8FB7DAFF4AC8}" dt="2025-12-17T08:58:29.033" v="225"/>
        <pc:sldMkLst>
          <pc:docMk/>
          <pc:sldMk cId="1381248436" sldId="309"/>
        </pc:sldMkLst>
      </pc:sldChg>
      <pc:sldChg chg="add">
        <pc:chgData name="Lalwani, Sunil" userId="95b0a425-4eed-4b84-a7cf-34664c131309" providerId="ADAL" clId="{CC5F0CBF-77A6-4739-8FF3-8FB7DAFF4AC8}" dt="2025-12-17T08:58:29.638" v="226"/>
        <pc:sldMkLst>
          <pc:docMk/>
          <pc:sldMk cId="3232768043" sldId="310"/>
        </pc:sldMkLst>
      </pc:sldChg>
      <pc:sldChg chg="add ord">
        <pc:chgData name="Lalwani, Sunil" userId="95b0a425-4eed-4b84-a7cf-34664c131309" providerId="ADAL" clId="{CC5F0CBF-77A6-4739-8FF3-8FB7DAFF4AC8}" dt="2025-12-17T08:58:30.115" v="229"/>
        <pc:sldMkLst>
          <pc:docMk/>
          <pc:sldMk cId="2373857557" sldId="311"/>
        </pc:sldMkLst>
      </pc:sldChg>
      <pc:sldChg chg="add del">
        <pc:chgData name="Lalwani, Sunil" userId="95b0a425-4eed-4b84-a7cf-34664c131309" providerId="ADAL" clId="{CC5F0CBF-77A6-4739-8FF3-8FB7DAFF4AC8}" dt="2025-12-17T08:58:48.786" v="254" actId="2696"/>
        <pc:sldMkLst>
          <pc:docMk/>
          <pc:sldMk cId="4177188237" sldId="312"/>
        </pc:sldMkLst>
      </pc:sldChg>
      <pc:sldChg chg="add ord">
        <pc:chgData name="Lalwani, Sunil" userId="95b0a425-4eed-4b84-a7cf-34664c131309" providerId="ADAL" clId="{CC5F0CBF-77A6-4739-8FF3-8FB7DAFF4AC8}" dt="2025-12-17T08:58:47.285" v="249"/>
        <pc:sldMkLst>
          <pc:docMk/>
          <pc:sldMk cId="3702737252" sldId="313"/>
        </pc:sldMkLst>
      </pc:sldChg>
      <pc:sldChg chg="add">
        <pc:chgData name="Lalwani, Sunil" userId="95b0a425-4eed-4b84-a7cf-34664c131309" providerId="ADAL" clId="{CC5F0CBF-77A6-4739-8FF3-8FB7DAFF4AC8}" dt="2025-12-17T08:58:47.885" v="250"/>
        <pc:sldMkLst>
          <pc:docMk/>
          <pc:sldMk cId="451472409" sldId="314"/>
        </pc:sldMkLst>
      </pc:sldChg>
      <pc:sldChg chg="add ord">
        <pc:chgData name="Lalwani, Sunil" userId="95b0a425-4eed-4b84-a7cf-34664c131309" providerId="ADAL" clId="{CC5F0CBF-77A6-4739-8FF3-8FB7DAFF4AC8}" dt="2025-12-17T08:58:48.351" v="253"/>
        <pc:sldMkLst>
          <pc:docMk/>
          <pc:sldMk cId="1261162383" sldId="315"/>
        </pc:sldMkLst>
      </pc:sldChg>
      <pc:sldChg chg="add del">
        <pc:chgData name="Lalwani, Sunil" userId="95b0a425-4eed-4b84-a7cf-34664c131309" providerId="ADAL" clId="{CC5F0CBF-77A6-4739-8FF3-8FB7DAFF4AC8}" dt="2025-12-17T08:59:03.157" v="267" actId="2696"/>
        <pc:sldMkLst>
          <pc:docMk/>
          <pc:sldMk cId="1621352117" sldId="316"/>
        </pc:sldMkLst>
      </pc:sldChg>
      <pc:sldChg chg="add ord">
        <pc:chgData name="Lalwani, Sunil" userId="95b0a425-4eed-4b84-a7cf-34664c131309" providerId="ADAL" clId="{CC5F0CBF-77A6-4739-8FF3-8FB7DAFF4AC8}" dt="2025-12-17T08:59:01.538" v="262"/>
        <pc:sldMkLst>
          <pc:docMk/>
          <pc:sldMk cId="1716093528" sldId="317"/>
        </pc:sldMkLst>
      </pc:sldChg>
      <pc:sldChg chg="add">
        <pc:chgData name="Lalwani, Sunil" userId="95b0a425-4eed-4b84-a7cf-34664c131309" providerId="ADAL" clId="{CC5F0CBF-77A6-4739-8FF3-8FB7DAFF4AC8}" dt="2025-12-17T08:59:02.126" v="263"/>
        <pc:sldMkLst>
          <pc:docMk/>
          <pc:sldMk cId="4005995898" sldId="318"/>
        </pc:sldMkLst>
      </pc:sldChg>
      <pc:sldChg chg="add ord">
        <pc:chgData name="Lalwani, Sunil" userId="95b0a425-4eed-4b84-a7cf-34664c131309" providerId="ADAL" clId="{CC5F0CBF-77A6-4739-8FF3-8FB7DAFF4AC8}" dt="2025-12-17T08:59:02.710" v="266"/>
        <pc:sldMkLst>
          <pc:docMk/>
          <pc:sldMk cId="2334895606" sldId="319"/>
        </pc:sldMkLst>
      </pc:sldChg>
      <pc:sldChg chg="add del">
        <pc:chgData name="Lalwani, Sunil" userId="95b0a425-4eed-4b84-a7cf-34664c131309" providerId="ADAL" clId="{CC5F0CBF-77A6-4739-8FF3-8FB7DAFF4AC8}" dt="2025-12-17T08:59:20.012" v="280" actId="2696"/>
        <pc:sldMkLst>
          <pc:docMk/>
          <pc:sldMk cId="745849723" sldId="320"/>
        </pc:sldMkLst>
      </pc:sldChg>
      <pc:sldChg chg="add ord">
        <pc:chgData name="Lalwani, Sunil" userId="95b0a425-4eed-4b84-a7cf-34664c131309" providerId="ADAL" clId="{CC5F0CBF-77A6-4739-8FF3-8FB7DAFF4AC8}" dt="2025-12-17T08:59:18.435" v="275"/>
        <pc:sldMkLst>
          <pc:docMk/>
          <pc:sldMk cId="2503568960" sldId="321"/>
        </pc:sldMkLst>
      </pc:sldChg>
      <pc:sldChg chg="add">
        <pc:chgData name="Lalwani, Sunil" userId="95b0a425-4eed-4b84-a7cf-34664c131309" providerId="ADAL" clId="{CC5F0CBF-77A6-4739-8FF3-8FB7DAFF4AC8}" dt="2025-12-17T08:59:19.044" v="276"/>
        <pc:sldMkLst>
          <pc:docMk/>
          <pc:sldMk cId="1031292280" sldId="322"/>
        </pc:sldMkLst>
      </pc:sldChg>
      <pc:sldChg chg="add ord">
        <pc:chgData name="Lalwani, Sunil" userId="95b0a425-4eed-4b84-a7cf-34664c131309" providerId="ADAL" clId="{CC5F0CBF-77A6-4739-8FF3-8FB7DAFF4AC8}" dt="2025-12-17T08:59:19.580" v="279"/>
        <pc:sldMkLst>
          <pc:docMk/>
          <pc:sldMk cId="3822165442" sldId="323"/>
        </pc:sldMkLst>
      </pc:sldChg>
      <pc:sldChg chg="add del">
        <pc:chgData name="Lalwani, Sunil" userId="95b0a425-4eed-4b84-a7cf-34664c131309" providerId="ADAL" clId="{CC5F0CBF-77A6-4739-8FF3-8FB7DAFF4AC8}" dt="2025-12-17T08:59:37.289" v="299" actId="2696"/>
        <pc:sldMkLst>
          <pc:docMk/>
          <pc:sldMk cId="2387596121" sldId="324"/>
        </pc:sldMkLst>
      </pc:sldChg>
      <pc:sldChg chg="add ord">
        <pc:chgData name="Lalwani, Sunil" userId="95b0a425-4eed-4b84-a7cf-34664c131309" providerId="ADAL" clId="{CC5F0CBF-77A6-4739-8FF3-8FB7DAFF4AC8}" dt="2025-12-17T08:59:35.765" v="294"/>
        <pc:sldMkLst>
          <pc:docMk/>
          <pc:sldMk cId="2372490281" sldId="325"/>
        </pc:sldMkLst>
      </pc:sldChg>
      <pc:sldChg chg="add">
        <pc:chgData name="Lalwani, Sunil" userId="95b0a425-4eed-4b84-a7cf-34664c131309" providerId="ADAL" clId="{CC5F0CBF-77A6-4739-8FF3-8FB7DAFF4AC8}" dt="2025-12-17T08:59:36.354" v="295"/>
        <pc:sldMkLst>
          <pc:docMk/>
          <pc:sldMk cId="983800664" sldId="326"/>
        </pc:sldMkLst>
      </pc:sldChg>
      <pc:sldChg chg="add ord">
        <pc:chgData name="Lalwani, Sunil" userId="95b0a425-4eed-4b84-a7cf-34664c131309" providerId="ADAL" clId="{CC5F0CBF-77A6-4739-8FF3-8FB7DAFF4AC8}" dt="2025-12-17T08:59:36.843" v="298"/>
        <pc:sldMkLst>
          <pc:docMk/>
          <pc:sldMk cId="2959587507" sldId="327"/>
        </pc:sldMkLst>
      </pc:sldChg>
      <pc:sldChg chg="add del">
        <pc:chgData name="Lalwani, Sunil" userId="95b0a425-4eed-4b84-a7cf-34664c131309" providerId="ADAL" clId="{CC5F0CBF-77A6-4739-8FF3-8FB7DAFF4AC8}" dt="2025-12-17T08:59:56.615" v="323" actId="2696"/>
        <pc:sldMkLst>
          <pc:docMk/>
          <pc:sldMk cId="3404194544" sldId="328"/>
        </pc:sldMkLst>
      </pc:sldChg>
      <pc:sldChg chg="add ord">
        <pc:chgData name="Lalwani, Sunil" userId="95b0a425-4eed-4b84-a7cf-34664c131309" providerId="ADAL" clId="{CC5F0CBF-77A6-4739-8FF3-8FB7DAFF4AC8}" dt="2025-12-17T08:59:55.164" v="318"/>
        <pc:sldMkLst>
          <pc:docMk/>
          <pc:sldMk cId="429884163" sldId="329"/>
        </pc:sldMkLst>
      </pc:sldChg>
      <pc:sldChg chg="add">
        <pc:chgData name="Lalwani, Sunil" userId="95b0a425-4eed-4b84-a7cf-34664c131309" providerId="ADAL" clId="{CC5F0CBF-77A6-4739-8FF3-8FB7DAFF4AC8}" dt="2025-12-17T08:59:55.739" v="319"/>
        <pc:sldMkLst>
          <pc:docMk/>
          <pc:sldMk cId="1806419675" sldId="330"/>
        </pc:sldMkLst>
      </pc:sldChg>
      <pc:sldChg chg="add ord">
        <pc:chgData name="Lalwani, Sunil" userId="95b0a425-4eed-4b84-a7cf-34664c131309" providerId="ADAL" clId="{CC5F0CBF-77A6-4739-8FF3-8FB7DAFF4AC8}" dt="2025-12-17T08:59:56.183" v="322"/>
        <pc:sldMkLst>
          <pc:docMk/>
          <pc:sldMk cId="3931367661" sldId="331"/>
        </pc:sldMkLst>
      </pc:sldChg>
      <pc:sldChg chg="add del">
        <pc:chgData name="Lalwani, Sunil" userId="95b0a425-4eed-4b84-a7cf-34664c131309" providerId="ADAL" clId="{CC5F0CBF-77A6-4739-8FF3-8FB7DAFF4AC8}" dt="2025-12-17T09:00:15.006" v="336" actId="2696"/>
        <pc:sldMkLst>
          <pc:docMk/>
          <pc:sldMk cId="714907842" sldId="332"/>
        </pc:sldMkLst>
      </pc:sldChg>
      <pc:sldChg chg="add ord">
        <pc:chgData name="Lalwani, Sunil" userId="95b0a425-4eed-4b84-a7cf-34664c131309" providerId="ADAL" clId="{CC5F0CBF-77A6-4739-8FF3-8FB7DAFF4AC8}" dt="2025-12-17T09:00:13.384" v="331"/>
        <pc:sldMkLst>
          <pc:docMk/>
          <pc:sldMk cId="2984431926" sldId="333"/>
        </pc:sldMkLst>
      </pc:sldChg>
      <pc:sldChg chg="add">
        <pc:chgData name="Lalwani, Sunil" userId="95b0a425-4eed-4b84-a7cf-34664c131309" providerId="ADAL" clId="{CC5F0CBF-77A6-4739-8FF3-8FB7DAFF4AC8}" dt="2025-12-17T09:00:14" v="332"/>
        <pc:sldMkLst>
          <pc:docMk/>
          <pc:sldMk cId="3210141460" sldId="334"/>
        </pc:sldMkLst>
      </pc:sldChg>
      <pc:sldChg chg="add ord">
        <pc:chgData name="Lalwani, Sunil" userId="95b0a425-4eed-4b84-a7cf-34664c131309" providerId="ADAL" clId="{CC5F0CBF-77A6-4739-8FF3-8FB7DAFF4AC8}" dt="2025-12-17T09:00:14.558" v="335"/>
        <pc:sldMkLst>
          <pc:docMk/>
          <pc:sldMk cId="1301239219" sldId="335"/>
        </pc:sldMkLst>
      </pc:sldChg>
      <pc:sldChg chg="add del">
        <pc:chgData name="Lalwani, Sunil" userId="95b0a425-4eed-4b84-a7cf-34664c131309" providerId="ADAL" clId="{CC5F0CBF-77A6-4739-8FF3-8FB7DAFF4AC8}" dt="2025-12-17T09:00:32.476" v="349" actId="2696"/>
        <pc:sldMkLst>
          <pc:docMk/>
          <pc:sldMk cId="670539400" sldId="336"/>
        </pc:sldMkLst>
      </pc:sldChg>
      <pc:sldChg chg="add ord">
        <pc:chgData name="Lalwani, Sunil" userId="95b0a425-4eed-4b84-a7cf-34664c131309" providerId="ADAL" clId="{CC5F0CBF-77A6-4739-8FF3-8FB7DAFF4AC8}" dt="2025-12-17T09:00:30.787" v="344"/>
        <pc:sldMkLst>
          <pc:docMk/>
          <pc:sldMk cId="3359127845" sldId="337"/>
        </pc:sldMkLst>
      </pc:sldChg>
      <pc:sldChg chg="add">
        <pc:chgData name="Lalwani, Sunil" userId="95b0a425-4eed-4b84-a7cf-34664c131309" providerId="ADAL" clId="{CC5F0CBF-77A6-4739-8FF3-8FB7DAFF4AC8}" dt="2025-12-17T09:00:31.488" v="345"/>
        <pc:sldMkLst>
          <pc:docMk/>
          <pc:sldMk cId="3918418431" sldId="338"/>
        </pc:sldMkLst>
      </pc:sldChg>
      <pc:sldChg chg="add ord">
        <pc:chgData name="Lalwani, Sunil" userId="95b0a425-4eed-4b84-a7cf-34664c131309" providerId="ADAL" clId="{CC5F0CBF-77A6-4739-8FF3-8FB7DAFF4AC8}" dt="2025-12-17T09:00:32.017" v="348"/>
        <pc:sldMkLst>
          <pc:docMk/>
          <pc:sldMk cId="1538954971" sldId="339"/>
        </pc:sldMkLst>
      </pc:sldChg>
      <pc:sldChg chg="add del">
        <pc:chgData name="Lalwani, Sunil" userId="95b0a425-4eed-4b84-a7cf-34664c131309" providerId="ADAL" clId="{CC5F0CBF-77A6-4739-8FF3-8FB7DAFF4AC8}" dt="2025-12-17T09:00:53.209" v="367" actId="2696"/>
        <pc:sldMkLst>
          <pc:docMk/>
          <pc:sldMk cId="3949222424" sldId="340"/>
        </pc:sldMkLst>
      </pc:sldChg>
      <pc:sldChg chg="add ord">
        <pc:chgData name="Lalwani, Sunil" userId="95b0a425-4eed-4b84-a7cf-34664c131309" providerId="ADAL" clId="{CC5F0CBF-77A6-4739-8FF3-8FB7DAFF4AC8}" dt="2025-12-17T09:00:51.565" v="362"/>
        <pc:sldMkLst>
          <pc:docMk/>
          <pc:sldMk cId="3150435725" sldId="341"/>
        </pc:sldMkLst>
      </pc:sldChg>
      <pc:sldChg chg="add">
        <pc:chgData name="Lalwani, Sunil" userId="95b0a425-4eed-4b84-a7cf-34664c131309" providerId="ADAL" clId="{CC5F0CBF-77A6-4739-8FF3-8FB7DAFF4AC8}" dt="2025-12-17T09:00:52.187" v="363"/>
        <pc:sldMkLst>
          <pc:docMk/>
          <pc:sldMk cId="1385513354" sldId="342"/>
        </pc:sldMkLst>
      </pc:sldChg>
      <pc:sldChg chg="add ord">
        <pc:chgData name="Lalwani, Sunil" userId="95b0a425-4eed-4b84-a7cf-34664c131309" providerId="ADAL" clId="{CC5F0CBF-77A6-4739-8FF3-8FB7DAFF4AC8}" dt="2025-12-17T09:00:52.763" v="366"/>
        <pc:sldMkLst>
          <pc:docMk/>
          <pc:sldMk cId="199896246" sldId="343"/>
        </pc:sldMkLst>
      </pc:sldChg>
      <pc:sldChg chg="add del">
        <pc:chgData name="Lalwani, Sunil" userId="95b0a425-4eed-4b84-a7cf-34664c131309" providerId="ADAL" clId="{CC5F0CBF-77A6-4739-8FF3-8FB7DAFF4AC8}" dt="2025-12-17T09:01:12.078" v="391" actId="2696"/>
        <pc:sldMkLst>
          <pc:docMk/>
          <pc:sldMk cId="2530620768" sldId="344"/>
        </pc:sldMkLst>
      </pc:sldChg>
      <pc:sldChg chg="add ord">
        <pc:chgData name="Lalwani, Sunil" userId="95b0a425-4eed-4b84-a7cf-34664c131309" providerId="ADAL" clId="{CC5F0CBF-77A6-4739-8FF3-8FB7DAFF4AC8}" dt="2025-12-17T09:01:10.488" v="386"/>
        <pc:sldMkLst>
          <pc:docMk/>
          <pc:sldMk cId="704686880" sldId="345"/>
        </pc:sldMkLst>
      </pc:sldChg>
      <pc:sldChg chg="add">
        <pc:chgData name="Lalwani, Sunil" userId="95b0a425-4eed-4b84-a7cf-34664c131309" providerId="ADAL" clId="{CC5F0CBF-77A6-4739-8FF3-8FB7DAFF4AC8}" dt="2025-12-17T09:01:11.104" v="387"/>
        <pc:sldMkLst>
          <pc:docMk/>
          <pc:sldMk cId="486538305" sldId="346"/>
        </pc:sldMkLst>
      </pc:sldChg>
      <pc:sldChg chg="add ord">
        <pc:chgData name="Lalwani, Sunil" userId="95b0a425-4eed-4b84-a7cf-34664c131309" providerId="ADAL" clId="{CC5F0CBF-77A6-4739-8FF3-8FB7DAFF4AC8}" dt="2025-12-17T09:01:11.635" v="390"/>
        <pc:sldMkLst>
          <pc:docMk/>
          <pc:sldMk cId="4090744720" sldId="347"/>
        </pc:sldMkLst>
      </pc:sldChg>
      <pc:sldChg chg="add del">
        <pc:chgData name="Lalwani, Sunil" userId="95b0a425-4eed-4b84-a7cf-34664c131309" providerId="ADAL" clId="{CC5F0CBF-77A6-4739-8FF3-8FB7DAFF4AC8}" dt="2025-12-17T09:01:26.310" v="404" actId="2696"/>
        <pc:sldMkLst>
          <pc:docMk/>
          <pc:sldMk cId="2795349788" sldId="348"/>
        </pc:sldMkLst>
      </pc:sldChg>
      <pc:sldChg chg="add ord">
        <pc:chgData name="Lalwani, Sunil" userId="95b0a425-4eed-4b84-a7cf-34664c131309" providerId="ADAL" clId="{CC5F0CBF-77A6-4739-8FF3-8FB7DAFF4AC8}" dt="2025-12-17T09:01:24.742" v="399"/>
        <pc:sldMkLst>
          <pc:docMk/>
          <pc:sldMk cId="886505250" sldId="349"/>
        </pc:sldMkLst>
      </pc:sldChg>
      <pc:sldChg chg="add">
        <pc:chgData name="Lalwani, Sunil" userId="95b0a425-4eed-4b84-a7cf-34664c131309" providerId="ADAL" clId="{CC5F0CBF-77A6-4739-8FF3-8FB7DAFF4AC8}" dt="2025-12-17T09:01:25.315" v="400"/>
        <pc:sldMkLst>
          <pc:docMk/>
          <pc:sldMk cId="3355322077" sldId="350"/>
        </pc:sldMkLst>
      </pc:sldChg>
      <pc:sldChg chg="add ord">
        <pc:chgData name="Lalwani, Sunil" userId="95b0a425-4eed-4b84-a7cf-34664c131309" providerId="ADAL" clId="{CC5F0CBF-77A6-4739-8FF3-8FB7DAFF4AC8}" dt="2025-12-17T09:01:25.849" v="403"/>
        <pc:sldMkLst>
          <pc:docMk/>
          <pc:sldMk cId="4158761446" sldId="351"/>
        </pc:sldMkLst>
      </pc:sldChg>
      <pc:sldChg chg="add del">
        <pc:chgData name="Lalwani, Sunil" userId="95b0a425-4eed-4b84-a7cf-34664c131309" providerId="ADAL" clId="{CC5F0CBF-77A6-4739-8FF3-8FB7DAFF4AC8}" dt="2025-12-17T09:01:45.991" v="417" actId="2696"/>
        <pc:sldMkLst>
          <pc:docMk/>
          <pc:sldMk cId="2449256697" sldId="352"/>
        </pc:sldMkLst>
      </pc:sldChg>
      <pc:sldChg chg="add ord">
        <pc:chgData name="Lalwani, Sunil" userId="95b0a425-4eed-4b84-a7cf-34664c131309" providerId="ADAL" clId="{CC5F0CBF-77A6-4739-8FF3-8FB7DAFF4AC8}" dt="2025-12-17T09:01:44.453" v="412"/>
        <pc:sldMkLst>
          <pc:docMk/>
          <pc:sldMk cId="3472060175" sldId="353"/>
        </pc:sldMkLst>
      </pc:sldChg>
      <pc:sldChg chg="add">
        <pc:chgData name="Lalwani, Sunil" userId="95b0a425-4eed-4b84-a7cf-34664c131309" providerId="ADAL" clId="{CC5F0CBF-77A6-4739-8FF3-8FB7DAFF4AC8}" dt="2025-12-17T09:01:45.014" v="413"/>
        <pc:sldMkLst>
          <pc:docMk/>
          <pc:sldMk cId="2173006794" sldId="354"/>
        </pc:sldMkLst>
      </pc:sldChg>
      <pc:sldChg chg="add ord">
        <pc:chgData name="Lalwani, Sunil" userId="95b0a425-4eed-4b84-a7cf-34664c131309" providerId="ADAL" clId="{CC5F0CBF-77A6-4739-8FF3-8FB7DAFF4AC8}" dt="2025-12-17T09:01:45.498" v="416"/>
        <pc:sldMkLst>
          <pc:docMk/>
          <pc:sldMk cId="2752985800" sldId="355"/>
        </pc:sldMkLst>
      </pc:sldChg>
      <pc:sldChg chg="add del">
        <pc:chgData name="Lalwani, Sunil" userId="95b0a425-4eed-4b84-a7cf-34664c131309" providerId="ADAL" clId="{CC5F0CBF-77A6-4739-8FF3-8FB7DAFF4AC8}" dt="2025-12-17T09:02:04.521" v="434" actId="2696"/>
        <pc:sldMkLst>
          <pc:docMk/>
          <pc:sldMk cId="4150694327" sldId="356"/>
        </pc:sldMkLst>
      </pc:sldChg>
      <pc:sldChg chg="add ord">
        <pc:chgData name="Lalwani, Sunil" userId="95b0a425-4eed-4b84-a7cf-34664c131309" providerId="ADAL" clId="{CC5F0CBF-77A6-4739-8FF3-8FB7DAFF4AC8}" dt="2025-12-17T09:02:03.008" v="429"/>
        <pc:sldMkLst>
          <pc:docMk/>
          <pc:sldMk cId="816181691" sldId="357"/>
        </pc:sldMkLst>
      </pc:sldChg>
      <pc:sldChg chg="add">
        <pc:chgData name="Lalwani, Sunil" userId="95b0a425-4eed-4b84-a7cf-34664c131309" providerId="ADAL" clId="{CC5F0CBF-77A6-4739-8FF3-8FB7DAFF4AC8}" dt="2025-12-17T09:02:03.586" v="430"/>
        <pc:sldMkLst>
          <pc:docMk/>
          <pc:sldMk cId="2876681310" sldId="358"/>
        </pc:sldMkLst>
      </pc:sldChg>
      <pc:sldChg chg="add ord">
        <pc:chgData name="Lalwani, Sunil" userId="95b0a425-4eed-4b84-a7cf-34664c131309" providerId="ADAL" clId="{CC5F0CBF-77A6-4739-8FF3-8FB7DAFF4AC8}" dt="2025-12-17T09:02:04.077" v="433"/>
        <pc:sldMkLst>
          <pc:docMk/>
          <pc:sldMk cId="3047599475" sldId="359"/>
        </pc:sldMkLst>
      </pc:sldChg>
      <pc:sldChg chg="add del">
        <pc:chgData name="Lalwani, Sunil" userId="95b0a425-4eed-4b84-a7cf-34664c131309" providerId="ADAL" clId="{CC5F0CBF-77A6-4739-8FF3-8FB7DAFF4AC8}" dt="2025-12-17T09:02:25.476" v="458" actId="2696"/>
        <pc:sldMkLst>
          <pc:docMk/>
          <pc:sldMk cId="3244077407" sldId="360"/>
        </pc:sldMkLst>
      </pc:sldChg>
      <pc:sldChg chg="add ord">
        <pc:chgData name="Lalwani, Sunil" userId="95b0a425-4eed-4b84-a7cf-34664c131309" providerId="ADAL" clId="{CC5F0CBF-77A6-4739-8FF3-8FB7DAFF4AC8}" dt="2025-12-17T09:02:23.939" v="453"/>
        <pc:sldMkLst>
          <pc:docMk/>
          <pc:sldMk cId="197794480" sldId="361"/>
        </pc:sldMkLst>
      </pc:sldChg>
      <pc:sldChg chg="add">
        <pc:chgData name="Lalwani, Sunil" userId="95b0a425-4eed-4b84-a7cf-34664c131309" providerId="ADAL" clId="{CC5F0CBF-77A6-4739-8FF3-8FB7DAFF4AC8}" dt="2025-12-17T09:02:24.552" v="454"/>
        <pc:sldMkLst>
          <pc:docMk/>
          <pc:sldMk cId="3257909254" sldId="362"/>
        </pc:sldMkLst>
      </pc:sldChg>
      <pc:sldChg chg="add ord">
        <pc:chgData name="Lalwani, Sunil" userId="95b0a425-4eed-4b84-a7cf-34664c131309" providerId="ADAL" clId="{CC5F0CBF-77A6-4739-8FF3-8FB7DAFF4AC8}" dt="2025-12-17T09:02:25.046" v="457"/>
        <pc:sldMkLst>
          <pc:docMk/>
          <pc:sldMk cId="759042263" sldId="363"/>
        </pc:sldMkLst>
      </pc:sldChg>
      <pc:sldChg chg="add del">
        <pc:chgData name="Lalwani, Sunil" userId="95b0a425-4eed-4b84-a7cf-34664c131309" providerId="ADAL" clId="{CC5F0CBF-77A6-4739-8FF3-8FB7DAFF4AC8}" dt="2025-12-17T09:02:47.678" v="471" actId="2696"/>
        <pc:sldMkLst>
          <pc:docMk/>
          <pc:sldMk cId="2250115219" sldId="364"/>
        </pc:sldMkLst>
      </pc:sldChg>
      <pc:sldChg chg="add ord">
        <pc:chgData name="Lalwani, Sunil" userId="95b0a425-4eed-4b84-a7cf-34664c131309" providerId="ADAL" clId="{CC5F0CBF-77A6-4739-8FF3-8FB7DAFF4AC8}" dt="2025-12-17T09:02:45.965" v="466"/>
        <pc:sldMkLst>
          <pc:docMk/>
          <pc:sldMk cId="1545705949" sldId="365"/>
        </pc:sldMkLst>
      </pc:sldChg>
      <pc:sldChg chg="add">
        <pc:chgData name="Lalwani, Sunil" userId="95b0a425-4eed-4b84-a7cf-34664c131309" providerId="ADAL" clId="{CC5F0CBF-77A6-4739-8FF3-8FB7DAFF4AC8}" dt="2025-12-17T09:02:46.616" v="467"/>
        <pc:sldMkLst>
          <pc:docMk/>
          <pc:sldMk cId="389787747" sldId="366"/>
        </pc:sldMkLst>
      </pc:sldChg>
      <pc:sldChg chg="add ord">
        <pc:chgData name="Lalwani, Sunil" userId="95b0a425-4eed-4b84-a7cf-34664c131309" providerId="ADAL" clId="{CC5F0CBF-77A6-4739-8FF3-8FB7DAFF4AC8}" dt="2025-12-17T09:02:47.211" v="470"/>
        <pc:sldMkLst>
          <pc:docMk/>
          <pc:sldMk cId="803863525" sldId="367"/>
        </pc:sldMkLst>
      </pc:sldChg>
      <pc:sldChg chg="add del">
        <pc:chgData name="Lalwani, Sunil" userId="95b0a425-4eed-4b84-a7cf-34664c131309" providerId="ADAL" clId="{CC5F0CBF-77A6-4739-8FF3-8FB7DAFF4AC8}" dt="2025-12-17T09:03:05.981" v="484" actId="2696"/>
        <pc:sldMkLst>
          <pc:docMk/>
          <pc:sldMk cId="293915826" sldId="368"/>
        </pc:sldMkLst>
      </pc:sldChg>
      <pc:sldChg chg="add ord">
        <pc:chgData name="Lalwani, Sunil" userId="95b0a425-4eed-4b84-a7cf-34664c131309" providerId="ADAL" clId="{CC5F0CBF-77A6-4739-8FF3-8FB7DAFF4AC8}" dt="2025-12-17T09:03:04.353" v="479"/>
        <pc:sldMkLst>
          <pc:docMk/>
          <pc:sldMk cId="4204791713" sldId="369"/>
        </pc:sldMkLst>
      </pc:sldChg>
      <pc:sldChg chg="add">
        <pc:chgData name="Lalwani, Sunil" userId="95b0a425-4eed-4b84-a7cf-34664c131309" providerId="ADAL" clId="{CC5F0CBF-77A6-4739-8FF3-8FB7DAFF4AC8}" dt="2025-12-17T09:03:04.953" v="480"/>
        <pc:sldMkLst>
          <pc:docMk/>
          <pc:sldMk cId="3220834117" sldId="370"/>
        </pc:sldMkLst>
      </pc:sldChg>
      <pc:sldChg chg="add ord">
        <pc:chgData name="Lalwani, Sunil" userId="95b0a425-4eed-4b84-a7cf-34664c131309" providerId="ADAL" clId="{CC5F0CBF-77A6-4739-8FF3-8FB7DAFF4AC8}" dt="2025-12-17T09:03:05.497" v="483"/>
        <pc:sldMkLst>
          <pc:docMk/>
          <pc:sldMk cId="1901999325" sldId="371"/>
        </pc:sldMkLst>
      </pc:sldChg>
      <pc:sldChg chg="add del">
        <pc:chgData name="Lalwani, Sunil" userId="95b0a425-4eed-4b84-a7cf-34664c131309" providerId="ADAL" clId="{CC5F0CBF-77A6-4739-8FF3-8FB7DAFF4AC8}" dt="2025-12-17T09:03:26.537" v="501" actId="2696"/>
        <pc:sldMkLst>
          <pc:docMk/>
          <pc:sldMk cId="219107790" sldId="372"/>
        </pc:sldMkLst>
      </pc:sldChg>
      <pc:sldChg chg="add ord">
        <pc:chgData name="Lalwani, Sunil" userId="95b0a425-4eed-4b84-a7cf-34664c131309" providerId="ADAL" clId="{CC5F0CBF-77A6-4739-8FF3-8FB7DAFF4AC8}" dt="2025-12-17T09:03:24.960" v="496"/>
        <pc:sldMkLst>
          <pc:docMk/>
          <pc:sldMk cId="1778784806" sldId="373"/>
        </pc:sldMkLst>
      </pc:sldChg>
      <pc:sldChg chg="add">
        <pc:chgData name="Lalwani, Sunil" userId="95b0a425-4eed-4b84-a7cf-34664c131309" providerId="ADAL" clId="{CC5F0CBF-77A6-4739-8FF3-8FB7DAFF4AC8}" dt="2025-12-17T09:03:25.587" v="497"/>
        <pc:sldMkLst>
          <pc:docMk/>
          <pc:sldMk cId="3904993060" sldId="374"/>
        </pc:sldMkLst>
      </pc:sldChg>
      <pc:sldChg chg="add ord">
        <pc:chgData name="Lalwani, Sunil" userId="95b0a425-4eed-4b84-a7cf-34664c131309" providerId="ADAL" clId="{CC5F0CBF-77A6-4739-8FF3-8FB7DAFF4AC8}" dt="2025-12-17T09:03:26.095" v="500"/>
        <pc:sldMkLst>
          <pc:docMk/>
          <pc:sldMk cId="248171155" sldId="375"/>
        </pc:sldMkLst>
      </pc:sldChg>
      <pc:sldChg chg="add del">
        <pc:chgData name="Lalwani, Sunil" userId="95b0a425-4eed-4b84-a7cf-34664c131309" providerId="ADAL" clId="{CC5F0CBF-77A6-4739-8FF3-8FB7DAFF4AC8}" dt="2025-12-17T09:03:49.842" v="525" actId="2696"/>
        <pc:sldMkLst>
          <pc:docMk/>
          <pc:sldMk cId="2121704441" sldId="376"/>
        </pc:sldMkLst>
      </pc:sldChg>
      <pc:sldChg chg="add ord">
        <pc:chgData name="Lalwani, Sunil" userId="95b0a425-4eed-4b84-a7cf-34664c131309" providerId="ADAL" clId="{CC5F0CBF-77A6-4739-8FF3-8FB7DAFF4AC8}" dt="2025-12-17T09:03:48.237" v="520"/>
        <pc:sldMkLst>
          <pc:docMk/>
          <pc:sldMk cId="4195036003" sldId="377"/>
        </pc:sldMkLst>
      </pc:sldChg>
      <pc:sldChg chg="add">
        <pc:chgData name="Lalwani, Sunil" userId="95b0a425-4eed-4b84-a7cf-34664c131309" providerId="ADAL" clId="{CC5F0CBF-77A6-4739-8FF3-8FB7DAFF4AC8}" dt="2025-12-17T09:03:48.836" v="521"/>
        <pc:sldMkLst>
          <pc:docMk/>
          <pc:sldMk cId="165732486" sldId="378"/>
        </pc:sldMkLst>
      </pc:sldChg>
      <pc:sldChg chg="add ord">
        <pc:chgData name="Lalwani, Sunil" userId="95b0a425-4eed-4b84-a7cf-34664c131309" providerId="ADAL" clId="{CC5F0CBF-77A6-4739-8FF3-8FB7DAFF4AC8}" dt="2025-12-17T09:03:49.379" v="524"/>
        <pc:sldMkLst>
          <pc:docMk/>
          <pc:sldMk cId="689137270" sldId="379"/>
        </pc:sldMkLst>
      </pc:sldChg>
      <pc:sldChg chg="add del">
        <pc:chgData name="Lalwani, Sunil" userId="95b0a425-4eed-4b84-a7cf-34664c131309" providerId="ADAL" clId="{CC5F0CBF-77A6-4739-8FF3-8FB7DAFF4AC8}" dt="2025-12-17T09:04:09.028" v="538" actId="2696"/>
        <pc:sldMkLst>
          <pc:docMk/>
          <pc:sldMk cId="3207434922" sldId="380"/>
        </pc:sldMkLst>
      </pc:sldChg>
      <pc:sldChg chg="add ord">
        <pc:chgData name="Lalwani, Sunil" userId="95b0a425-4eed-4b84-a7cf-34664c131309" providerId="ADAL" clId="{CC5F0CBF-77A6-4739-8FF3-8FB7DAFF4AC8}" dt="2025-12-17T09:04:07.343" v="533"/>
        <pc:sldMkLst>
          <pc:docMk/>
          <pc:sldMk cId="4233840322" sldId="381"/>
        </pc:sldMkLst>
      </pc:sldChg>
      <pc:sldChg chg="add">
        <pc:chgData name="Lalwani, Sunil" userId="95b0a425-4eed-4b84-a7cf-34664c131309" providerId="ADAL" clId="{CC5F0CBF-77A6-4739-8FF3-8FB7DAFF4AC8}" dt="2025-12-17T09:04:07.967" v="534"/>
        <pc:sldMkLst>
          <pc:docMk/>
          <pc:sldMk cId="2491461501" sldId="382"/>
        </pc:sldMkLst>
      </pc:sldChg>
      <pc:sldChg chg="add ord">
        <pc:chgData name="Lalwani, Sunil" userId="95b0a425-4eed-4b84-a7cf-34664c131309" providerId="ADAL" clId="{CC5F0CBF-77A6-4739-8FF3-8FB7DAFF4AC8}" dt="2025-12-17T09:04:08.600" v="537"/>
        <pc:sldMkLst>
          <pc:docMk/>
          <pc:sldMk cId="333205443" sldId="383"/>
        </pc:sldMkLst>
      </pc:sldChg>
      <pc:sldChg chg="add del">
        <pc:chgData name="Lalwani, Sunil" userId="95b0a425-4eed-4b84-a7cf-34664c131309" providerId="ADAL" clId="{CC5F0CBF-77A6-4739-8FF3-8FB7DAFF4AC8}" dt="2025-12-17T09:04:29.258" v="551" actId="2696"/>
        <pc:sldMkLst>
          <pc:docMk/>
          <pc:sldMk cId="2204575929" sldId="384"/>
        </pc:sldMkLst>
      </pc:sldChg>
      <pc:sldChg chg="add ord">
        <pc:chgData name="Lalwani, Sunil" userId="95b0a425-4eed-4b84-a7cf-34664c131309" providerId="ADAL" clId="{CC5F0CBF-77A6-4739-8FF3-8FB7DAFF4AC8}" dt="2025-12-17T09:04:27.685" v="546"/>
        <pc:sldMkLst>
          <pc:docMk/>
          <pc:sldMk cId="1139728394" sldId="385"/>
        </pc:sldMkLst>
      </pc:sldChg>
      <pc:sldChg chg="add">
        <pc:chgData name="Lalwani, Sunil" userId="95b0a425-4eed-4b84-a7cf-34664c131309" providerId="ADAL" clId="{CC5F0CBF-77A6-4739-8FF3-8FB7DAFF4AC8}" dt="2025-12-17T09:04:28.286" v="547"/>
        <pc:sldMkLst>
          <pc:docMk/>
          <pc:sldMk cId="1913011781" sldId="386"/>
        </pc:sldMkLst>
      </pc:sldChg>
      <pc:sldChg chg="add ord">
        <pc:chgData name="Lalwani, Sunil" userId="95b0a425-4eed-4b84-a7cf-34664c131309" providerId="ADAL" clId="{CC5F0CBF-77A6-4739-8FF3-8FB7DAFF4AC8}" dt="2025-12-17T09:04:28.798" v="550"/>
        <pc:sldMkLst>
          <pc:docMk/>
          <pc:sldMk cId="782543547" sldId="387"/>
        </pc:sldMkLst>
      </pc:sldChg>
      <pc:sldChg chg="add del">
        <pc:chgData name="Lalwani, Sunil" userId="95b0a425-4eed-4b84-a7cf-34664c131309" providerId="ADAL" clId="{CC5F0CBF-77A6-4739-8FF3-8FB7DAFF4AC8}" dt="2025-12-17T09:04:51.383" v="568" actId="2696"/>
        <pc:sldMkLst>
          <pc:docMk/>
          <pc:sldMk cId="4102744849" sldId="388"/>
        </pc:sldMkLst>
      </pc:sldChg>
      <pc:sldChg chg="add ord">
        <pc:chgData name="Lalwani, Sunil" userId="95b0a425-4eed-4b84-a7cf-34664c131309" providerId="ADAL" clId="{CC5F0CBF-77A6-4739-8FF3-8FB7DAFF4AC8}" dt="2025-12-17T09:04:49.854" v="563"/>
        <pc:sldMkLst>
          <pc:docMk/>
          <pc:sldMk cId="3965223230" sldId="389"/>
        </pc:sldMkLst>
      </pc:sldChg>
      <pc:sldChg chg="add">
        <pc:chgData name="Lalwani, Sunil" userId="95b0a425-4eed-4b84-a7cf-34664c131309" providerId="ADAL" clId="{CC5F0CBF-77A6-4739-8FF3-8FB7DAFF4AC8}" dt="2025-12-17T09:04:50.453" v="564"/>
        <pc:sldMkLst>
          <pc:docMk/>
          <pc:sldMk cId="3696376541" sldId="390"/>
        </pc:sldMkLst>
      </pc:sldChg>
      <pc:sldChg chg="add ord">
        <pc:chgData name="Lalwani, Sunil" userId="95b0a425-4eed-4b84-a7cf-34664c131309" providerId="ADAL" clId="{CC5F0CBF-77A6-4739-8FF3-8FB7DAFF4AC8}" dt="2025-12-17T09:04:50.934" v="567"/>
        <pc:sldMkLst>
          <pc:docMk/>
          <pc:sldMk cId="2966466995" sldId="391"/>
        </pc:sldMkLst>
      </pc:sldChg>
      <pc:sldChg chg="add del">
        <pc:chgData name="Lalwani, Sunil" userId="95b0a425-4eed-4b84-a7cf-34664c131309" providerId="ADAL" clId="{CC5F0CBF-77A6-4739-8FF3-8FB7DAFF4AC8}" dt="2025-12-17T09:05:15.782" v="592" actId="2696"/>
        <pc:sldMkLst>
          <pc:docMk/>
          <pc:sldMk cId="3385164988" sldId="392"/>
        </pc:sldMkLst>
      </pc:sldChg>
      <pc:sldChg chg="add ord">
        <pc:chgData name="Lalwani, Sunil" userId="95b0a425-4eed-4b84-a7cf-34664c131309" providerId="ADAL" clId="{CC5F0CBF-77A6-4739-8FF3-8FB7DAFF4AC8}" dt="2025-12-17T09:05:14.237" v="587"/>
        <pc:sldMkLst>
          <pc:docMk/>
          <pc:sldMk cId="1471281879" sldId="393"/>
        </pc:sldMkLst>
      </pc:sldChg>
      <pc:sldChg chg="add">
        <pc:chgData name="Lalwani, Sunil" userId="95b0a425-4eed-4b84-a7cf-34664c131309" providerId="ADAL" clId="{CC5F0CBF-77A6-4739-8FF3-8FB7DAFF4AC8}" dt="2025-12-17T09:05:14.868" v="588"/>
        <pc:sldMkLst>
          <pc:docMk/>
          <pc:sldMk cId="2674052387" sldId="394"/>
        </pc:sldMkLst>
      </pc:sldChg>
      <pc:sldChg chg="add ord">
        <pc:chgData name="Lalwani, Sunil" userId="95b0a425-4eed-4b84-a7cf-34664c131309" providerId="ADAL" clId="{CC5F0CBF-77A6-4739-8FF3-8FB7DAFF4AC8}" dt="2025-12-17T09:05:15.346" v="591"/>
        <pc:sldMkLst>
          <pc:docMk/>
          <pc:sldMk cId="3827487751" sldId="395"/>
        </pc:sldMkLst>
      </pc:sldChg>
      <pc:sldChg chg="add del">
        <pc:chgData name="Lalwani, Sunil" userId="95b0a425-4eed-4b84-a7cf-34664c131309" providerId="ADAL" clId="{CC5F0CBF-77A6-4739-8FF3-8FB7DAFF4AC8}" dt="2025-12-17T09:05:37.503" v="605" actId="2696"/>
        <pc:sldMkLst>
          <pc:docMk/>
          <pc:sldMk cId="2869690216" sldId="396"/>
        </pc:sldMkLst>
      </pc:sldChg>
      <pc:sldChg chg="add ord">
        <pc:chgData name="Lalwani, Sunil" userId="95b0a425-4eed-4b84-a7cf-34664c131309" providerId="ADAL" clId="{CC5F0CBF-77A6-4739-8FF3-8FB7DAFF4AC8}" dt="2025-12-17T09:05:35.772" v="600"/>
        <pc:sldMkLst>
          <pc:docMk/>
          <pc:sldMk cId="853395186" sldId="397"/>
        </pc:sldMkLst>
      </pc:sldChg>
      <pc:sldChg chg="add">
        <pc:chgData name="Lalwani, Sunil" userId="95b0a425-4eed-4b84-a7cf-34664c131309" providerId="ADAL" clId="{CC5F0CBF-77A6-4739-8FF3-8FB7DAFF4AC8}" dt="2025-12-17T09:05:36.436" v="601"/>
        <pc:sldMkLst>
          <pc:docMk/>
          <pc:sldMk cId="3869702639" sldId="398"/>
        </pc:sldMkLst>
      </pc:sldChg>
      <pc:sldChg chg="add ord">
        <pc:chgData name="Lalwani, Sunil" userId="95b0a425-4eed-4b84-a7cf-34664c131309" providerId="ADAL" clId="{CC5F0CBF-77A6-4739-8FF3-8FB7DAFF4AC8}" dt="2025-12-17T09:05:37.053" v="604"/>
        <pc:sldMkLst>
          <pc:docMk/>
          <pc:sldMk cId="1260435694" sldId="399"/>
        </pc:sldMkLst>
      </pc:sldChg>
      <pc:sldChg chg="add del">
        <pc:chgData name="Lalwani, Sunil" userId="95b0a425-4eed-4b84-a7cf-34664c131309" providerId="ADAL" clId="{CC5F0CBF-77A6-4739-8FF3-8FB7DAFF4AC8}" dt="2025-12-17T09:06:01.915" v="618" actId="2696"/>
        <pc:sldMkLst>
          <pc:docMk/>
          <pc:sldMk cId="3131858413" sldId="400"/>
        </pc:sldMkLst>
      </pc:sldChg>
      <pc:sldChg chg="add ord">
        <pc:chgData name="Lalwani, Sunil" userId="95b0a425-4eed-4b84-a7cf-34664c131309" providerId="ADAL" clId="{CC5F0CBF-77A6-4739-8FF3-8FB7DAFF4AC8}" dt="2025-12-17T09:06:00.136" v="613"/>
        <pc:sldMkLst>
          <pc:docMk/>
          <pc:sldMk cId="1052415324" sldId="401"/>
        </pc:sldMkLst>
      </pc:sldChg>
      <pc:sldChg chg="add">
        <pc:chgData name="Lalwani, Sunil" userId="95b0a425-4eed-4b84-a7cf-34664c131309" providerId="ADAL" clId="{CC5F0CBF-77A6-4739-8FF3-8FB7DAFF4AC8}" dt="2025-12-17T09:06:00.908" v="614"/>
        <pc:sldMkLst>
          <pc:docMk/>
          <pc:sldMk cId="426495630" sldId="402"/>
        </pc:sldMkLst>
      </pc:sldChg>
      <pc:sldChg chg="add ord">
        <pc:chgData name="Lalwani, Sunil" userId="95b0a425-4eed-4b84-a7cf-34664c131309" providerId="ADAL" clId="{CC5F0CBF-77A6-4739-8FF3-8FB7DAFF4AC8}" dt="2025-12-17T09:06:01.450" v="617"/>
        <pc:sldMkLst>
          <pc:docMk/>
          <pc:sldMk cId="1129790331" sldId="403"/>
        </pc:sldMkLst>
      </pc:sldChg>
      <pc:sldChg chg="add del">
        <pc:chgData name="Lalwani, Sunil" userId="95b0a425-4eed-4b84-a7cf-34664c131309" providerId="ADAL" clId="{CC5F0CBF-77A6-4739-8FF3-8FB7DAFF4AC8}" dt="2025-12-17T09:06:25.822" v="635" actId="2696"/>
        <pc:sldMkLst>
          <pc:docMk/>
          <pc:sldMk cId="4217171601" sldId="404"/>
        </pc:sldMkLst>
      </pc:sldChg>
      <pc:sldChg chg="add ord">
        <pc:chgData name="Lalwani, Sunil" userId="95b0a425-4eed-4b84-a7cf-34664c131309" providerId="ADAL" clId="{CC5F0CBF-77A6-4739-8FF3-8FB7DAFF4AC8}" dt="2025-12-17T09:06:24.282" v="630"/>
        <pc:sldMkLst>
          <pc:docMk/>
          <pc:sldMk cId="159524450" sldId="405"/>
        </pc:sldMkLst>
      </pc:sldChg>
      <pc:sldChg chg="add">
        <pc:chgData name="Lalwani, Sunil" userId="95b0a425-4eed-4b84-a7cf-34664c131309" providerId="ADAL" clId="{CC5F0CBF-77A6-4739-8FF3-8FB7DAFF4AC8}" dt="2025-12-17T09:06:24.895" v="631"/>
        <pc:sldMkLst>
          <pc:docMk/>
          <pc:sldMk cId="2330617442" sldId="406"/>
        </pc:sldMkLst>
      </pc:sldChg>
      <pc:sldChg chg="add ord">
        <pc:chgData name="Lalwani, Sunil" userId="95b0a425-4eed-4b84-a7cf-34664c131309" providerId="ADAL" clId="{CC5F0CBF-77A6-4739-8FF3-8FB7DAFF4AC8}" dt="2025-12-17T09:06:25.379" v="634"/>
        <pc:sldMkLst>
          <pc:docMk/>
          <pc:sldMk cId="2958229088" sldId="407"/>
        </pc:sldMkLst>
      </pc:sldChg>
      <pc:sldChg chg="add">
        <pc:chgData name="Lalwani, Sunil" userId="95b0a425-4eed-4b84-a7cf-34664c131309" providerId="ADAL" clId="{CC5F0CBF-77A6-4739-8FF3-8FB7DAFF4AC8}" dt="2025-12-17T09:06:27.190" v="637"/>
        <pc:sldMkLst>
          <pc:docMk/>
          <pc:sldMk cId="657482301" sldId="4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006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7307439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8054256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69163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19" Type="http://schemas.openxmlformats.org/officeDocument/2006/relationships/image" Target="../media/image11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7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7.sv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7.sv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7.sv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7.sv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7.sv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7.sv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7.sv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7.sv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7.sv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7.sv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7.sv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94" y="561380"/>
            <a:ext cx="7715012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AI &amp; Machine Learning Applications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4494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26187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542" y="2523411"/>
            <a:ext cx="275511" cy="2755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187" y="3171468"/>
            <a:ext cx="25710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Demand Forecasting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26187" y="3612713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algorithms predict demand patterns with 95%+ accuracy, reducing stockouts and overstock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55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482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BB6476F6-EB24-A548-DD69-508D2D6FC7C0}"/>
              </a:ext>
            </a:extLst>
          </p:cNvPr>
          <p:cNvGrpSpPr/>
          <p:nvPr/>
        </p:nvGrpSpPr>
        <p:grpSpPr>
          <a:xfrm>
            <a:off x="714494" y="0"/>
            <a:ext cx="6722984" cy="3490317"/>
            <a:chOff x="714494" y="0"/>
            <a:chExt cx="6722984" cy="3490317"/>
          </a:xfrm>
          <a:noFill/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776FBFF-76D1-04FD-D836-10F2D081DB01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615101" cy="2798922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54CFEC1-65DE-AEF4-2BD9-342ADD58A906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783574" cy="2967394"/>
              </a:xfrm>
              <a:grpFill/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B5D0E607-2174-B852-39D7-2590EDC4FDBB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7715012" cy="5131236"/>
                </a:xfrm>
                <a:grpFill/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464C92AC-A710-EB2D-9EE2-8AB9CCD8D35B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4592836"/>
                  </a:xfrm>
                  <a:grpFill/>
                </p:grpSpPr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47C06615-B62F-4692-B8A9-E2266FCE80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4572000" cy="3490317"/>
                    </a:xfrm>
                    <a:grpFill/>
                  </p:grpSpPr>
                  <p:grpSp>
                    <p:nvGrpSpPr>
                      <p:cNvPr id="22" name="Group 21">
                        <a:extLst>
                          <a:ext uri="{FF2B5EF4-FFF2-40B4-BE49-F238E27FC236}">
                            <a16:creationId xmlns:a16="http://schemas.microsoft.com/office/drawing/2014/main" id="{CE353129-126E-D922-FDAB-5C8F23DF825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494" y="0"/>
                        <a:ext cx="4572000" cy="1371600"/>
                        <a:chOff x="714494" y="0"/>
                        <a:chExt cx="4572000" cy="2798922"/>
                      </a:xfrm>
                      <a:grpFill/>
                    </p:grpSpPr>
                    <p:grpSp>
                      <p:nvGrpSpPr>
                        <p:cNvPr id="21" name="Group 20">
                          <a:extLst>
                            <a:ext uri="{FF2B5EF4-FFF2-40B4-BE49-F238E27FC236}">
                              <a16:creationId xmlns:a16="http://schemas.microsoft.com/office/drawing/2014/main" id="{BDDF11AB-F75C-ED41-B7B5-66399393845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14494" y="0"/>
                          <a:ext cx="4572000" cy="1371600"/>
                          <a:chOff x="714494" y="0"/>
                          <a:chExt cx="4572000" cy="2967394"/>
                        </a:xfrm>
                        <a:grpFill/>
                      </p:grpSpPr>
                      <p:grpSp>
                        <p:nvGrpSpPr>
                          <p:cNvPr id="20" name="Group 19">
                            <a:extLst>
                              <a:ext uri="{FF2B5EF4-FFF2-40B4-BE49-F238E27FC236}">
                                <a16:creationId xmlns:a16="http://schemas.microsoft.com/office/drawing/2014/main" id="{D94AA333-0106-54AA-611F-BACB7A17C08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14494" y="0"/>
                            <a:ext cx="4572000" cy="1371600"/>
                            <a:chOff x="714494" y="0"/>
                            <a:chExt cx="4572000" cy="5131236"/>
                          </a:xfrm>
                          <a:grpFill/>
                        </p:grpSpPr>
                        <p:grpSp>
                          <p:nvGrpSpPr>
                            <p:cNvPr id="19" name="Group 18">
                              <a:extLst>
                                <a:ext uri="{FF2B5EF4-FFF2-40B4-BE49-F238E27FC236}">
                                  <a16:creationId xmlns:a16="http://schemas.microsoft.com/office/drawing/2014/main" id="{D73B1D59-7429-2C29-7AF9-025C48B9358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14494" y="0"/>
                              <a:ext cx="4572000" cy="1371600"/>
                              <a:chOff x="714494" y="0"/>
                              <a:chExt cx="9343734" cy="1837254"/>
                            </a:xfrm>
                            <a:grpFill/>
                          </p:grpSpPr>
                          <p:pic>
                            <p:nvPicPr>
                              <p:cNvPr id="2" name="Image 0" descr="preencoded.png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9144000" y="0"/>
                                <a:ext cx="914228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</p:pic>
                          <p:sp>
                            <p:nvSpPr>
                              <p:cNvPr id="3" name="Text 0"/>
                              <p:cNvSpPr/>
                              <p:nvPr/>
                            </p:nvSpPr>
                            <p:spPr>
                              <a:xfrm>
                                <a:off x="714494" y="561380"/>
                                <a:ext cx="7715012" cy="1275874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0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AI &amp; Machine Learning Applications</a:t>
                                </a:r>
                                <a:endParaRPr lang="en-US" sz="40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Shape 1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14494" y="2143363"/>
                              <a:ext cx="3755469" cy="2987873"/>
                            </a:xfrm>
                            <a:prstGeom prst="roundRect">
                              <a:avLst>
                                <a:gd name="adj" fmla="val 2870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5" name="Shape 2" descr="Decorative – no critical information"/>
                          <p:cNvSpPr/>
                          <p:nvPr/>
                        </p:nvSpPr>
                        <p:spPr>
                          <a:xfrm>
                            <a:off x="926187" y="2355056"/>
                            <a:ext cx="612338" cy="612338"/>
                          </a:xfrm>
                          <a:prstGeom prst="roundRect">
                            <a:avLst>
                              <a:gd name="adj" fmla="val 14931436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pic>
                      <p:nvPicPr>
                        <p:cNvPr id="6" name="Image 1" descr="Decorative – no critical information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extLs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94542" y="2523411"/>
                          <a:ext cx="275511" cy="275511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7" name="Text 3" descr="Decorative – no critical information"/>
                      <p:cNvSpPr/>
                      <p:nvPr/>
                    </p:nvSpPr>
                    <p:spPr>
                      <a:xfrm>
                        <a:off x="926187" y="3171468"/>
                        <a:ext cx="2571036" cy="31884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500"/>
                          </a:lnSpc>
                          <a:buNone/>
                        </a:pPr>
                        <a:r>
                          <a:rPr lang="en-US" sz="20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Demand Forecasting</a:t>
                        </a:r>
                        <a:endParaRPr lang="en-US" sz="20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Text 4" descr="Decorative – no critical information"/>
                    <p:cNvSpPr/>
                    <p:nvPr/>
                  </p:nvSpPr>
                  <p:spPr>
                    <a:xfrm>
                      <a:off x="926187" y="3612713"/>
                      <a:ext cx="3332083" cy="980123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5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AI algorithms predict demand patterns with 95%+ accuracy, reducing stockouts and overstock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9" name="Shape 5" descr="Decorative – no critical information"/>
                  <p:cNvSpPr/>
                  <p:nvPr/>
                </p:nvSpPr>
                <p:spPr>
                  <a:xfrm>
                    <a:off x="4674037" y="2143363"/>
                    <a:ext cx="3755469" cy="2987873"/>
                  </a:xfrm>
                  <a:prstGeom prst="roundRect">
                    <a:avLst>
                      <a:gd name="adj" fmla="val 2870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" name="Shape 6" descr="Decorative – no critical information"/>
                <p:cNvSpPr/>
                <p:nvPr/>
              </p:nvSpPr>
              <p:spPr>
                <a:xfrm>
                  <a:off x="4885730" y="2355056"/>
                  <a:ext cx="612338" cy="612338"/>
                </a:xfrm>
                <a:prstGeom prst="roundRect">
                  <a:avLst>
                    <a:gd name="adj" fmla="val 1493143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1" name="Image 2" descr="Decorative – no critical information"/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054084" y="2523411"/>
                <a:ext cx="275511" cy="275511"/>
              </a:xfrm>
              <a:prstGeom prst="rect">
                <a:avLst/>
              </a:prstGeom>
            </p:spPr>
          </p:pic>
        </p:grpSp>
        <p:sp>
          <p:nvSpPr>
            <p:cNvPr id="12" name="Text 7" descr="Decorative – no critical information"/>
            <p:cNvSpPr/>
            <p:nvPr/>
          </p:nvSpPr>
          <p:spPr>
            <a:xfrm>
              <a:off x="4885730" y="3171468"/>
              <a:ext cx="2551748" cy="31884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Route Optimization</a:t>
              </a:r>
              <a:endParaRPr lang="en-US" sz="20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3" name="Text 8" descr="Decorative – no critical information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487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80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2197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81C44F0-3165-1AE5-9B09-5A4893B1DE1E}"/>
              </a:ext>
            </a:extLst>
          </p:cNvPr>
          <p:cNvGrpSpPr/>
          <p:nvPr/>
        </p:nvGrpSpPr>
        <p:grpSpPr>
          <a:xfrm>
            <a:off x="714494" y="0"/>
            <a:ext cx="4572000" cy="5131236"/>
            <a:chOff x="714494" y="0"/>
            <a:chExt cx="4572000" cy="5131236"/>
          </a:xfrm>
          <a:solidFill>
            <a:srgbClr val="C07000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C1F73E1-8A7E-4991-7441-DC86D10DB447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9343734" cy="1837254"/>
            </a:xfrm>
            <a:grpFill/>
          </p:grpSpPr>
          <p:pic>
            <p:nvPicPr>
              <p:cNvPr id="5" name="Image 0" descr="preencoded.png">
                <a:extLst>
                  <a:ext uri="{FF2B5EF4-FFF2-40B4-BE49-F238E27FC236}">
                    <a16:creationId xmlns:a16="http://schemas.microsoft.com/office/drawing/2014/main" id="{22F8B4A3-5A06-C6B1-806D-2CB186E57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000" y="0"/>
                <a:ext cx="914228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6" name="Text 0">
                <a:extLst>
                  <a:ext uri="{FF2B5EF4-FFF2-40B4-BE49-F238E27FC236}">
                    <a16:creationId xmlns:a16="http://schemas.microsoft.com/office/drawing/2014/main" id="{34F45746-3E96-371C-942A-61D9ABB73870}"/>
                  </a:ext>
                </a:extLst>
              </p:cNvPr>
              <p:cNvSpPr/>
              <p:nvPr/>
            </p:nvSpPr>
            <p:spPr>
              <a:xfrm>
                <a:off x="714494" y="561380"/>
                <a:ext cx="7715012" cy="1275874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00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AI &amp; Machine Learning Applications</a:t>
                </a:r>
                <a:endParaRPr lang="en-US" sz="40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Shape 1" descr="Decorative – no critical information">
              <a:extLst>
                <a:ext uri="{FF2B5EF4-FFF2-40B4-BE49-F238E27FC236}">
                  <a16:creationId xmlns:a16="http://schemas.microsoft.com/office/drawing/2014/main" id="{2EEEB9CB-A0F9-BF04-0793-6D7D9A41038E}"/>
                </a:ext>
              </a:extLst>
            </p:cNvPr>
            <p:cNvSpPr/>
            <p:nvPr/>
          </p:nvSpPr>
          <p:spPr>
            <a:xfrm>
              <a:off x="714494" y="2143363"/>
              <a:ext cx="3755469" cy="2987873"/>
            </a:xfrm>
            <a:prstGeom prst="roundRect">
              <a:avLst>
                <a:gd name="adj" fmla="val 2870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DE88470-08ED-A4AC-FFD3-1C5B58A4927C}"/>
              </a:ext>
            </a:extLst>
          </p:cNvPr>
          <p:cNvGrpSpPr/>
          <p:nvPr/>
        </p:nvGrpSpPr>
        <p:grpSpPr>
          <a:xfrm>
            <a:off x="714494" y="0"/>
            <a:ext cx="4572000" cy="2967394"/>
            <a:chOff x="714494" y="0"/>
            <a:chExt cx="4572000" cy="2967394"/>
          </a:xfrm>
          <a:solidFill>
            <a:srgbClr val="C07000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B03C804-77AE-407A-5FB4-5017C2512DDE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5131236"/>
            </a:xfrm>
            <a:grpFill/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8B7945A-9BED-A74E-AD3B-C37BC6F4A3D9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9343734" cy="1837254"/>
              </a:xfrm>
              <a:grpFill/>
            </p:grpSpPr>
            <p:pic>
              <p:nvPicPr>
                <p:cNvPr id="12" name="Image 0" descr="preencoded.png">
                  <a:extLst>
                    <a:ext uri="{FF2B5EF4-FFF2-40B4-BE49-F238E27FC236}">
                      <a16:creationId xmlns:a16="http://schemas.microsoft.com/office/drawing/2014/main" id="{A151EFAC-B0FF-01B0-7B67-1857D1F02D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44000" y="0"/>
                  <a:ext cx="914228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13" name="Text 0">
                  <a:extLst>
                    <a:ext uri="{FF2B5EF4-FFF2-40B4-BE49-F238E27FC236}">
                      <a16:creationId xmlns:a16="http://schemas.microsoft.com/office/drawing/2014/main" id="{088CDF0A-F662-BB47-D445-8932726B328C}"/>
                    </a:ext>
                  </a:extLst>
                </p:cNvPr>
                <p:cNvSpPr/>
                <p:nvPr/>
              </p:nvSpPr>
              <p:spPr>
                <a:xfrm>
                  <a:off x="714494" y="561380"/>
                  <a:ext cx="7715012" cy="1275874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00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AI &amp; Machine Learning Applications</a:t>
                  </a:r>
                  <a:endParaRPr lang="en-US" sz="40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Shape 1" descr="Decorative – no critical information">
                <a:extLst>
                  <a:ext uri="{FF2B5EF4-FFF2-40B4-BE49-F238E27FC236}">
                    <a16:creationId xmlns:a16="http://schemas.microsoft.com/office/drawing/2014/main" id="{7B5185BE-62A0-7306-E05D-F344A8430263}"/>
                  </a:ext>
                </a:extLst>
              </p:cNvPr>
              <p:cNvSpPr/>
              <p:nvPr/>
            </p:nvSpPr>
            <p:spPr>
              <a:xfrm>
                <a:off x="714494" y="2143363"/>
                <a:ext cx="3755469" cy="2987873"/>
              </a:xfrm>
              <a:prstGeom prst="roundRect">
                <a:avLst>
                  <a:gd name="adj" fmla="val 2870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Shape 2" descr="Decorative – no critical information">
              <a:extLst>
                <a:ext uri="{FF2B5EF4-FFF2-40B4-BE49-F238E27FC236}">
                  <a16:creationId xmlns:a16="http://schemas.microsoft.com/office/drawing/2014/main" id="{5AE842AD-992E-D4B4-78CB-23697CFD890D}"/>
                </a:ext>
              </a:extLst>
            </p:cNvPr>
            <p:cNvSpPr/>
            <p:nvPr/>
          </p:nvSpPr>
          <p:spPr>
            <a:xfrm>
              <a:off x="926187" y="2355056"/>
              <a:ext cx="612338" cy="612338"/>
            </a:xfrm>
            <a:prstGeom prst="roundRect">
              <a:avLst>
                <a:gd name="adj" fmla="val 14931436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4512D6-B621-FFCD-DB7B-B86B4B05D115}"/>
              </a:ext>
            </a:extLst>
          </p:cNvPr>
          <p:cNvGrpSpPr/>
          <p:nvPr/>
        </p:nvGrpSpPr>
        <p:grpSpPr>
          <a:xfrm>
            <a:off x="714494" y="0"/>
            <a:ext cx="4572000" cy="2798922"/>
            <a:chOff x="714494" y="0"/>
            <a:chExt cx="4572000" cy="2798922"/>
          </a:xfrm>
          <a:solidFill>
            <a:srgbClr val="C07000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E50A0E6-7CBC-A751-9F89-8602A1339BAA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2967394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656A64D-8FA0-FA06-DE2D-80AE13DC7500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5131236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B641D1DC-701D-B78A-DEAD-7BCD267F6385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9343734" cy="1837254"/>
                </a:xfrm>
                <a:grpFill/>
              </p:grpSpPr>
              <p:pic>
                <p:nvPicPr>
                  <p:cNvPr id="21" name="Image 0" descr="preencoded.png">
                    <a:extLst>
                      <a:ext uri="{FF2B5EF4-FFF2-40B4-BE49-F238E27FC236}">
                        <a16:creationId xmlns:a16="http://schemas.microsoft.com/office/drawing/2014/main" id="{A5B1AC18-0E40-5A90-2EA6-ADB0F7FBCA7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0" y="0"/>
                    <a:ext cx="914228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  <p:sp>
                <p:nvSpPr>
                  <p:cNvPr id="22" name="Text 0">
                    <a:extLst>
                      <a:ext uri="{FF2B5EF4-FFF2-40B4-BE49-F238E27FC236}">
                        <a16:creationId xmlns:a16="http://schemas.microsoft.com/office/drawing/2014/main" id="{E6D778C0-C4B3-C455-31E1-6BA5ED5AEE95}"/>
                      </a:ext>
                    </a:extLst>
                  </p:cNvPr>
                  <p:cNvSpPr/>
                  <p:nvPr/>
                </p:nvSpPr>
                <p:spPr>
                  <a:xfrm>
                    <a:off x="714494" y="561380"/>
                    <a:ext cx="7715012" cy="12758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500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AI &amp; Machine Learning Applications</a:t>
                    </a:r>
                    <a:endParaRPr lang="en-US" sz="40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0" name="Shape 1" descr="Decorative – no critical information">
                  <a:extLst>
                    <a:ext uri="{FF2B5EF4-FFF2-40B4-BE49-F238E27FC236}">
                      <a16:creationId xmlns:a16="http://schemas.microsoft.com/office/drawing/2014/main" id="{EA72C748-0A33-FEC4-2841-E035F168099B}"/>
                    </a:ext>
                  </a:extLst>
                </p:cNvPr>
                <p:cNvSpPr/>
                <p:nvPr/>
              </p:nvSpPr>
              <p:spPr>
                <a:xfrm>
                  <a:off x="714494" y="2143363"/>
                  <a:ext cx="3755469" cy="2987873"/>
                </a:xfrm>
                <a:prstGeom prst="roundRect">
                  <a:avLst>
                    <a:gd name="adj" fmla="val 2870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" name="Shape 2" descr="Decorative – no critical information">
                <a:extLst>
                  <a:ext uri="{FF2B5EF4-FFF2-40B4-BE49-F238E27FC236}">
                    <a16:creationId xmlns:a16="http://schemas.microsoft.com/office/drawing/2014/main" id="{CC85837D-DC4A-578A-74EC-BE4CE7FFA64D}"/>
                  </a:ext>
                </a:extLst>
              </p:cNvPr>
              <p:cNvSpPr/>
              <p:nvPr/>
            </p:nvSpPr>
            <p:spPr>
              <a:xfrm>
                <a:off x="926187" y="2355056"/>
                <a:ext cx="612338" cy="612338"/>
              </a:xfrm>
              <a:prstGeom prst="roundRect">
                <a:avLst>
                  <a:gd name="adj" fmla="val 14931436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6" name="Image 1" descr="Decorative – no critical information">
              <a:extLst>
                <a:ext uri="{FF2B5EF4-FFF2-40B4-BE49-F238E27FC236}">
                  <a16:creationId xmlns:a16="http://schemas.microsoft.com/office/drawing/2014/main" id="{CEFBFDF1-F4E4-3DCE-009D-BE73A7868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94542" y="2523411"/>
              <a:ext cx="275511" cy="275511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5C5338-188C-2019-E24B-0868D73D0A4F}"/>
              </a:ext>
            </a:extLst>
          </p:cNvPr>
          <p:cNvGrpSpPr/>
          <p:nvPr/>
        </p:nvGrpSpPr>
        <p:grpSpPr>
          <a:xfrm>
            <a:off x="714494" y="0"/>
            <a:ext cx="4572000" cy="3490317"/>
            <a:chOff x="714494" y="0"/>
            <a:chExt cx="4572000" cy="3490317"/>
          </a:xfrm>
          <a:noFill/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BDA6932-1DA7-CBB2-9C69-5C8F51B9A9AC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2798922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F403492-1C83-9F72-05EF-968354F7A37E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2967394"/>
              </a:xfrm>
              <a:grpFill/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4B51FA88-CBC3-5269-3B15-C457FF88DA2B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5131236"/>
                </a:xfrm>
                <a:grpFill/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38AF94B9-4264-BA20-E2BA-7E1B68B2EB97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9343734" cy="1837254"/>
                  </a:xfrm>
                  <a:grpFill/>
                </p:grpSpPr>
                <p:pic>
                  <p:nvPicPr>
                    <p:cNvPr id="32" name="Image 0" descr="preencoded.png">
                      <a:extLst>
                        <a:ext uri="{FF2B5EF4-FFF2-40B4-BE49-F238E27FC236}">
                          <a16:creationId xmlns:a16="http://schemas.microsoft.com/office/drawing/2014/main" id="{9F787963-FBD0-43FC-50AD-16812C099BB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9144000" y="0"/>
                      <a:ext cx="914228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</p:pic>
                <p:sp>
                  <p:nvSpPr>
                    <p:cNvPr id="33" name="Text 0">
                      <a:extLst>
                        <a:ext uri="{FF2B5EF4-FFF2-40B4-BE49-F238E27FC236}">
                          <a16:creationId xmlns:a16="http://schemas.microsoft.com/office/drawing/2014/main" id="{26030E34-5B18-EAC4-518C-67A8DC53EE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494" y="561380"/>
                      <a:ext cx="7715012" cy="1275874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500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AI &amp; Machine Learning Applications</a:t>
                      </a:r>
                      <a:endParaRPr lang="en-US" sz="40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1" name="Shape 1" descr="Decorative – no critical information">
                    <a:extLst>
                      <a:ext uri="{FF2B5EF4-FFF2-40B4-BE49-F238E27FC236}">
                        <a16:creationId xmlns:a16="http://schemas.microsoft.com/office/drawing/2014/main" id="{1BC3FEC2-E132-66C8-7C4E-7088623D5B47}"/>
                      </a:ext>
                    </a:extLst>
                  </p:cNvPr>
                  <p:cNvSpPr/>
                  <p:nvPr/>
                </p:nvSpPr>
                <p:spPr>
                  <a:xfrm>
                    <a:off x="714494" y="2143363"/>
                    <a:ext cx="3755469" cy="2987873"/>
                  </a:xfrm>
                  <a:prstGeom prst="roundRect">
                    <a:avLst>
                      <a:gd name="adj" fmla="val 2870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9" name="Shape 2" descr="Decorative – no critical information">
                  <a:extLst>
                    <a:ext uri="{FF2B5EF4-FFF2-40B4-BE49-F238E27FC236}">
                      <a16:creationId xmlns:a16="http://schemas.microsoft.com/office/drawing/2014/main" id="{B12A3A97-228F-9B83-E12C-0B639834F26E}"/>
                    </a:ext>
                  </a:extLst>
                </p:cNvPr>
                <p:cNvSpPr/>
                <p:nvPr/>
              </p:nvSpPr>
              <p:spPr>
                <a:xfrm>
                  <a:off x="926187" y="2355056"/>
                  <a:ext cx="612338" cy="612338"/>
                </a:xfrm>
                <a:prstGeom prst="roundRect">
                  <a:avLst>
                    <a:gd name="adj" fmla="val 1493143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7" name="Image 1" descr="Decorative – no critical information">
                <a:extLst>
                  <a:ext uri="{FF2B5EF4-FFF2-40B4-BE49-F238E27FC236}">
                    <a16:creationId xmlns:a16="http://schemas.microsoft.com/office/drawing/2014/main" id="{11010404-5304-C2E1-B0F3-B091A9AE1A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94542" y="2523411"/>
                <a:ext cx="275511" cy="275511"/>
              </a:xfrm>
              <a:prstGeom prst="rect">
                <a:avLst/>
              </a:prstGeom>
            </p:spPr>
          </p:pic>
        </p:grpSp>
        <p:sp>
          <p:nvSpPr>
            <p:cNvPr id="25" name="Text 3" descr="Decorative – no critical information">
              <a:extLst>
                <a:ext uri="{FF2B5EF4-FFF2-40B4-BE49-F238E27FC236}">
                  <a16:creationId xmlns:a16="http://schemas.microsoft.com/office/drawing/2014/main" id="{F4F32FD9-925A-B8AB-F3F9-865D1A2BB0B2}"/>
                </a:ext>
              </a:extLst>
            </p:cNvPr>
            <p:cNvSpPr/>
            <p:nvPr/>
          </p:nvSpPr>
          <p:spPr>
            <a:xfrm>
              <a:off x="926187" y="3171468"/>
              <a:ext cx="2571036" cy="31884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Demand Forecasting</a:t>
              </a:r>
              <a:endParaRPr lang="en-US" sz="20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D58455B-EA7D-1F01-241E-3F01EA1E51F9}"/>
              </a:ext>
            </a:extLst>
          </p:cNvPr>
          <p:cNvGrpSpPr/>
          <p:nvPr/>
        </p:nvGrpSpPr>
        <p:grpSpPr>
          <a:xfrm>
            <a:off x="714494" y="0"/>
            <a:ext cx="4572000" cy="4592836"/>
            <a:chOff x="714494" y="0"/>
            <a:chExt cx="4572000" cy="4592836"/>
          </a:xfrm>
          <a:solidFill>
            <a:srgbClr val="C07000"/>
          </a:solid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396C403-271B-CA26-750E-1648AB35BB6E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3490317"/>
            </a:xfrm>
            <a:grpFill/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198865E4-A989-025D-F3D1-AEA9979A499B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2798922"/>
              </a:xfrm>
              <a:grpFill/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5A5A2B8A-AD9A-6F40-0173-DFF1790B0BFE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2967394"/>
                </a:xfrm>
                <a:grpFill/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8FA8C37C-F656-63EB-6E56-0ECB7CE5E399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5131236"/>
                  </a:xfrm>
                  <a:grpFill/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1B82C80D-33DD-97CC-DD84-B3B9E18D588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9343734" cy="1837254"/>
                    </a:xfrm>
                    <a:grpFill/>
                  </p:grpSpPr>
                  <p:pic>
                    <p:nvPicPr>
                      <p:cNvPr id="45" name="Image 0" descr="preencoded.png">
                        <a:extLst>
                          <a:ext uri="{FF2B5EF4-FFF2-40B4-BE49-F238E27FC236}">
                            <a16:creationId xmlns:a16="http://schemas.microsoft.com/office/drawing/2014/main" id="{A0F12DAC-C5CC-68A6-79AD-A333E30F205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0" y="0"/>
                        <a:ext cx="914228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</p:pic>
                  <p:sp>
                    <p:nvSpPr>
                      <p:cNvPr id="46" name="Text 0">
                        <a:extLst>
                          <a:ext uri="{FF2B5EF4-FFF2-40B4-BE49-F238E27FC236}">
                            <a16:creationId xmlns:a16="http://schemas.microsoft.com/office/drawing/2014/main" id="{6BB7B6EC-2D92-F6D1-8811-86DC4DAB54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4494" y="561380"/>
                        <a:ext cx="7715012" cy="1275874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500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AI &amp; Machine Learning Applications</a:t>
                        </a:r>
                        <a:endParaRPr lang="en-US" sz="40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4" name="Shape 1" descr="Decorative – no critical information">
                      <a:extLst>
                        <a:ext uri="{FF2B5EF4-FFF2-40B4-BE49-F238E27FC236}">
                          <a16:creationId xmlns:a16="http://schemas.microsoft.com/office/drawing/2014/main" id="{2D587B8F-DB9B-9AEB-1370-C7D865C285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494" y="2143363"/>
                      <a:ext cx="3755469" cy="2987873"/>
                    </a:xfrm>
                    <a:prstGeom prst="roundRect">
                      <a:avLst>
                        <a:gd name="adj" fmla="val 2870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2" name="Shape 2" descr="Decorative – no critical information">
                    <a:extLst>
                      <a:ext uri="{FF2B5EF4-FFF2-40B4-BE49-F238E27FC236}">
                        <a16:creationId xmlns:a16="http://schemas.microsoft.com/office/drawing/2014/main" id="{125FD80E-B0BF-4A56-C8C7-0235E2E3B110}"/>
                      </a:ext>
                    </a:extLst>
                  </p:cNvPr>
                  <p:cNvSpPr/>
                  <p:nvPr/>
                </p:nvSpPr>
                <p:spPr>
                  <a:xfrm>
                    <a:off x="926187" y="2355056"/>
                    <a:ext cx="612338" cy="612338"/>
                  </a:xfrm>
                  <a:prstGeom prst="roundRect">
                    <a:avLst>
                      <a:gd name="adj" fmla="val 14931436"/>
                    </a:avLst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pic>
              <p:nvPicPr>
                <p:cNvPr id="40" name="Image 1" descr="Decorative – no critical information">
                  <a:extLst>
                    <a:ext uri="{FF2B5EF4-FFF2-40B4-BE49-F238E27FC236}">
                      <a16:creationId xmlns:a16="http://schemas.microsoft.com/office/drawing/2014/main" id="{E9F44D80-1DEF-7965-5F59-3BAAEA73FB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4542" y="2523411"/>
                  <a:ext cx="275511" cy="275511"/>
                </a:xfrm>
                <a:prstGeom prst="rect">
                  <a:avLst/>
                </a:prstGeom>
              </p:spPr>
            </p:pic>
          </p:grpSp>
          <p:sp>
            <p:nvSpPr>
              <p:cNvPr id="38" name="Text 3" descr="Decorative – no critical information">
                <a:extLst>
                  <a:ext uri="{FF2B5EF4-FFF2-40B4-BE49-F238E27FC236}">
                    <a16:creationId xmlns:a16="http://schemas.microsoft.com/office/drawing/2014/main" id="{E730CE45-9672-64BA-6402-F15627FC691D}"/>
                  </a:ext>
                </a:extLst>
              </p:cNvPr>
              <p:cNvSpPr/>
              <p:nvPr/>
            </p:nvSpPr>
            <p:spPr>
              <a:xfrm>
                <a:off x="926187" y="3171468"/>
                <a:ext cx="2571036" cy="31884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500"/>
                  </a:lnSpc>
                  <a:buNone/>
                </a:pPr>
                <a:r>
                  <a:rPr lang="en-US" sz="20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Demand Forecasting</a:t>
                </a:r>
                <a:endParaRPr lang="en-US" sz="20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36" name="Text 4" descr="Decorative – no critical information">
              <a:extLst>
                <a:ext uri="{FF2B5EF4-FFF2-40B4-BE49-F238E27FC236}">
                  <a16:creationId xmlns:a16="http://schemas.microsoft.com/office/drawing/2014/main" id="{4CA3DEAB-449D-780D-1807-BCBC558FABF6}"/>
                </a:ext>
              </a:extLst>
            </p:cNvPr>
            <p:cNvSpPr/>
            <p:nvPr/>
          </p:nvSpPr>
          <p:spPr>
            <a:xfrm>
              <a:off x="926187" y="3612713"/>
              <a:ext cx="3332083" cy="98012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6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AI algorithms predict demand patterns with 95%+ accuracy, reducing stockouts and overstock</a:t>
              </a:r>
              <a:endParaRPr lang="en-US" sz="16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0BEC443-E26E-987E-C29F-DD3428C7CAD0}"/>
              </a:ext>
            </a:extLst>
          </p:cNvPr>
          <p:cNvGrpSpPr/>
          <p:nvPr/>
        </p:nvGrpSpPr>
        <p:grpSpPr>
          <a:xfrm>
            <a:off x="714494" y="0"/>
            <a:ext cx="7715012" cy="5131236"/>
            <a:chOff x="714494" y="0"/>
            <a:chExt cx="7715012" cy="5131236"/>
          </a:xfrm>
          <a:solidFill>
            <a:srgbClr val="C07000"/>
          </a:solidFill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D849DAD-8DB2-BAC4-7644-59E747D88C05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4592836"/>
            </a:xfrm>
            <a:grpFill/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67488B5A-5B8E-DAB3-FE81-B2D118063357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3490317"/>
              </a:xfrm>
              <a:grpFill/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C9788BDB-19A7-3C37-0921-A926D752D0E8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2798922"/>
                </a:xfrm>
                <a:grpFill/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AF40466F-8E1C-C252-E744-2F5564D3B27B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2967394"/>
                  </a:xfrm>
                  <a:grpFill/>
                </p:grpSpPr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474743B8-CCD0-98C5-3075-132A6EFECF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4572000" cy="5131236"/>
                    </a:xfrm>
                    <a:grpFill/>
                  </p:grpSpPr>
                  <p:grpSp>
                    <p:nvGrpSpPr>
                      <p:cNvPr id="58" name="Group 57">
                        <a:extLst>
                          <a:ext uri="{FF2B5EF4-FFF2-40B4-BE49-F238E27FC236}">
                            <a16:creationId xmlns:a16="http://schemas.microsoft.com/office/drawing/2014/main" id="{D0C8A572-9390-86CA-16DC-8927F11B071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494" y="0"/>
                        <a:ext cx="4572000" cy="1371600"/>
                        <a:chOff x="714494" y="0"/>
                        <a:chExt cx="9343734" cy="1837254"/>
                      </a:xfrm>
                      <a:grpFill/>
                    </p:grpSpPr>
                    <p:pic>
                      <p:nvPicPr>
                        <p:cNvPr id="60" name="Image 0" descr="preencoded.png">
                          <a:extLst>
                            <a:ext uri="{FF2B5EF4-FFF2-40B4-BE49-F238E27FC236}">
                              <a16:creationId xmlns:a16="http://schemas.microsoft.com/office/drawing/2014/main" id="{01CF96C3-FC2C-F4A3-F5D2-DFF1DF8EC1A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144000" y="0"/>
                          <a:ext cx="914228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</p:pic>
                    <p:sp>
                      <p:nvSpPr>
                        <p:cNvPr id="61" name="Text 0">
                          <a:extLst>
                            <a:ext uri="{FF2B5EF4-FFF2-40B4-BE49-F238E27FC236}">
                              <a16:creationId xmlns:a16="http://schemas.microsoft.com/office/drawing/2014/main" id="{0E0774EF-FA41-A219-25E7-5585A4EA178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4494" y="561380"/>
                          <a:ext cx="7715012" cy="1275874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500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AI &amp; Machine Learning Applications</a:t>
                          </a:r>
                          <a:endParaRPr lang="en-US" sz="40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9" name="Shape 1" descr="Decorative – no critical information">
                        <a:extLst>
                          <a:ext uri="{FF2B5EF4-FFF2-40B4-BE49-F238E27FC236}">
                            <a16:creationId xmlns:a16="http://schemas.microsoft.com/office/drawing/2014/main" id="{30186B21-2E5F-25A1-87CA-182783EEC0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4494" y="2143363"/>
                        <a:ext cx="3755469" cy="2987873"/>
                      </a:xfrm>
                      <a:prstGeom prst="roundRect">
                        <a:avLst>
                          <a:gd name="adj" fmla="val 2870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57" name="Shape 2" descr="Decorative – no critical information">
                      <a:extLst>
                        <a:ext uri="{FF2B5EF4-FFF2-40B4-BE49-F238E27FC236}">
                          <a16:creationId xmlns:a16="http://schemas.microsoft.com/office/drawing/2014/main" id="{B97374E5-E92A-3640-F579-BD0DDEFFCB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6187" y="2355056"/>
                      <a:ext cx="612338" cy="612338"/>
                    </a:xfrm>
                    <a:prstGeom prst="roundRect">
                      <a:avLst>
                        <a:gd name="adj" fmla="val 14931436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pic>
                <p:nvPicPr>
                  <p:cNvPr id="55" name="Image 1" descr="Decorative – no critical information">
                    <a:extLst>
                      <a:ext uri="{FF2B5EF4-FFF2-40B4-BE49-F238E27FC236}">
                        <a16:creationId xmlns:a16="http://schemas.microsoft.com/office/drawing/2014/main" id="{646FFB2C-DB67-B772-7259-1140246136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94542" y="2523411"/>
                    <a:ext cx="275511" cy="27551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3" name="Text 3" descr="Decorative – no critical information">
                  <a:extLst>
                    <a:ext uri="{FF2B5EF4-FFF2-40B4-BE49-F238E27FC236}">
                      <a16:creationId xmlns:a16="http://schemas.microsoft.com/office/drawing/2014/main" id="{A5A2BD71-FE06-B15F-10D6-B3E1B1FF2348}"/>
                    </a:ext>
                  </a:extLst>
                </p:cNvPr>
                <p:cNvSpPr/>
                <p:nvPr/>
              </p:nvSpPr>
              <p:spPr>
                <a:xfrm>
                  <a:off x="926187" y="3171468"/>
                  <a:ext cx="2571036" cy="31884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500"/>
                    </a:lnSpc>
                    <a:buNone/>
                  </a:pPr>
                  <a:r>
                    <a:rPr lang="en-US" sz="20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Demand Forecasting</a:t>
                  </a:r>
                  <a:endParaRPr lang="en-US" sz="20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1" name="Text 4" descr="Decorative – no critical information">
                <a:extLst>
                  <a:ext uri="{FF2B5EF4-FFF2-40B4-BE49-F238E27FC236}">
                    <a16:creationId xmlns:a16="http://schemas.microsoft.com/office/drawing/2014/main" id="{F9A5C59D-4BEB-1B1F-01B4-4222DB62AEC7}"/>
                  </a:ext>
                </a:extLst>
              </p:cNvPr>
              <p:cNvSpPr/>
              <p:nvPr/>
            </p:nvSpPr>
            <p:spPr>
              <a:xfrm>
                <a:off x="926187" y="3612713"/>
                <a:ext cx="3332083" cy="98012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50"/>
                  </a:lnSpc>
                  <a:buNone/>
                </a:pPr>
                <a:r>
                  <a:rPr lang="en-US" sz="16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AI algorithms predict demand patterns with 95%+ accuracy, reducing stockouts and overstock</a:t>
                </a:r>
                <a:endParaRPr lang="en-US" sz="16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9" name="Shape 5" descr="Decorative – no critical information">
              <a:extLst>
                <a:ext uri="{FF2B5EF4-FFF2-40B4-BE49-F238E27FC236}">
                  <a16:creationId xmlns:a16="http://schemas.microsoft.com/office/drawing/2014/main" id="{13C104B1-EA96-96B0-3FD4-0DF684193DE8}"/>
                </a:ext>
              </a:extLst>
            </p:cNvPr>
            <p:cNvSpPr/>
            <p:nvPr/>
          </p:nvSpPr>
          <p:spPr>
            <a:xfrm>
              <a:off x="4674037" y="2143363"/>
              <a:ext cx="3755469" cy="2987873"/>
            </a:xfrm>
            <a:prstGeom prst="roundRect">
              <a:avLst>
                <a:gd name="adj" fmla="val 2870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7EF6710-01D6-7A6B-AFC9-CD8E966DF7E1}"/>
              </a:ext>
            </a:extLst>
          </p:cNvPr>
          <p:cNvGrpSpPr/>
          <p:nvPr/>
        </p:nvGrpSpPr>
        <p:grpSpPr>
          <a:xfrm>
            <a:off x="714494" y="0"/>
            <a:ext cx="4783574" cy="2967394"/>
            <a:chOff x="714494" y="0"/>
            <a:chExt cx="4783574" cy="2967394"/>
          </a:xfrm>
          <a:solidFill>
            <a:srgbClr val="C07000"/>
          </a:solidFill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809C788-07A9-E27B-721B-0B0871665357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7715012" cy="5131236"/>
            </a:xfrm>
            <a:grpFill/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2D7D4B-EFC0-9039-E10E-52C9DFC8774F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4592836"/>
              </a:xfrm>
              <a:grpFill/>
            </p:grpSpPr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33202713-D673-A06D-D409-DEF445F4D7DC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3490317"/>
                </a:xfrm>
                <a:grpFill/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F703AD60-6E0D-197C-992D-633C56C122C6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2798922"/>
                  </a:xfrm>
                  <a:grpFill/>
                </p:grpSpPr>
                <p:grpSp>
                  <p:nvGrpSpPr>
                    <p:cNvPr id="71" name="Group 70">
                      <a:extLst>
                        <a:ext uri="{FF2B5EF4-FFF2-40B4-BE49-F238E27FC236}">
                          <a16:creationId xmlns:a16="http://schemas.microsoft.com/office/drawing/2014/main" id="{9BB1DF83-2751-8679-E41C-F1D2AC2C91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4572000" cy="2967394"/>
                    </a:xfrm>
                    <a:grpFill/>
                  </p:grpSpPr>
                  <p:grpSp>
                    <p:nvGrpSpPr>
                      <p:cNvPr id="73" name="Group 72">
                        <a:extLst>
                          <a:ext uri="{FF2B5EF4-FFF2-40B4-BE49-F238E27FC236}">
                            <a16:creationId xmlns:a16="http://schemas.microsoft.com/office/drawing/2014/main" id="{AE0309E4-B2F4-C0E4-1D9F-EC1CB946032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494" y="0"/>
                        <a:ext cx="4572000" cy="1371600"/>
                        <a:chOff x="714494" y="0"/>
                        <a:chExt cx="4572000" cy="5131236"/>
                      </a:xfrm>
                      <a:grpFill/>
                    </p:grpSpPr>
                    <p:grpSp>
                      <p:nvGrpSpPr>
                        <p:cNvPr id="75" name="Group 74">
                          <a:extLst>
                            <a:ext uri="{FF2B5EF4-FFF2-40B4-BE49-F238E27FC236}">
                              <a16:creationId xmlns:a16="http://schemas.microsoft.com/office/drawing/2014/main" id="{20155A2C-F030-BEAF-414A-D2E2B0E9F96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14494" y="0"/>
                          <a:ext cx="4572000" cy="1371600"/>
                          <a:chOff x="714494" y="0"/>
                          <a:chExt cx="9343734" cy="1837254"/>
                        </a:xfrm>
                        <a:grpFill/>
                      </p:grpSpPr>
                      <p:pic>
                        <p:nvPicPr>
                          <p:cNvPr id="77" name="Image 0" descr="preencoded.png">
                            <a:extLst>
                              <a:ext uri="{FF2B5EF4-FFF2-40B4-BE49-F238E27FC236}">
                                <a16:creationId xmlns:a16="http://schemas.microsoft.com/office/drawing/2014/main" id="{938AB1CB-9359-23E6-E41D-D171E9E20C82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9144000" y="0"/>
                            <a:ext cx="914228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</p:pic>
                      <p:sp>
                        <p:nvSpPr>
                          <p:cNvPr id="78" name="Text 0">
                            <a:extLst>
                              <a:ext uri="{FF2B5EF4-FFF2-40B4-BE49-F238E27FC236}">
                                <a16:creationId xmlns:a16="http://schemas.microsoft.com/office/drawing/2014/main" id="{4959D2D9-512E-6804-B8FA-1F8D8A8856B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14494" y="561380"/>
                            <a:ext cx="7715012" cy="1275874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00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AI &amp; Machine Learning Applications</a:t>
                            </a:r>
                            <a:endParaRPr lang="en-US" sz="40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6" name="Shape 1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D712643B-07B5-9597-4D43-668204D887F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4494" y="2143363"/>
                          <a:ext cx="3755469" cy="2987873"/>
                        </a:xfrm>
                        <a:prstGeom prst="roundRect">
                          <a:avLst>
                            <a:gd name="adj" fmla="val 2870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74" name="Shape 2" descr="Decorative – no critical information">
                        <a:extLst>
                          <a:ext uri="{FF2B5EF4-FFF2-40B4-BE49-F238E27FC236}">
                            <a16:creationId xmlns:a16="http://schemas.microsoft.com/office/drawing/2014/main" id="{F3DA6A8C-21FD-2F07-B6ED-E1FFDBC86C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6187" y="2355056"/>
                        <a:ext cx="612338" cy="612338"/>
                      </a:xfrm>
                      <a:prstGeom prst="roundRect">
                        <a:avLst>
                          <a:gd name="adj" fmla="val 14931436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pic>
                  <p:nvPicPr>
                    <p:cNvPr id="72" name="Image 1" descr="Decorative – no critical information">
                      <a:extLst>
                        <a:ext uri="{FF2B5EF4-FFF2-40B4-BE49-F238E27FC236}">
                          <a16:creationId xmlns:a16="http://schemas.microsoft.com/office/drawing/2014/main" id="{B2AB833A-DC57-8507-F9B1-04A3355AA8A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94542" y="2523411"/>
                      <a:ext cx="275511" cy="275511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70" name="Text 3" descr="Decorative – no critical information">
                    <a:extLst>
                      <a:ext uri="{FF2B5EF4-FFF2-40B4-BE49-F238E27FC236}">
                        <a16:creationId xmlns:a16="http://schemas.microsoft.com/office/drawing/2014/main" id="{975079F4-2051-E5F4-9365-6AE17209B566}"/>
                      </a:ext>
                    </a:extLst>
                  </p:cNvPr>
                  <p:cNvSpPr/>
                  <p:nvPr/>
                </p:nvSpPr>
                <p:spPr>
                  <a:xfrm>
                    <a:off x="926187" y="3171468"/>
                    <a:ext cx="2571036" cy="31884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500"/>
                      </a:lnSpc>
                      <a:buNone/>
                    </a:pPr>
                    <a:r>
                      <a:rPr lang="en-US" sz="20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Demand Forecasting</a:t>
                    </a:r>
                    <a:endParaRPr lang="en-US" sz="20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8" name="Text 4" descr="Decorative – no critical information">
                  <a:extLst>
                    <a:ext uri="{FF2B5EF4-FFF2-40B4-BE49-F238E27FC236}">
                      <a16:creationId xmlns:a16="http://schemas.microsoft.com/office/drawing/2014/main" id="{96E37E6C-647C-9716-8141-B97209DA8EA8}"/>
                    </a:ext>
                  </a:extLst>
                </p:cNvPr>
                <p:cNvSpPr/>
                <p:nvPr/>
              </p:nvSpPr>
              <p:spPr>
                <a:xfrm>
                  <a:off x="926187" y="3612713"/>
                  <a:ext cx="3332083" cy="980123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550"/>
                    </a:lnSpc>
                    <a:buNone/>
                  </a:pPr>
                  <a:r>
                    <a:rPr lang="en-US" sz="16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AI algorithms predict demand patterns with 95%+ accuracy, reducing stockouts and overstock</a:t>
                  </a:r>
                  <a:endParaRPr lang="en-US" sz="16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66" name="Shape 5" descr="Decorative – no critical information">
                <a:extLst>
                  <a:ext uri="{FF2B5EF4-FFF2-40B4-BE49-F238E27FC236}">
                    <a16:creationId xmlns:a16="http://schemas.microsoft.com/office/drawing/2014/main" id="{4974E5A5-9E5B-FEA5-ED73-F5A3C6875B76}"/>
                  </a:ext>
                </a:extLst>
              </p:cNvPr>
              <p:cNvSpPr/>
              <p:nvPr/>
            </p:nvSpPr>
            <p:spPr>
              <a:xfrm>
                <a:off x="4674037" y="2143363"/>
                <a:ext cx="3755469" cy="2987873"/>
              </a:xfrm>
              <a:prstGeom prst="roundRect">
                <a:avLst>
                  <a:gd name="adj" fmla="val 2870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4" name="Shape 6" descr="Decorative – no critical information">
              <a:extLst>
                <a:ext uri="{FF2B5EF4-FFF2-40B4-BE49-F238E27FC236}">
                  <a16:creationId xmlns:a16="http://schemas.microsoft.com/office/drawing/2014/main" id="{0592ED33-03F0-B7C0-8CC2-C187C3726E33}"/>
                </a:ext>
              </a:extLst>
            </p:cNvPr>
            <p:cNvSpPr/>
            <p:nvPr/>
          </p:nvSpPr>
          <p:spPr>
            <a:xfrm>
              <a:off x="4885730" y="2355056"/>
              <a:ext cx="612338" cy="612338"/>
            </a:xfrm>
            <a:prstGeom prst="roundRect">
              <a:avLst>
                <a:gd name="adj" fmla="val 14931436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D2042AA-A1AA-2FC7-0D84-304311EA6562}"/>
              </a:ext>
            </a:extLst>
          </p:cNvPr>
          <p:cNvGrpSpPr/>
          <p:nvPr/>
        </p:nvGrpSpPr>
        <p:grpSpPr>
          <a:xfrm>
            <a:off x="714494" y="0"/>
            <a:ext cx="4615101" cy="2798922"/>
            <a:chOff x="714494" y="0"/>
            <a:chExt cx="4615101" cy="2798922"/>
          </a:xfrm>
          <a:solidFill>
            <a:srgbClr val="C07000"/>
          </a:solidFill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CD54FA66-C26B-A684-9C76-D5A5CA2A0FCE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783574" cy="2967394"/>
            </a:xfrm>
            <a:grpFill/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C64F0DA8-F6F7-F3D5-7781-C110915BA34B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7715012" cy="5131236"/>
              </a:xfrm>
              <a:grpFill/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5D7BB18E-CE26-DBFB-50B9-ADFEA772171C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4592836"/>
                </a:xfrm>
                <a:grpFill/>
              </p:grpSpPr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DE0DA0F6-F394-2DE9-EC25-279B8274F3AE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3490317"/>
                  </a:xfrm>
                  <a:grpFill/>
                </p:grpSpPr>
                <p:grpSp>
                  <p:nvGrpSpPr>
                    <p:cNvPr id="88" name="Group 87">
                      <a:extLst>
                        <a:ext uri="{FF2B5EF4-FFF2-40B4-BE49-F238E27FC236}">
                          <a16:creationId xmlns:a16="http://schemas.microsoft.com/office/drawing/2014/main" id="{82684EF1-0E52-EB01-4508-D4A10A9DEA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4572000" cy="2798922"/>
                    </a:xfrm>
                    <a:grpFill/>
                  </p:grpSpPr>
                  <p:grpSp>
                    <p:nvGrpSpPr>
                      <p:cNvPr id="90" name="Group 89">
                        <a:extLst>
                          <a:ext uri="{FF2B5EF4-FFF2-40B4-BE49-F238E27FC236}">
                            <a16:creationId xmlns:a16="http://schemas.microsoft.com/office/drawing/2014/main" id="{8F1F3131-1648-E50B-5368-A8A90C6F17E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494" y="0"/>
                        <a:ext cx="4572000" cy="1371600"/>
                        <a:chOff x="714494" y="0"/>
                        <a:chExt cx="4572000" cy="2967394"/>
                      </a:xfrm>
                      <a:grpFill/>
                    </p:grpSpPr>
                    <p:grpSp>
                      <p:nvGrpSpPr>
                        <p:cNvPr id="92" name="Group 91">
                          <a:extLst>
                            <a:ext uri="{FF2B5EF4-FFF2-40B4-BE49-F238E27FC236}">
                              <a16:creationId xmlns:a16="http://schemas.microsoft.com/office/drawing/2014/main" id="{8878BEBF-8859-FEF9-B68F-8DC0CE83320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14494" y="0"/>
                          <a:ext cx="4572000" cy="1371600"/>
                          <a:chOff x="714494" y="0"/>
                          <a:chExt cx="4572000" cy="5131236"/>
                        </a:xfrm>
                        <a:grpFill/>
                      </p:grpSpPr>
                      <p:grpSp>
                        <p:nvGrpSpPr>
                          <p:cNvPr id="94" name="Group 93">
                            <a:extLst>
                              <a:ext uri="{FF2B5EF4-FFF2-40B4-BE49-F238E27FC236}">
                                <a16:creationId xmlns:a16="http://schemas.microsoft.com/office/drawing/2014/main" id="{8C073804-2A32-8DEB-1C1B-3E766EB1DC8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14494" y="0"/>
                            <a:ext cx="4572000" cy="1371600"/>
                            <a:chOff x="714494" y="0"/>
                            <a:chExt cx="9343734" cy="1837254"/>
                          </a:xfrm>
                          <a:grpFill/>
                        </p:grpSpPr>
                        <p:pic>
                          <p:nvPicPr>
                            <p:cNvPr id="96" name="Image 0" descr="preencoded.png">
                              <a:extLst>
                                <a:ext uri="{FF2B5EF4-FFF2-40B4-BE49-F238E27FC236}">
                                  <a16:creationId xmlns:a16="http://schemas.microsoft.com/office/drawing/2014/main" id="{71C8C543-A896-B941-23E4-FE9C13CF4BDD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144000" y="0"/>
                              <a:ext cx="914228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</p:pic>
                        <p:sp>
                          <p:nvSpPr>
                            <p:cNvPr id="97" name="Text 0">
                              <a:extLst>
                                <a:ext uri="{FF2B5EF4-FFF2-40B4-BE49-F238E27FC236}">
                                  <a16:creationId xmlns:a16="http://schemas.microsoft.com/office/drawing/2014/main" id="{6BCBC6BB-6741-5929-0420-52CBD42335B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14494" y="561380"/>
                              <a:ext cx="7715012" cy="1275874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00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AI &amp; Machine Learning Applications</a:t>
                              </a:r>
                              <a:endParaRPr lang="en-US" sz="40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95" name="Shape 1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FC83BB1E-9245-C287-0361-A29ED5DF54D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14494" y="2143363"/>
                            <a:ext cx="3755469" cy="2987873"/>
                          </a:xfrm>
                          <a:prstGeom prst="roundRect">
                            <a:avLst>
                              <a:gd name="adj" fmla="val 2870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93" name="Shape 2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B2BD2734-3321-8450-1D77-F473FC31DA4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6187" y="2355056"/>
                          <a:ext cx="612338" cy="612338"/>
                        </a:xfrm>
                        <a:prstGeom prst="roundRect">
                          <a:avLst>
                            <a:gd name="adj" fmla="val 14931436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pic>
                    <p:nvPicPr>
                      <p:cNvPr id="91" name="Image 1" descr="Decorative – no critical information">
                        <a:extLst>
                          <a:ext uri="{FF2B5EF4-FFF2-40B4-BE49-F238E27FC236}">
                            <a16:creationId xmlns:a16="http://schemas.microsoft.com/office/drawing/2014/main" id="{446DF512-05FB-531D-A74E-7D7CB5F9F7B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extLst>
                          <a:ext uri="{96DAC541-7B7A-43D3-8B79-37D633B846F1}">
                            <asvg:svgBlip xmlns:asvg="http://schemas.microsoft.com/office/drawing/2016/SVG/main" r:embed="rId13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094542" y="2523411"/>
                        <a:ext cx="275511" cy="275511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89" name="Text 3" descr="Decorative – no critical information">
                      <a:extLst>
                        <a:ext uri="{FF2B5EF4-FFF2-40B4-BE49-F238E27FC236}">
                          <a16:creationId xmlns:a16="http://schemas.microsoft.com/office/drawing/2014/main" id="{66B156A5-D823-D181-3432-112FBAB1C0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6187" y="3171468"/>
                      <a:ext cx="2571036" cy="31884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5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Demand Forecasting</a:t>
                      </a:r>
                      <a:endParaRPr lang="en-US" sz="20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7" name="Text 4" descr="Decorative – no critical information">
                    <a:extLst>
                      <a:ext uri="{FF2B5EF4-FFF2-40B4-BE49-F238E27FC236}">
                        <a16:creationId xmlns:a16="http://schemas.microsoft.com/office/drawing/2014/main" id="{2980AC01-8CBE-3EA7-6600-6628444AE9B4}"/>
                      </a:ext>
                    </a:extLst>
                  </p:cNvPr>
                  <p:cNvSpPr/>
                  <p:nvPr/>
                </p:nvSpPr>
                <p:spPr>
                  <a:xfrm>
                    <a:off x="926187" y="3612713"/>
                    <a:ext cx="3332083" cy="980123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550"/>
                      </a:lnSpc>
                      <a:buNone/>
                    </a:pPr>
                    <a:r>
                      <a:rPr lang="en-US" sz="16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AI algorithms predict demand patterns with 95%+ accuracy, reducing stockouts and overstock</a:t>
                    </a:r>
                    <a:endParaRPr lang="en-US" sz="16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5" name="Shape 5" descr="Decorative – no critical information">
                  <a:extLst>
                    <a:ext uri="{FF2B5EF4-FFF2-40B4-BE49-F238E27FC236}">
                      <a16:creationId xmlns:a16="http://schemas.microsoft.com/office/drawing/2014/main" id="{BAC0676B-03EE-91C3-A230-AEF47D350C0E}"/>
                    </a:ext>
                  </a:extLst>
                </p:cNvPr>
                <p:cNvSpPr/>
                <p:nvPr/>
              </p:nvSpPr>
              <p:spPr>
                <a:xfrm>
                  <a:off x="4674037" y="2143363"/>
                  <a:ext cx="3755469" cy="2987873"/>
                </a:xfrm>
                <a:prstGeom prst="roundRect">
                  <a:avLst>
                    <a:gd name="adj" fmla="val 2870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3" name="Shape 6" descr="Decorative – no critical information">
                <a:extLst>
                  <a:ext uri="{FF2B5EF4-FFF2-40B4-BE49-F238E27FC236}">
                    <a16:creationId xmlns:a16="http://schemas.microsoft.com/office/drawing/2014/main" id="{84808C7A-15C8-07DC-A878-39C0214CA403}"/>
                  </a:ext>
                </a:extLst>
              </p:cNvPr>
              <p:cNvSpPr/>
              <p:nvPr/>
            </p:nvSpPr>
            <p:spPr>
              <a:xfrm>
                <a:off x="4885730" y="2355056"/>
                <a:ext cx="612338" cy="612338"/>
              </a:xfrm>
              <a:prstGeom prst="roundRect">
                <a:avLst>
                  <a:gd name="adj" fmla="val 14931436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81" name="Image 2" descr="Decorative – no critical information">
              <a:extLst>
                <a:ext uri="{FF2B5EF4-FFF2-40B4-BE49-F238E27FC236}">
                  <a16:creationId xmlns:a16="http://schemas.microsoft.com/office/drawing/2014/main" id="{6321751E-9B47-FE57-4CE6-109A4A5F8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054084" y="2523411"/>
              <a:ext cx="275511" cy="275511"/>
            </a:xfrm>
            <a:prstGeom prst="rect">
              <a:avLst/>
            </a:prstGeom>
          </p:spPr>
        </p:pic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AFB176A-EBE8-926A-69F4-F5F8BE8CDACD}"/>
              </a:ext>
            </a:extLst>
          </p:cNvPr>
          <p:cNvGrpSpPr/>
          <p:nvPr/>
        </p:nvGrpSpPr>
        <p:grpSpPr>
          <a:xfrm>
            <a:off x="714494" y="0"/>
            <a:ext cx="6722984" cy="3490317"/>
            <a:chOff x="714494" y="0"/>
            <a:chExt cx="6722984" cy="3490317"/>
          </a:xfrm>
          <a:noFill/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22E66CF6-0E39-3DDC-F121-0D46E049659C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615101" cy="2798922"/>
            </a:xfrm>
            <a:grpFill/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841AEC2-29BF-D4BC-B03E-2CBCB0B21975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783574" cy="2967394"/>
              </a:xfrm>
              <a:grpFill/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A8EB18EA-7F25-D948-5239-3E99326066E7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7715012" cy="5131236"/>
                </a:xfrm>
                <a:grpFill/>
              </p:grpSpPr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9EECCFD1-A099-132C-8817-2E79433564D8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4592836"/>
                  </a:xfrm>
                  <a:grpFill/>
                </p:grpSpPr>
                <p:grpSp>
                  <p:nvGrpSpPr>
                    <p:cNvPr id="107" name="Group 106">
                      <a:extLst>
                        <a:ext uri="{FF2B5EF4-FFF2-40B4-BE49-F238E27FC236}">
                          <a16:creationId xmlns:a16="http://schemas.microsoft.com/office/drawing/2014/main" id="{C848E239-5EDD-379E-38F1-26771C27E63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4572000" cy="3490317"/>
                    </a:xfrm>
                    <a:grpFill/>
                  </p:grpSpPr>
                  <p:grpSp>
                    <p:nvGrpSpPr>
                      <p:cNvPr id="109" name="Group 108">
                        <a:extLst>
                          <a:ext uri="{FF2B5EF4-FFF2-40B4-BE49-F238E27FC236}">
                            <a16:creationId xmlns:a16="http://schemas.microsoft.com/office/drawing/2014/main" id="{0E369A51-05A3-75E5-9ADB-9B81132816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494" y="0"/>
                        <a:ext cx="4572000" cy="1371600"/>
                        <a:chOff x="714494" y="0"/>
                        <a:chExt cx="4572000" cy="2798922"/>
                      </a:xfrm>
                      <a:grpFill/>
                    </p:grpSpPr>
                    <p:grpSp>
                      <p:nvGrpSpPr>
                        <p:cNvPr id="111" name="Group 110">
                          <a:extLst>
                            <a:ext uri="{FF2B5EF4-FFF2-40B4-BE49-F238E27FC236}">
                              <a16:creationId xmlns:a16="http://schemas.microsoft.com/office/drawing/2014/main" id="{F708B325-9CA4-B809-0983-D13F969994C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14494" y="0"/>
                          <a:ext cx="4572000" cy="1371600"/>
                          <a:chOff x="714494" y="0"/>
                          <a:chExt cx="4572000" cy="2967394"/>
                        </a:xfrm>
                        <a:grpFill/>
                      </p:grpSpPr>
                      <p:grpSp>
                        <p:nvGrpSpPr>
                          <p:cNvPr id="113" name="Group 112">
                            <a:extLst>
                              <a:ext uri="{FF2B5EF4-FFF2-40B4-BE49-F238E27FC236}">
                                <a16:creationId xmlns:a16="http://schemas.microsoft.com/office/drawing/2014/main" id="{ACBBF820-9ED8-C78D-7300-6F245B7F914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14494" y="0"/>
                            <a:ext cx="4572000" cy="1371600"/>
                            <a:chOff x="714494" y="0"/>
                            <a:chExt cx="4572000" cy="5131236"/>
                          </a:xfrm>
                          <a:grpFill/>
                        </p:grpSpPr>
                        <p:grpSp>
                          <p:nvGrpSpPr>
                            <p:cNvPr id="115" name="Group 114">
                              <a:extLst>
                                <a:ext uri="{FF2B5EF4-FFF2-40B4-BE49-F238E27FC236}">
                                  <a16:creationId xmlns:a16="http://schemas.microsoft.com/office/drawing/2014/main" id="{70DC1F1F-9056-B529-6EFA-C77CD7EA639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14494" y="0"/>
                              <a:ext cx="4572000" cy="1371600"/>
                              <a:chOff x="714494" y="0"/>
                              <a:chExt cx="9343734" cy="1837254"/>
                            </a:xfrm>
                            <a:grpFill/>
                          </p:grpSpPr>
                          <p:pic>
                            <p:nvPicPr>
                              <p:cNvPr id="117" name="Image 0" descr="preencoded.png">
                                <a:extLst>
                                  <a:ext uri="{FF2B5EF4-FFF2-40B4-BE49-F238E27FC236}">
                                    <a16:creationId xmlns:a16="http://schemas.microsoft.com/office/drawing/2014/main" id="{5C217D62-C456-C400-2886-50F32169F717}"/>
                                  </a:ext>
                                </a:extLst>
                              </p:cNvPr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9144000" y="0"/>
                                <a:ext cx="914228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</p:pic>
                          <p:sp>
                            <p:nvSpPr>
                              <p:cNvPr id="118" name="Text 0">
                                <a:extLst>
                                  <a:ext uri="{FF2B5EF4-FFF2-40B4-BE49-F238E27FC236}">
                                    <a16:creationId xmlns:a16="http://schemas.microsoft.com/office/drawing/2014/main" id="{6B4DABD8-B5A5-5916-2406-D99ACFA3C58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14494" y="561380"/>
                                <a:ext cx="7715012" cy="1275874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0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AI &amp; Machine Learning Applications</a:t>
                                </a:r>
                                <a:endParaRPr lang="en-US" sz="40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16" name="Shape 1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099B55E2-FF62-1398-1264-8B4B25EE745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14494" y="2143363"/>
                              <a:ext cx="3755469" cy="2987873"/>
                            </a:xfrm>
                            <a:prstGeom prst="roundRect">
                              <a:avLst>
                                <a:gd name="adj" fmla="val 2870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114" name="Shape 2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A1B9A34F-2B8F-A444-6257-AD45D937641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26187" y="2355056"/>
                            <a:ext cx="612338" cy="612338"/>
                          </a:xfrm>
                          <a:prstGeom prst="roundRect">
                            <a:avLst>
                              <a:gd name="adj" fmla="val 14931436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pic>
                      <p:nvPicPr>
                        <p:cNvPr id="112" name="Image 1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78B16BB5-8B28-F6B5-363D-C1F4D0DBDF0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>
                          <a:extLst>
                            <a:ext uri="{96DAC541-7B7A-43D3-8B79-37D633B846F1}">
                              <asvg:svgBlip xmlns:asvg="http://schemas.microsoft.com/office/drawing/2016/SVG/main" r:embed="rId17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94542" y="2523411"/>
                          <a:ext cx="275511" cy="275511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110" name="Text 3" descr="Decorative – no critical information">
                        <a:extLst>
                          <a:ext uri="{FF2B5EF4-FFF2-40B4-BE49-F238E27FC236}">
                            <a16:creationId xmlns:a16="http://schemas.microsoft.com/office/drawing/2014/main" id="{E6FE6FC8-35EE-BAF7-5838-707E7DE6ED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6187" y="3171468"/>
                        <a:ext cx="2571036" cy="31884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500"/>
                          </a:lnSpc>
                          <a:buNone/>
                        </a:pPr>
                        <a:r>
                          <a:rPr lang="en-US" sz="20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Demand Forecasting</a:t>
                        </a:r>
                        <a:endParaRPr lang="en-US" sz="20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08" name="Text 4" descr="Decorative – no critical information">
                      <a:extLst>
                        <a:ext uri="{FF2B5EF4-FFF2-40B4-BE49-F238E27FC236}">
                          <a16:creationId xmlns:a16="http://schemas.microsoft.com/office/drawing/2014/main" id="{9508AA7D-B722-CC37-A5A6-E41D2EB930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6187" y="3612713"/>
                      <a:ext cx="3332083" cy="980123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5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AI algorithms predict demand patterns with 95%+ accuracy, reducing stockouts and overstock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06" name="Shape 5" descr="Decorative – no critical information">
                    <a:extLst>
                      <a:ext uri="{FF2B5EF4-FFF2-40B4-BE49-F238E27FC236}">
                        <a16:creationId xmlns:a16="http://schemas.microsoft.com/office/drawing/2014/main" id="{5837B022-F510-A7C7-04DB-65A4E1944959}"/>
                      </a:ext>
                    </a:extLst>
                  </p:cNvPr>
                  <p:cNvSpPr/>
                  <p:nvPr/>
                </p:nvSpPr>
                <p:spPr>
                  <a:xfrm>
                    <a:off x="4674037" y="2143363"/>
                    <a:ext cx="3755469" cy="2987873"/>
                  </a:xfrm>
                  <a:prstGeom prst="roundRect">
                    <a:avLst>
                      <a:gd name="adj" fmla="val 2870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4" name="Shape 6" descr="Decorative – no critical information">
                  <a:extLst>
                    <a:ext uri="{FF2B5EF4-FFF2-40B4-BE49-F238E27FC236}">
                      <a16:creationId xmlns:a16="http://schemas.microsoft.com/office/drawing/2014/main" id="{16B2A6DA-DFCF-FA02-61B1-33F86C1F67E2}"/>
                    </a:ext>
                  </a:extLst>
                </p:cNvPr>
                <p:cNvSpPr/>
                <p:nvPr/>
              </p:nvSpPr>
              <p:spPr>
                <a:xfrm>
                  <a:off x="4885730" y="2355056"/>
                  <a:ext cx="612338" cy="612338"/>
                </a:xfrm>
                <a:prstGeom prst="roundRect">
                  <a:avLst>
                    <a:gd name="adj" fmla="val 1493143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02" name="Image 2" descr="Decorative – no critical information">
                <a:extLst>
                  <a:ext uri="{FF2B5EF4-FFF2-40B4-BE49-F238E27FC236}">
                    <a16:creationId xmlns:a16="http://schemas.microsoft.com/office/drawing/2014/main" id="{EB80580D-23AD-E3A0-45B2-8734D39EF4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5054084" y="2523411"/>
                <a:ext cx="275511" cy="275511"/>
              </a:xfrm>
              <a:prstGeom prst="rect">
                <a:avLst/>
              </a:prstGeom>
            </p:spPr>
          </p:pic>
        </p:grpSp>
        <p:sp>
          <p:nvSpPr>
            <p:cNvPr id="100" name="Text 7" descr="Decorative – no critical information">
              <a:extLst>
                <a:ext uri="{FF2B5EF4-FFF2-40B4-BE49-F238E27FC236}">
                  <a16:creationId xmlns:a16="http://schemas.microsoft.com/office/drawing/2014/main" id="{BEDAE460-4BC4-63CA-FFA4-5FFB9EB4EB13}"/>
                </a:ext>
              </a:extLst>
            </p:cNvPr>
            <p:cNvSpPr/>
            <p:nvPr/>
          </p:nvSpPr>
          <p:spPr>
            <a:xfrm>
              <a:off x="4885730" y="3171468"/>
              <a:ext cx="2551748" cy="31884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Route Optimization</a:t>
              </a:r>
              <a:endParaRPr lang="en-US" sz="20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5436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316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617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255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683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73B1D59-7429-2C29-7AF9-025C48B9358F}"/>
              </a:ext>
            </a:extLst>
          </p:cNvPr>
          <p:cNvGrpSpPr/>
          <p:nvPr/>
        </p:nvGrpSpPr>
        <p:grpSpPr>
          <a:xfrm>
            <a:off x="714494" y="0"/>
            <a:ext cx="9343734" cy="1837254"/>
            <a:chOff x="714494" y="0"/>
            <a:chExt cx="9343734" cy="1837254"/>
          </a:xfrm>
          <a:solidFill>
            <a:srgbClr val="C07000"/>
          </a:solidFill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0" y="0"/>
              <a:ext cx="914228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  <p:sp>
          <p:nvSpPr>
            <p:cNvPr id="3" name="Text 0"/>
            <p:cNvSpPr/>
            <p:nvPr/>
          </p:nvSpPr>
          <p:spPr>
            <a:xfrm>
              <a:off x="714494" y="561380"/>
              <a:ext cx="7715012" cy="127587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500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AI &amp; Machine Learning Applications</a:t>
              </a:r>
              <a:endParaRPr lang="en-US" sz="400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Shape 1" descr="Decorative – no critical information"/>
          <p:cNvSpPr/>
          <p:nvPr/>
        </p:nvSpPr>
        <p:spPr>
          <a:xfrm>
            <a:off x="714494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26187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542" y="2523411"/>
            <a:ext cx="275511" cy="2755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187" y="3171468"/>
            <a:ext cx="25710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Demand Forecasting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26187" y="3612713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AI algorithms predict demand patterns with 95%+ accuracy, reducing stockouts and overstock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651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73B1D59-7429-2C29-7AF9-025C48B9358F}"/>
              </a:ext>
            </a:extLst>
          </p:cNvPr>
          <p:cNvGrpSpPr/>
          <p:nvPr/>
        </p:nvGrpSpPr>
        <p:grpSpPr>
          <a:xfrm>
            <a:off x="714494" y="0"/>
            <a:ext cx="9343734" cy="1837254"/>
            <a:chOff x="714494" y="0"/>
            <a:chExt cx="9343734" cy="1837254"/>
          </a:xfrm>
          <a:solidFill>
            <a:srgbClr val="C07000"/>
          </a:solidFill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0" y="0"/>
              <a:ext cx="914228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  <p:sp>
          <p:nvSpPr>
            <p:cNvPr id="3" name="Text 0"/>
            <p:cNvSpPr/>
            <p:nvPr/>
          </p:nvSpPr>
          <p:spPr>
            <a:xfrm>
              <a:off x="714494" y="561380"/>
              <a:ext cx="7715012" cy="127587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500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AI &amp; Machine Learning Applications</a:t>
              </a:r>
              <a:endParaRPr lang="en-US" sz="400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Shape 1" descr="Decorative – no critical information"/>
          <p:cNvSpPr/>
          <p:nvPr/>
        </p:nvSpPr>
        <p:spPr>
          <a:xfrm>
            <a:off x="714494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26187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542" y="2523411"/>
            <a:ext cx="275511" cy="2755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187" y="3171468"/>
            <a:ext cx="25710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Demand Forecasting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26187" y="3612713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AI algorithms predict demand patterns with 95%+ accuracy, reducing stockouts and overstock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950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746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661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605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399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586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530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725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3343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154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4054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94AA333-0106-54AA-611F-BACB7A17C081}"/>
              </a:ext>
            </a:extLst>
          </p:cNvPr>
          <p:cNvGrpSpPr/>
          <p:nvPr/>
        </p:nvGrpSpPr>
        <p:grpSpPr>
          <a:xfrm>
            <a:off x="714494" y="0"/>
            <a:ext cx="4572000" cy="5131236"/>
            <a:chOff x="714494" y="0"/>
            <a:chExt cx="4572000" cy="5131236"/>
          </a:xfrm>
          <a:solidFill>
            <a:srgbClr val="C07000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73B1D59-7429-2C29-7AF9-025C48B9358F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9343734" cy="1837254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000" y="0"/>
                <a:ext cx="914228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714494" y="561380"/>
                <a:ext cx="7715012" cy="1275874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00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AI &amp; Machine Learning Applications</a:t>
                </a:r>
                <a:endParaRPr lang="en-US" sz="40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Shape 1" descr="Decorative – no critical information"/>
            <p:cNvSpPr/>
            <p:nvPr/>
          </p:nvSpPr>
          <p:spPr>
            <a:xfrm>
              <a:off x="714494" y="2143363"/>
              <a:ext cx="3755469" cy="2987873"/>
            </a:xfrm>
            <a:prstGeom prst="roundRect">
              <a:avLst>
                <a:gd name="adj" fmla="val 2870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Shape 2" descr="Decorative – no critical information"/>
          <p:cNvSpPr/>
          <p:nvPr/>
        </p:nvSpPr>
        <p:spPr>
          <a:xfrm>
            <a:off x="926187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542" y="2523411"/>
            <a:ext cx="275511" cy="2755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187" y="3171468"/>
            <a:ext cx="25710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Demand Forecasting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26187" y="3612713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AI algorithms predict demand patterns with 95%+ accuracy, reducing stockouts and overstock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424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94AA333-0106-54AA-611F-BACB7A17C081}"/>
              </a:ext>
            </a:extLst>
          </p:cNvPr>
          <p:cNvGrpSpPr/>
          <p:nvPr/>
        </p:nvGrpSpPr>
        <p:grpSpPr>
          <a:xfrm>
            <a:off x="714494" y="0"/>
            <a:ext cx="4572000" cy="5131236"/>
            <a:chOff x="714494" y="0"/>
            <a:chExt cx="4572000" cy="5131236"/>
          </a:xfrm>
          <a:solidFill>
            <a:srgbClr val="C07000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73B1D59-7429-2C29-7AF9-025C48B9358F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9343734" cy="1837254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000" y="0"/>
                <a:ext cx="914228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714494" y="561380"/>
                <a:ext cx="7715012" cy="1275874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00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AI &amp; Machine Learning Applications</a:t>
                </a:r>
                <a:endParaRPr lang="en-US" sz="40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Shape 1" descr="Decorative – no critical information"/>
            <p:cNvSpPr/>
            <p:nvPr/>
          </p:nvSpPr>
          <p:spPr>
            <a:xfrm>
              <a:off x="714494" y="2143363"/>
              <a:ext cx="3755469" cy="2987873"/>
            </a:xfrm>
            <a:prstGeom prst="roundRect">
              <a:avLst>
                <a:gd name="adj" fmla="val 2870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Shape 2" descr="Decorative – no critical information"/>
          <p:cNvSpPr/>
          <p:nvPr/>
        </p:nvSpPr>
        <p:spPr>
          <a:xfrm>
            <a:off x="926187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542" y="2523411"/>
            <a:ext cx="275511" cy="2755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187" y="3171468"/>
            <a:ext cx="25710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Demand Forecasting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26187" y="3612713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AI algorithms predict demand patterns with 95%+ accuracy, reducing stockouts and overstock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18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196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733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717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033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958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05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463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1052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1481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919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DDF11AB-F75C-ED41-B7B5-663993938457}"/>
              </a:ext>
            </a:extLst>
          </p:cNvPr>
          <p:cNvGrpSpPr/>
          <p:nvPr/>
        </p:nvGrpSpPr>
        <p:grpSpPr>
          <a:xfrm>
            <a:off x="714494" y="0"/>
            <a:ext cx="4572000" cy="2967394"/>
            <a:chOff x="714494" y="0"/>
            <a:chExt cx="4572000" cy="2967394"/>
          </a:xfrm>
          <a:solidFill>
            <a:srgbClr val="C07000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94AA333-0106-54AA-611F-BACB7A17C081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5131236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D73B1D59-7429-2C29-7AF9-025C48B9358F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9343734" cy="1837254"/>
              </a:xfrm>
              <a:grpFill/>
            </p:grpSpPr>
            <p:pic>
              <p:nvPicPr>
                <p:cNvPr id="2" name="Image 0" descr="preencoded.pn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44000" y="0"/>
                  <a:ext cx="914228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3" name="Text 0"/>
                <p:cNvSpPr/>
                <p:nvPr/>
              </p:nvSpPr>
              <p:spPr>
                <a:xfrm>
                  <a:off x="714494" y="561380"/>
                  <a:ext cx="7715012" cy="1275874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00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AI &amp; Machine Learning Applications</a:t>
                  </a:r>
                  <a:endParaRPr lang="en-US" sz="40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Shape 1" descr="Decorative – no critical information"/>
              <p:cNvSpPr/>
              <p:nvPr/>
            </p:nvSpPr>
            <p:spPr>
              <a:xfrm>
                <a:off x="714494" y="2143363"/>
                <a:ext cx="3755469" cy="2987873"/>
              </a:xfrm>
              <a:prstGeom prst="roundRect">
                <a:avLst>
                  <a:gd name="adj" fmla="val 2870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Shape 2" descr="Decorative – no critical information"/>
            <p:cNvSpPr/>
            <p:nvPr/>
          </p:nvSpPr>
          <p:spPr>
            <a:xfrm>
              <a:off x="926187" y="2355056"/>
              <a:ext cx="612338" cy="612338"/>
            </a:xfrm>
            <a:prstGeom prst="roundRect">
              <a:avLst>
                <a:gd name="adj" fmla="val 14931436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" name="Image 1" descr="Decorative – no critical informati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542" y="2523411"/>
            <a:ext cx="275511" cy="2755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187" y="3171468"/>
            <a:ext cx="25710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Demand Forecasting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26187" y="3612713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AI algorithms predict demand patterns with 95%+ accuracy, reducing stockouts and overstock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31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DDF11AB-F75C-ED41-B7B5-663993938457}"/>
              </a:ext>
            </a:extLst>
          </p:cNvPr>
          <p:cNvGrpSpPr/>
          <p:nvPr/>
        </p:nvGrpSpPr>
        <p:grpSpPr>
          <a:xfrm>
            <a:off x="714494" y="0"/>
            <a:ext cx="4572000" cy="2967394"/>
            <a:chOff x="714494" y="0"/>
            <a:chExt cx="4572000" cy="2967394"/>
          </a:xfrm>
          <a:solidFill>
            <a:srgbClr val="C07000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94AA333-0106-54AA-611F-BACB7A17C081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5131236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D73B1D59-7429-2C29-7AF9-025C48B9358F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9343734" cy="1837254"/>
              </a:xfrm>
              <a:grpFill/>
            </p:grpSpPr>
            <p:pic>
              <p:nvPicPr>
                <p:cNvPr id="2" name="Image 0" descr="preencoded.pn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44000" y="0"/>
                  <a:ext cx="914228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3" name="Text 0"/>
                <p:cNvSpPr/>
                <p:nvPr/>
              </p:nvSpPr>
              <p:spPr>
                <a:xfrm>
                  <a:off x="714494" y="561380"/>
                  <a:ext cx="7715012" cy="1275874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00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AI &amp; Machine Learning Applications</a:t>
                  </a:r>
                  <a:endParaRPr lang="en-US" sz="40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Shape 1" descr="Decorative – no critical information"/>
              <p:cNvSpPr/>
              <p:nvPr/>
            </p:nvSpPr>
            <p:spPr>
              <a:xfrm>
                <a:off x="714494" y="2143363"/>
                <a:ext cx="3755469" cy="2987873"/>
              </a:xfrm>
              <a:prstGeom prst="roundRect">
                <a:avLst>
                  <a:gd name="adj" fmla="val 2870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Shape 2" descr="Decorative – no critical information"/>
            <p:cNvSpPr/>
            <p:nvPr/>
          </p:nvSpPr>
          <p:spPr>
            <a:xfrm>
              <a:off x="926187" y="2355056"/>
              <a:ext cx="612338" cy="612338"/>
            </a:xfrm>
            <a:prstGeom prst="roundRect">
              <a:avLst>
                <a:gd name="adj" fmla="val 14931436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" name="Image 1" descr="Decorative – no critical informati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542" y="2523411"/>
            <a:ext cx="275511" cy="2755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187" y="3171468"/>
            <a:ext cx="25710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Demand Forecasting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26187" y="3612713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AI algorithms predict demand patterns with 95%+ accuracy, reducing stockouts and overstock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939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7005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0943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2484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7680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857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7372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4724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1623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0935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9958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E353129-126E-D922-FDAB-5C8F23DF8256}"/>
              </a:ext>
            </a:extLst>
          </p:cNvPr>
          <p:cNvGrpSpPr/>
          <p:nvPr/>
        </p:nvGrpSpPr>
        <p:grpSpPr>
          <a:xfrm>
            <a:off x="714494" y="0"/>
            <a:ext cx="4572000" cy="2798922"/>
            <a:chOff x="714494" y="0"/>
            <a:chExt cx="4572000" cy="2798922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DDF11AB-F75C-ED41-B7B5-663993938457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2967394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94AA333-0106-54AA-611F-BACB7A17C081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5131236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D73B1D59-7429-2C29-7AF9-025C48B9358F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9343734" cy="1837254"/>
                </a:xfrm>
                <a:grpFill/>
              </p:grpSpPr>
              <p:pic>
                <p:nvPicPr>
                  <p:cNvPr id="2" name="Image 0" descr="preencoded.png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0" y="0"/>
                    <a:ext cx="914228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  <p:sp>
                <p:nvSpPr>
                  <p:cNvPr id="3" name="Text 0"/>
                  <p:cNvSpPr/>
                  <p:nvPr/>
                </p:nvSpPr>
                <p:spPr>
                  <a:xfrm>
                    <a:off x="714494" y="561380"/>
                    <a:ext cx="7715012" cy="12758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500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AI &amp; Machine Learning Applications</a:t>
                    </a:r>
                    <a:endParaRPr lang="en-US" sz="40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Shape 1" descr="Decorative – no critical information"/>
                <p:cNvSpPr/>
                <p:nvPr/>
              </p:nvSpPr>
              <p:spPr>
                <a:xfrm>
                  <a:off x="714494" y="2143363"/>
                  <a:ext cx="3755469" cy="2987873"/>
                </a:xfrm>
                <a:prstGeom prst="roundRect">
                  <a:avLst>
                    <a:gd name="adj" fmla="val 2870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" name="Shape 2" descr="Decorative – no critical information"/>
              <p:cNvSpPr/>
              <p:nvPr/>
            </p:nvSpPr>
            <p:spPr>
              <a:xfrm>
                <a:off x="926187" y="2355056"/>
                <a:ext cx="612338" cy="612338"/>
              </a:xfrm>
              <a:prstGeom prst="roundRect">
                <a:avLst>
                  <a:gd name="adj" fmla="val 14931436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6" name="Image 1" descr="Decorative – no critical information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94542" y="2523411"/>
              <a:ext cx="275511" cy="275511"/>
            </a:xfrm>
            <a:prstGeom prst="rect">
              <a:avLst/>
            </a:prstGeom>
          </p:spPr>
        </p:pic>
      </p:grpSp>
      <p:sp>
        <p:nvSpPr>
          <p:cNvPr id="7" name="Text 3" descr="Decorative – no critical information"/>
          <p:cNvSpPr/>
          <p:nvPr/>
        </p:nvSpPr>
        <p:spPr>
          <a:xfrm>
            <a:off x="926187" y="3171468"/>
            <a:ext cx="25710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Demand Forecasting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26187" y="3612713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AI algorithms predict demand patterns with 95%+ accuracy, reducing stockouts and overstock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8956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E353129-126E-D922-FDAB-5C8F23DF8256}"/>
              </a:ext>
            </a:extLst>
          </p:cNvPr>
          <p:cNvGrpSpPr/>
          <p:nvPr/>
        </p:nvGrpSpPr>
        <p:grpSpPr>
          <a:xfrm>
            <a:off x="714494" y="0"/>
            <a:ext cx="4572000" cy="2798922"/>
            <a:chOff x="714494" y="0"/>
            <a:chExt cx="4572000" cy="2798922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DDF11AB-F75C-ED41-B7B5-663993938457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2967394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94AA333-0106-54AA-611F-BACB7A17C081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5131236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D73B1D59-7429-2C29-7AF9-025C48B9358F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9343734" cy="1837254"/>
                </a:xfrm>
                <a:grpFill/>
              </p:grpSpPr>
              <p:pic>
                <p:nvPicPr>
                  <p:cNvPr id="2" name="Image 0" descr="preencoded.png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0" y="0"/>
                    <a:ext cx="914228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  <p:sp>
                <p:nvSpPr>
                  <p:cNvPr id="3" name="Text 0"/>
                  <p:cNvSpPr/>
                  <p:nvPr/>
                </p:nvSpPr>
                <p:spPr>
                  <a:xfrm>
                    <a:off x="714494" y="561380"/>
                    <a:ext cx="7715012" cy="12758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500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AI &amp; Machine Learning Applications</a:t>
                    </a:r>
                    <a:endParaRPr lang="en-US" sz="40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Shape 1" descr="Decorative – no critical information"/>
                <p:cNvSpPr/>
                <p:nvPr/>
              </p:nvSpPr>
              <p:spPr>
                <a:xfrm>
                  <a:off x="714494" y="2143363"/>
                  <a:ext cx="3755469" cy="2987873"/>
                </a:xfrm>
                <a:prstGeom prst="roundRect">
                  <a:avLst>
                    <a:gd name="adj" fmla="val 2870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" name="Shape 2" descr="Decorative – no critical information"/>
              <p:cNvSpPr/>
              <p:nvPr/>
            </p:nvSpPr>
            <p:spPr>
              <a:xfrm>
                <a:off x="926187" y="2355056"/>
                <a:ext cx="612338" cy="612338"/>
              </a:xfrm>
              <a:prstGeom prst="roundRect">
                <a:avLst>
                  <a:gd name="adj" fmla="val 14931436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6" name="Image 1" descr="Decorative – no critical information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94542" y="2523411"/>
              <a:ext cx="275511" cy="275511"/>
            </a:xfrm>
            <a:prstGeom prst="rect">
              <a:avLst/>
            </a:prstGeom>
          </p:spPr>
        </p:pic>
      </p:grpSp>
      <p:sp>
        <p:nvSpPr>
          <p:cNvPr id="7" name="Text 3" descr="Decorative – no critical information"/>
          <p:cNvSpPr/>
          <p:nvPr/>
        </p:nvSpPr>
        <p:spPr>
          <a:xfrm>
            <a:off x="926187" y="3171468"/>
            <a:ext cx="25710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Demand Forecasting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26187" y="3612713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AI algorithms predict demand patterns with 95%+ accuracy, reducing stockouts and overstock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5689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2922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21654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4902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8006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5875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8841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4196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3676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4319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1414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7C06615-B62F-4692-B8A9-E2266FCE80F7}"/>
              </a:ext>
            </a:extLst>
          </p:cNvPr>
          <p:cNvGrpSpPr/>
          <p:nvPr/>
        </p:nvGrpSpPr>
        <p:grpSpPr>
          <a:xfrm>
            <a:off x="714494" y="0"/>
            <a:ext cx="4572000" cy="3490317"/>
            <a:chOff x="714494" y="0"/>
            <a:chExt cx="4572000" cy="3490317"/>
          </a:xfrm>
          <a:noFill/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E353129-126E-D922-FDAB-5C8F23DF8256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2798922"/>
            </a:xfrm>
            <a:grpFill/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DDF11AB-F75C-ED41-B7B5-663993938457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2967394"/>
              </a:xfrm>
              <a:grpFill/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D94AA333-0106-54AA-611F-BACB7A17C081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5131236"/>
                </a:xfrm>
                <a:grpFill/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D73B1D59-7429-2C29-7AF9-025C48B9358F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9343734" cy="1837254"/>
                  </a:xfrm>
                  <a:grpFill/>
                </p:grpSpPr>
                <p:pic>
                  <p:nvPicPr>
                    <p:cNvPr id="2" name="Image 0" descr="preencoded.png"/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9144000" y="0"/>
                      <a:ext cx="914228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</p:pic>
                <p:sp>
                  <p:nvSpPr>
                    <p:cNvPr id="3" name="Text 0"/>
                    <p:cNvSpPr/>
                    <p:nvPr/>
                  </p:nvSpPr>
                  <p:spPr>
                    <a:xfrm>
                      <a:off x="714494" y="561380"/>
                      <a:ext cx="7715012" cy="1275874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500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AI &amp; Machine Learning Applications</a:t>
                      </a:r>
                      <a:endParaRPr lang="en-US" sz="40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" name="Shape 1" descr="Decorative – no critical information"/>
                  <p:cNvSpPr/>
                  <p:nvPr/>
                </p:nvSpPr>
                <p:spPr>
                  <a:xfrm>
                    <a:off x="714494" y="2143363"/>
                    <a:ext cx="3755469" cy="2987873"/>
                  </a:xfrm>
                  <a:prstGeom prst="roundRect">
                    <a:avLst>
                      <a:gd name="adj" fmla="val 2870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" name="Shape 2" descr="Decorative – no critical information"/>
                <p:cNvSpPr/>
                <p:nvPr/>
              </p:nvSpPr>
              <p:spPr>
                <a:xfrm>
                  <a:off x="926187" y="2355056"/>
                  <a:ext cx="612338" cy="612338"/>
                </a:xfrm>
                <a:prstGeom prst="roundRect">
                  <a:avLst>
                    <a:gd name="adj" fmla="val 1493143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6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94542" y="2523411"/>
                <a:ext cx="275511" cy="275511"/>
              </a:xfrm>
              <a:prstGeom prst="rect">
                <a:avLst/>
              </a:prstGeom>
            </p:spPr>
          </p:pic>
        </p:grpSp>
        <p:sp>
          <p:nvSpPr>
            <p:cNvPr id="7" name="Text 3" descr="Decorative – no critical information"/>
            <p:cNvSpPr/>
            <p:nvPr/>
          </p:nvSpPr>
          <p:spPr>
            <a:xfrm>
              <a:off x="926187" y="3171468"/>
              <a:ext cx="2571036" cy="31884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Demand Forecasting</a:t>
              </a:r>
              <a:endParaRPr lang="en-US" sz="200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Text 4" descr="Decorative – no critical information"/>
          <p:cNvSpPr/>
          <p:nvPr/>
        </p:nvSpPr>
        <p:spPr>
          <a:xfrm>
            <a:off x="926187" y="3612713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AI algorithms predict demand patterns with 95%+ accuracy, reducing stockouts and overstock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2392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7C06615-B62F-4692-B8A9-E2266FCE80F7}"/>
              </a:ext>
            </a:extLst>
          </p:cNvPr>
          <p:cNvGrpSpPr/>
          <p:nvPr/>
        </p:nvGrpSpPr>
        <p:grpSpPr>
          <a:xfrm>
            <a:off x="714494" y="0"/>
            <a:ext cx="4572000" cy="3490317"/>
            <a:chOff x="714494" y="0"/>
            <a:chExt cx="4572000" cy="3490317"/>
          </a:xfrm>
          <a:noFill/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E353129-126E-D922-FDAB-5C8F23DF8256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2798922"/>
            </a:xfrm>
            <a:grpFill/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DDF11AB-F75C-ED41-B7B5-663993938457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2967394"/>
              </a:xfrm>
              <a:grpFill/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D94AA333-0106-54AA-611F-BACB7A17C081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5131236"/>
                </a:xfrm>
                <a:grpFill/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D73B1D59-7429-2C29-7AF9-025C48B9358F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9343734" cy="1837254"/>
                  </a:xfrm>
                  <a:grpFill/>
                </p:grpSpPr>
                <p:pic>
                  <p:nvPicPr>
                    <p:cNvPr id="2" name="Image 0" descr="preencoded.png"/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9144000" y="0"/>
                      <a:ext cx="914228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</p:pic>
                <p:sp>
                  <p:nvSpPr>
                    <p:cNvPr id="3" name="Text 0"/>
                    <p:cNvSpPr/>
                    <p:nvPr/>
                  </p:nvSpPr>
                  <p:spPr>
                    <a:xfrm>
                      <a:off x="714494" y="561380"/>
                      <a:ext cx="7715012" cy="1275874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500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AI &amp; Machine Learning Applications</a:t>
                      </a:r>
                      <a:endParaRPr lang="en-US" sz="40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" name="Shape 1" descr="Decorative – no critical information"/>
                  <p:cNvSpPr/>
                  <p:nvPr/>
                </p:nvSpPr>
                <p:spPr>
                  <a:xfrm>
                    <a:off x="714494" y="2143363"/>
                    <a:ext cx="3755469" cy="2987873"/>
                  </a:xfrm>
                  <a:prstGeom prst="roundRect">
                    <a:avLst>
                      <a:gd name="adj" fmla="val 2870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" name="Shape 2" descr="Decorative – no critical information"/>
                <p:cNvSpPr/>
                <p:nvPr/>
              </p:nvSpPr>
              <p:spPr>
                <a:xfrm>
                  <a:off x="926187" y="2355056"/>
                  <a:ext cx="612338" cy="612338"/>
                </a:xfrm>
                <a:prstGeom prst="roundRect">
                  <a:avLst>
                    <a:gd name="adj" fmla="val 1493143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6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94542" y="2523411"/>
                <a:ext cx="275511" cy="275511"/>
              </a:xfrm>
              <a:prstGeom prst="rect">
                <a:avLst/>
              </a:prstGeom>
            </p:spPr>
          </p:pic>
        </p:grpSp>
        <p:sp>
          <p:nvSpPr>
            <p:cNvPr id="7" name="Text 3" descr="Decorative – no critical information"/>
            <p:cNvSpPr/>
            <p:nvPr/>
          </p:nvSpPr>
          <p:spPr>
            <a:xfrm>
              <a:off x="926187" y="3171468"/>
              <a:ext cx="2571036" cy="31884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Demand Forecasting</a:t>
              </a:r>
              <a:endParaRPr lang="en-US" sz="200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Text 4" descr="Decorative – no critical information"/>
          <p:cNvSpPr/>
          <p:nvPr/>
        </p:nvSpPr>
        <p:spPr>
          <a:xfrm>
            <a:off x="926187" y="3612713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AI algorithms predict demand patterns with 95%+ accuracy, reducing stockouts and overstock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1278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4184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9549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04357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5133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962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686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5383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7447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5052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3220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464C92AC-A710-EB2D-9EE2-8AB9CCD8D35B}"/>
              </a:ext>
            </a:extLst>
          </p:cNvPr>
          <p:cNvGrpSpPr/>
          <p:nvPr/>
        </p:nvGrpSpPr>
        <p:grpSpPr>
          <a:xfrm>
            <a:off x="714494" y="0"/>
            <a:ext cx="4572000" cy="4592836"/>
            <a:chOff x="714494" y="0"/>
            <a:chExt cx="4572000" cy="4592836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7C06615-B62F-4692-B8A9-E2266FCE80F7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3490317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E353129-126E-D922-FDAB-5C8F23DF8256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2798922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BDDF11AB-F75C-ED41-B7B5-663993938457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2967394"/>
                </a:xfrm>
                <a:grpFill/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D94AA333-0106-54AA-611F-BACB7A17C081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5131236"/>
                  </a:xfrm>
                  <a:grpFill/>
                </p:grpSpPr>
                <p:grpSp>
                  <p:nvGrpSpPr>
                    <p:cNvPr id="19" name="Group 18">
                      <a:extLst>
                        <a:ext uri="{FF2B5EF4-FFF2-40B4-BE49-F238E27FC236}">
                          <a16:creationId xmlns:a16="http://schemas.microsoft.com/office/drawing/2014/main" id="{D73B1D59-7429-2C29-7AF9-025C48B935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9343734" cy="1837254"/>
                    </a:xfrm>
                    <a:grpFill/>
                  </p:grpSpPr>
                  <p:pic>
                    <p:nvPicPr>
                      <p:cNvPr id="2" name="Image 0" descr="preencoded.png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0" y="0"/>
                        <a:ext cx="914228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</p:pic>
                  <p:sp>
                    <p:nvSpPr>
                      <p:cNvPr id="3" name="Text 0"/>
                      <p:cNvSpPr/>
                      <p:nvPr/>
                    </p:nvSpPr>
                    <p:spPr>
                      <a:xfrm>
                        <a:off x="714494" y="561380"/>
                        <a:ext cx="7715012" cy="1275874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500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AI &amp; Machine Learning Applications</a:t>
                        </a:r>
                        <a:endParaRPr lang="en-US" sz="40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" name="Shape 1" descr="Decorative – no critical information"/>
                    <p:cNvSpPr/>
                    <p:nvPr/>
                  </p:nvSpPr>
                  <p:spPr>
                    <a:xfrm>
                      <a:off x="714494" y="2143363"/>
                      <a:ext cx="3755469" cy="2987873"/>
                    </a:xfrm>
                    <a:prstGeom prst="roundRect">
                      <a:avLst>
                        <a:gd name="adj" fmla="val 2870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" name="Shape 2" descr="Decorative – no critical information"/>
                  <p:cNvSpPr/>
                  <p:nvPr/>
                </p:nvSpPr>
                <p:spPr>
                  <a:xfrm>
                    <a:off x="926187" y="2355056"/>
                    <a:ext cx="612338" cy="612338"/>
                  </a:xfrm>
                  <a:prstGeom prst="roundRect">
                    <a:avLst>
                      <a:gd name="adj" fmla="val 14931436"/>
                    </a:avLst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pic>
              <p:nvPicPr>
                <p:cNvPr id="6" name="Image 1" descr="Decorative – no critical information"/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4542" y="2523411"/>
                  <a:ext cx="275511" cy="275511"/>
                </a:xfrm>
                <a:prstGeom prst="rect">
                  <a:avLst/>
                </a:prstGeom>
              </p:spPr>
            </p:pic>
          </p:grpSp>
          <p:sp>
            <p:nvSpPr>
              <p:cNvPr id="7" name="Text 3" descr="Decorative – no critical information"/>
              <p:cNvSpPr/>
              <p:nvPr/>
            </p:nvSpPr>
            <p:spPr>
              <a:xfrm>
                <a:off x="926187" y="3171468"/>
                <a:ext cx="2571036" cy="31884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500"/>
                  </a:lnSpc>
                  <a:buNone/>
                </a:pPr>
                <a:r>
                  <a:rPr lang="en-US" sz="20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Demand Forecasting</a:t>
                </a:r>
                <a:endParaRPr lang="en-US" sz="20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Text 4" descr="Decorative – no critical information"/>
            <p:cNvSpPr/>
            <p:nvPr/>
          </p:nvSpPr>
          <p:spPr>
            <a:xfrm>
              <a:off x="926187" y="3612713"/>
              <a:ext cx="3332083" cy="98012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6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AI algorithms predict demand patterns with 95%+ accuracy, reducing stockouts and overstock</a:t>
              </a:r>
              <a:endParaRPr lang="en-US" sz="1600" dirty="0">
                <a:latin typeface="Calibri" panose="020F0502020204030204" pitchFamily="34" charset="0"/>
              </a:endParaRPr>
            </a:p>
          </p:txBody>
        </p:sp>
      </p:grpSp>
      <p:sp>
        <p:nvSpPr>
          <p:cNvPr id="9" name="Shape 5" descr="Decorative – no critical information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7614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464C92AC-A710-EB2D-9EE2-8AB9CCD8D35B}"/>
              </a:ext>
            </a:extLst>
          </p:cNvPr>
          <p:cNvGrpSpPr/>
          <p:nvPr/>
        </p:nvGrpSpPr>
        <p:grpSpPr>
          <a:xfrm>
            <a:off x="714494" y="0"/>
            <a:ext cx="4572000" cy="4592836"/>
            <a:chOff x="714494" y="0"/>
            <a:chExt cx="4572000" cy="4592836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7C06615-B62F-4692-B8A9-E2266FCE80F7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3490317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E353129-126E-D922-FDAB-5C8F23DF8256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2798922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BDDF11AB-F75C-ED41-B7B5-663993938457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2967394"/>
                </a:xfrm>
                <a:grpFill/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D94AA333-0106-54AA-611F-BACB7A17C081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5131236"/>
                  </a:xfrm>
                  <a:grpFill/>
                </p:grpSpPr>
                <p:grpSp>
                  <p:nvGrpSpPr>
                    <p:cNvPr id="19" name="Group 18">
                      <a:extLst>
                        <a:ext uri="{FF2B5EF4-FFF2-40B4-BE49-F238E27FC236}">
                          <a16:creationId xmlns:a16="http://schemas.microsoft.com/office/drawing/2014/main" id="{D73B1D59-7429-2C29-7AF9-025C48B935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9343734" cy="1837254"/>
                    </a:xfrm>
                    <a:grpFill/>
                  </p:grpSpPr>
                  <p:pic>
                    <p:nvPicPr>
                      <p:cNvPr id="2" name="Image 0" descr="preencoded.png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0" y="0"/>
                        <a:ext cx="914228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</p:pic>
                  <p:sp>
                    <p:nvSpPr>
                      <p:cNvPr id="3" name="Text 0"/>
                      <p:cNvSpPr/>
                      <p:nvPr/>
                    </p:nvSpPr>
                    <p:spPr>
                      <a:xfrm>
                        <a:off x="714494" y="561380"/>
                        <a:ext cx="7715012" cy="1275874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500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AI &amp; Machine Learning Applications</a:t>
                        </a:r>
                        <a:endParaRPr lang="en-US" sz="40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" name="Shape 1" descr="Decorative – no critical information"/>
                    <p:cNvSpPr/>
                    <p:nvPr/>
                  </p:nvSpPr>
                  <p:spPr>
                    <a:xfrm>
                      <a:off x="714494" y="2143363"/>
                      <a:ext cx="3755469" cy="2987873"/>
                    </a:xfrm>
                    <a:prstGeom prst="roundRect">
                      <a:avLst>
                        <a:gd name="adj" fmla="val 2870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" name="Shape 2" descr="Decorative – no critical information"/>
                  <p:cNvSpPr/>
                  <p:nvPr/>
                </p:nvSpPr>
                <p:spPr>
                  <a:xfrm>
                    <a:off x="926187" y="2355056"/>
                    <a:ext cx="612338" cy="612338"/>
                  </a:xfrm>
                  <a:prstGeom prst="roundRect">
                    <a:avLst>
                      <a:gd name="adj" fmla="val 14931436"/>
                    </a:avLst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pic>
              <p:nvPicPr>
                <p:cNvPr id="6" name="Image 1" descr="Decorative – no critical information"/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4542" y="2523411"/>
                  <a:ext cx="275511" cy="275511"/>
                </a:xfrm>
                <a:prstGeom prst="rect">
                  <a:avLst/>
                </a:prstGeom>
              </p:spPr>
            </p:pic>
          </p:grpSp>
          <p:sp>
            <p:nvSpPr>
              <p:cNvPr id="7" name="Text 3" descr="Decorative – no critical information"/>
              <p:cNvSpPr/>
              <p:nvPr/>
            </p:nvSpPr>
            <p:spPr>
              <a:xfrm>
                <a:off x="926187" y="3171468"/>
                <a:ext cx="2571036" cy="31884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500"/>
                  </a:lnSpc>
                  <a:buNone/>
                </a:pPr>
                <a:r>
                  <a:rPr lang="en-US" sz="20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Demand Forecasting</a:t>
                </a:r>
                <a:endParaRPr lang="en-US" sz="20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Text 4" descr="Decorative – no critical information"/>
            <p:cNvSpPr/>
            <p:nvPr/>
          </p:nvSpPr>
          <p:spPr>
            <a:xfrm>
              <a:off x="926187" y="3612713"/>
              <a:ext cx="3332083" cy="98012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6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AI algorithms predict demand patterns with 95%+ accuracy, reducing stockouts and overstock</a:t>
              </a:r>
              <a:endParaRPr lang="en-US" sz="1600" dirty="0">
                <a:latin typeface="Calibri" panose="020F0502020204030204" pitchFamily="34" charset="0"/>
              </a:endParaRPr>
            </a:p>
          </p:txBody>
        </p:sp>
      </p:grpSp>
      <p:sp>
        <p:nvSpPr>
          <p:cNvPr id="9" name="Shape 5" descr="Decorative – no critical information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06017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0067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9858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1816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6813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5994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944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9092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0422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7059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78774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B5D0E607-2174-B852-39D7-2590EDC4FDBB}"/>
              </a:ext>
            </a:extLst>
          </p:cNvPr>
          <p:cNvGrpSpPr/>
          <p:nvPr/>
        </p:nvGrpSpPr>
        <p:grpSpPr>
          <a:xfrm>
            <a:off x="714494" y="0"/>
            <a:ext cx="7715012" cy="5131236"/>
            <a:chOff x="714494" y="0"/>
            <a:chExt cx="7715012" cy="5131236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64C92AC-A710-EB2D-9EE2-8AB9CCD8D35B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4592836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7C06615-B62F-4692-B8A9-E2266FCE80F7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3490317"/>
              </a:xfrm>
              <a:grpFill/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CE353129-126E-D922-FDAB-5C8F23DF8256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2798922"/>
                </a:xfrm>
                <a:grpFill/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BDDF11AB-F75C-ED41-B7B5-663993938457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2967394"/>
                  </a:xfrm>
                  <a:grpFill/>
                </p:grpSpPr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D94AA333-0106-54AA-611F-BACB7A17C0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4572000" cy="5131236"/>
                    </a:xfrm>
                    <a:grpFill/>
                  </p:grpSpPr>
                  <p:grpSp>
                    <p:nvGrpSpPr>
                      <p:cNvPr id="19" name="Group 18">
                        <a:extLst>
                          <a:ext uri="{FF2B5EF4-FFF2-40B4-BE49-F238E27FC236}">
                            <a16:creationId xmlns:a16="http://schemas.microsoft.com/office/drawing/2014/main" id="{D73B1D59-7429-2C29-7AF9-025C48B9358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494" y="0"/>
                        <a:ext cx="4572000" cy="1371600"/>
                        <a:chOff x="714494" y="0"/>
                        <a:chExt cx="9343734" cy="1837254"/>
                      </a:xfrm>
                      <a:grpFill/>
                    </p:grpSpPr>
                    <p:pic>
                      <p:nvPicPr>
                        <p:cNvPr id="2" name="Image 0" descr="preencoded.png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144000" y="0"/>
                          <a:ext cx="914228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</p:pic>
                    <p:sp>
                      <p:nvSpPr>
                        <p:cNvPr id="3" name="Text 0"/>
                        <p:cNvSpPr/>
                        <p:nvPr/>
                      </p:nvSpPr>
                      <p:spPr>
                        <a:xfrm>
                          <a:off x="714494" y="561380"/>
                          <a:ext cx="7715012" cy="1275874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500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AI &amp; Machine Learning Applications</a:t>
                          </a:r>
                          <a:endParaRPr lang="en-US" sz="40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4" name="Shape 1" descr="Decorative – no critical information"/>
                      <p:cNvSpPr/>
                      <p:nvPr/>
                    </p:nvSpPr>
                    <p:spPr>
                      <a:xfrm>
                        <a:off x="714494" y="2143363"/>
                        <a:ext cx="3755469" cy="2987873"/>
                      </a:xfrm>
                      <a:prstGeom prst="roundRect">
                        <a:avLst>
                          <a:gd name="adj" fmla="val 2870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5" name="Shape 2" descr="Decorative – no critical information"/>
                    <p:cNvSpPr/>
                    <p:nvPr/>
                  </p:nvSpPr>
                  <p:spPr>
                    <a:xfrm>
                      <a:off x="926187" y="2355056"/>
                      <a:ext cx="612338" cy="612338"/>
                    </a:xfrm>
                    <a:prstGeom prst="roundRect">
                      <a:avLst>
                        <a:gd name="adj" fmla="val 14931436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pic>
                <p:nvPicPr>
                  <p:cNvPr id="6" name="Image 1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94542" y="2523411"/>
                    <a:ext cx="275511" cy="27551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" name="Text 3" descr="Decorative – no critical information"/>
                <p:cNvSpPr/>
                <p:nvPr/>
              </p:nvSpPr>
              <p:spPr>
                <a:xfrm>
                  <a:off x="926187" y="3171468"/>
                  <a:ext cx="2571036" cy="31884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500"/>
                    </a:lnSpc>
                    <a:buNone/>
                  </a:pPr>
                  <a:r>
                    <a:rPr lang="en-US" sz="20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Demand Forecasting</a:t>
                  </a:r>
                  <a:endParaRPr lang="en-US" sz="20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Text 4" descr="Decorative – no critical information"/>
              <p:cNvSpPr/>
              <p:nvPr/>
            </p:nvSpPr>
            <p:spPr>
              <a:xfrm>
                <a:off x="926187" y="3612713"/>
                <a:ext cx="3332083" cy="98012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50"/>
                  </a:lnSpc>
                  <a:buNone/>
                </a:pPr>
                <a:r>
                  <a:rPr lang="en-US" sz="16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AI algorithms predict demand patterns with 95%+ accuracy, reducing stockouts and overstock</a:t>
                </a:r>
                <a:endParaRPr lang="en-US" sz="16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9" name="Shape 5" descr="Decorative – no critical information"/>
            <p:cNvSpPr/>
            <p:nvPr/>
          </p:nvSpPr>
          <p:spPr>
            <a:xfrm>
              <a:off x="4674037" y="2143363"/>
              <a:ext cx="3755469" cy="2987873"/>
            </a:xfrm>
            <a:prstGeom prst="roundRect">
              <a:avLst>
                <a:gd name="adj" fmla="val 2870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Shape 6" descr="Decorative – no critical information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8635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B5D0E607-2174-B852-39D7-2590EDC4FDBB}"/>
              </a:ext>
            </a:extLst>
          </p:cNvPr>
          <p:cNvGrpSpPr/>
          <p:nvPr/>
        </p:nvGrpSpPr>
        <p:grpSpPr>
          <a:xfrm>
            <a:off x="714494" y="0"/>
            <a:ext cx="7715012" cy="5131236"/>
            <a:chOff x="714494" y="0"/>
            <a:chExt cx="7715012" cy="5131236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64C92AC-A710-EB2D-9EE2-8AB9CCD8D35B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572000" cy="4592836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7C06615-B62F-4692-B8A9-E2266FCE80F7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3490317"/>
              </a:xfrm>
              <a:grpFill/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CE353129-126E-D922-FDAB-5C8F23DF8256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2798922"/>
                </a:xfrm>
                <a:grpFill/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BDDF11AB-F75C-ED41-B7B5-663993938457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2967394"/>
                  </a:xfrm>
                  <a:grpFill/>
                </p:grpSpPr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D94AA333-0106-54AA-611F-BACB7A17C0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4572000" cy="5131236"/>
                    </a:xfrm>
                    <a:grpFill/>
                  </p:grpSpPr>
                  <p:grpSp>
                    <p:nvGrpSpPr>
                      <p:cNvPr id="19" name="Group 18">
                        <a:extLst>
                          <a:ext uri="{FF2B5EF4-FFF2-40B4-BE49-F238E27FC236}">
                            <a16:creationId xmlns:a16="http://schemas.microsoft.com/office/drawing/2014/main" id="{D73B1D59-7429-2C29-7AF9-025C48B9358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494" y="0"/>
                        <a:ext cx="4572000" cy="1371600"/>
                        <a:chOff x="714494" y="0"/>
                        <a:chExt cx="9343734" cy="1837254"/>
                      </a:xfrm>
                      <a:grpFill/>
                    </p:grpSpPr>
                    <p:pic>
                      <p:nvPicPr>
                        <p:cNvPr id="2" name="Image 0" descr="preencoded.png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144000" y="0"/>
                          <a:ext cx="914228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</p:pic>
                    <p:sp>
                      <p:nvSpPr>
                        <p:cNvPr id="3" name="Text 0"/>
                        <p:cNvSpPr/>
                        <p:nvPr/>
                      </p:nvSpPr>
                      <p:spPr>
                        <a:xfrm>
                          <a:off x="714494" y="561380"/>
                          <a:ext cx="7715012" cy="1275874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500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AI &amp; Machine Learning Applications</a:t>
                          </a:r>
                          <a:endParaRPr lang="en-US" sz="40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4" name="Shape 1" descr="Decorative – no critical information"/>
                      <p:cNvSpPr/>
                      <p:nvPr/>
                    </p:nvSpPr>
                    <p:spPr>
                      <a:xfrm>
                        <a:off x="714494" y="2143363"/>
                        <a:ext cx="3755469" cy="2987873"/>
                      </a:xfrm>
                      <a:prstGeom prst="roundRect">
                        <a:avLst>
                          <a:gd name="adj" fmla="val 2870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5" name="Shape 2" descr="Decorative – no critical information"/>
                    <p:cNvSpPr/>
                    <p:nvPr/>
                  </p:nvSpPr>
                  <p:spPr>
                    <a:xfrm>
                      <a:off x="926187" y="2355056"/>
                      <a:ext cx="612338" cy="612338"/>
                    </a:xfrm>
                    <a:prstGeom prst="roundRect">
                      <a:avLst>
                        <a:gd name="adj" fmla="val 14931436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pic>
                <p:nvPicPr>
                  <p:cNvPr id="6" name="Image 1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94542" y="2523411"/>
                    <a:ext cx="275511" cy="27551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" name="Text 3" descr="Decorative – no critical information"/>
                <p:cNvSpPr/>
                <p:nvPr/>
              </p:nvSpPr>
              <p:spPr>
                <a:xfrm>
                  <a:off x="926187" y="3171468"/>
                  <a:ext cx="2571036" cy="31884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500"/>
                    </a:lnSpc>
                    <a:buNone/>
                  </a:pPr>
                  <a:r>
                    <a:rPr lang="en-US" sz="20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Demand Forecasting</a:t>
                  </a:r>
                  <a:endParaRPr lang="en-US" sz="20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Text 4" descr="Decorative – no critical information"/>
              <p:cNvSpPr/>
              <p:nvPr/>
            </p:nvSpPr>
            <p:spPr>
              <a:xfrm>
                <a:off x="926187" y="3612713"/>
                <a:ext cx="3332083" cy="98012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50"/>
                  </a:lnSpc>
                  <a:buNone/>
                </a:pPr>
                <a:r>
                  <a:rPr lang="en-US" sz="16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AI algorithms predict demand patterns with 95%+ accuracy, reducing stockouts and overstock</a:t>
                </a:r>
                <a:endParaRPr lang="en-US" sz="16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9" name="Shape 5" descr="Decorative – no critical information"/>
            <p:cNvSpPr/>
            <p:nvPr/>
          </p:nvSpPr>
          <p:spPr>
            <a:xfrm>
              <a:off x="4674037" y="2143363"/>
              <a:ext cx="3755469" cy="2987873"/>
            </a:xfrm>
            <a:prstGeom prst="roundRect">
              <a:avLst>
                <a:gd name="adj" fmla="val 2870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Shape 6" descr="Decorative – no critical information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79171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8341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99932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78480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9930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7115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0360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324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13727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84032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14615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54CFEC1-65DE-AEF4-2BD9-342ADD58A906}"/>
              </a:ext>
            </a:extLst>
          </p:cNvPr>
          <p:cNvGrpSpPr/>
          <p:nvPr/>
        </p:nvGrpSpPr>
        <p:grpSpPr>
          <a:xfrm>
            <a:off x="714494" y="0"/>
            <a:ext cx="4783574" cy="2967394"/>
            <a:chOff x="714494" y="0"/>
            <a:chExt cx="4783574" cy="2967394"/>
          </a:xfrm>
          <a:solidFill>
            <a:srgbClr val="C07000"/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5D0E607-2174-B852-39D7-2590EDC4FDBB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7715012" cy="5131236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64C92AC-A710-EB2D-9EE2-8AB9CCD8D35B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4592836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47C06615-B62F-4692-B8A9-E2266FCE80F7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3490317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CE353129-126E-D922-FDAB-5C8F23DF8256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2798922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BDDF11AB-F75C-ED41-B7B5-6639939384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4572000" cy="2967394"/>
                    </a:xfrm>
                    <a:grpFill/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D94AA333-0106-54AA-611F-BACB7A17C0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494" y="0"/>
                        <a:ext cx="4572000" cy="1371600"/>
                        <a:chOff x="714494" y="0"/>
                        <a:chExt cx="4572000" cy="5131236"/>
                      </a:xfrm>
                      <a:grpFill/>
                    </p:grpSpPr>
                    <p:grpSp>
                      <p:nvGrpSpPr>
                        <p:cNvPr id="19" name="Group 18">
                          <a:extLst>
                            <a:ext uri="{FF2B5EF4-FFF2-40B4-BE49-F238E27FC236}">
                              <a16:creationId xmlns:a16="http://schemas.microsoft.com/office/drawing/2014/main" id="{D73B1D59-7429-2C29-7AF9-025C48B9358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14494" y="0"/>
                          <a:ext cx="4572000" cy="1371600"/>
                          <a:chOff x="714494" y="0"/>
                          <a:chExt cx="9343734" cy="1837254"/>
                        </a:xfrm>
                        <a:grpFill/>
                      </p:grpSpPr>
                      <p:pic>
                        <p:nvPicPr>
                          <p:cNvPr id="2" name="Image 0" descr="preencoded.png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9144000" y="0"/>
                            <a:ext cx="914228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</p:pic>
                      <p:sp>
                        <p:nvSpPr>
                          <p:cNvPr id="3" name="Text 0"/>
                          <p:cNvSpPr/>
                          <p:nvPr/>
                        </p:nvSpPr>
                        <p:spPr>
                          <a:xfrm>
                            <a:off x="714494" y="561380"/>
                            <a:ext cx="7715012" cy="1275874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00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AI &amp; Machine Learning Applications</a:t>
                            </a:r>
                            <a:endParaRPr lang="en-US" sz="40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4" name="Shape 1" descr="Decorative – no critical information"/>
                        <p:cNvSpPr/>
                        <p:nvPr/>
                      </p:nvSpPr>
                      <p:spPr>
                        <a:xfrm>
                          <a:off x="714494" y="2143363"/>
                          <a:ext cx="3755469" cy="2987873"/>
                        </a:xfrm>
                        <a:prstGeom prst="roundRect">
                          <a:avLst>
                            <a:gd name="adj" fmla="val 2870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5" name="Shape 2" descr="Decorative – no critical information"/>
                      <p:cNvSpPr/>
                      <p:nvPr/>
                    </p:nvSpPr>
                    <p:spPr>
                      <a:xfrm>
                        <a:off x="926187" y="2355056"/>
                        <a:ext cx="612338" cy="612338"/>
                      </a:xfrm>
                      <a:prstGeom prst="roundRect">
                        <a:avLst>
                          <a:gd name="adj" fmla="val 14931436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pic>
                  <p:nvPicPr>
                    <p:cNvPr id="6" name="Image 1" descr="Decorative – no critical information"/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94542" y="2523411"/>
                      <a:ext cx="275511" cy="275511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7" name="Text 3" descr="Decorative – no critical information"/>
                  <p:cNvSpPr/>
                  <p:nvPr/>
                </p:nvSpPr>
                <p:spPr>
                  <a:xfrm>
                    <a:off x="926187" y="3171468"/>
                    <a:ext cx="2571036" cy="31884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500"/>
                      </a:lnSpc>
                      <a:buNone/>
                    </a:pPr>
                    <a:r>
                      <a:rPr lang="en-US" sz="20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Demand Forecasting</a:t>
                    </a:r>
                    <a:endParaRPr lang="en-US" sz="20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Text 4" descr="Decorative – no critical information"/>
                <p:cNvSpPr/>
                <p:nvPr/>
              </p:nvSpPr>
              <p:spPr>
                <a:xfrm>
                  <a:off x="926187" y="3612713"/>
                  <a:ext cx="3332083" cy="980123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550"/>
                    </a:lnSpc>
                    <a:buNone/>
                  </a:pPr>
                  <a:r>
                    <a:rPr lang="en-US" sz="16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AI algorithms predict demand patterns with 95%+ accuracy, reducing stockouts and overstock</a:t>
                  </a:r>
                  <a:endParaRPr lang="en-US" sz="16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9" name="Shape 5" descr="Decorative – no critical information"/>
              <p:cNvSpPr/>
              <p:nvPr/>
            </p:nvSpPr>
            <p:spPr>
              <a:xfrm>
                <a:off x="4674037" y="2143363"/>
                <a:ext cx="3755469" cy="2987873"/>
              </a:xfrm>
              <a:prstGeom prst="roundRect">
                <a:avLst>
                  <a:gd name="adj" fmla="val 2870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Shape 6" descr="Decorative – no critical information"/>
            <p:cNvSpPr/>
            <p:nvPr/>
          </p:nvSpPr>
          <p:spPr>
            <a:xfrm>
              <a:off x="4885730" y="2355056"/>
              <a:ext cx="612338" cy="612338"/>
            </a:xfrm>
            <a:prstGeom prst="roundRect">
              <a:avLst>
                <a:gd name="adj" fmla="val 14931436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1" name="Image 2" descr="Decorative – no critical informati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0544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54CFEC1-65DE-AEF4-2BD9-342ADD58A906}"/>
              </a:ext>
            </a:extLst>
          </p:cNvPr>
          <p:cNvGrpSpPr/>
          <p:nvPr/>
        </p:nvGrpSpPr>
        <p:grpSpPr>
          <a:xfrm>
            <a:off x="714494" y="0"/>
            <a:ext cx="4783574" cy="2967394"/>
            <a:chOff x="714494" y="0"/>
            <a:chExt cx="4783574" cy="2967394"/>
          </a:xfrm>
          <a:solidFill>
            <a:srgbClr val="C07000"/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5D0E607-2174-B852-39D7-2590EDC4FDBB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7715012" cy="5131236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64C92AC-A710-EB2D-9EE2-8AB9CCD8D35B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4572000" cy="4592836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47C06615-B62F-4692-B8A9-E2266FCE80F7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3490317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CE353129-126E-D922-FDAB-5C8F23DF8256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2798922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BDDF11AB-F75C-ED41-B7B5-6639939384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4572000" cy="2967394"/>
                    </a:xfrm>
                    <a:grpFill/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D94AA333-0106-54AA-611F-BACB7A17C0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494" y="0"/>
                        <a:ext cx="4572000" cy="1371600"/>
                        <a:chOff x="714494" y="0"/>
                        <a:chExt cx="4572000" cy="5131236"/>
                      </a:xfrm>
                      <a:grpFill/>
                    </p:grpSpPr>
                    <p:grpSp>
                      <p:nvGrpSpPr>
                        <p:cNvPr id="19" name="Group 18">
                          <a:extLst>
                            <a:ext uri="{FF2B5EF4-FFF2-40B4-BE49-F238E27FC236}">
                              <a16:creationId xmlns:a16="http://schemas.microsoft.com/office/drawing/2014/main" id="{D73B1D59-7429-2C29-7AF9-025C48B9358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14494" y="0"/>
                          <a:ext cx="4572000" cy="1371600"/>
                          <a:chOff x="714494" y="0"/>
                          <a:chExt cx="9343734" cy="1837254"/>
                        </a:xfrm>
                        <a:grpFill/>
                      </p:grpSpPr>
                      <p:pic>
                        <p:nvPicPr>
                          <p:cNvPr id="2" name="Image 0" descr="preencoded.png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9144000" y="0"/>
                            <a:ext cx="914228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</p:pic>
                      <p:sp>
                        <p:nvSpPr>
                          <p:cNvPr id="3" name="Text 0"/>
                          <p:cNvSpPr/>
                          <p:nvPr/>
                        </p:nvSpPr>
                        <p:spPr>
                          <a:xfrm>
                            <a:off x="714494" y="561380"/>
                            <a:ext cx="7715012" cy="1275874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00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AI &amp; Machine Learning Applications</a:t>
                            </a:r>
                            <a:endParaRPr lang="en-US" sz="40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4" name="Shape 1" descr="Decorative – no critical information"/>
                        <p:cNvSpPr/>
                        <p:nvPr/>
                      </p:nvSpPr>
                      <p:spPr>
                        <a:xfrm>
                          <a:off x="714494" y="2143363"/>
                          <a:ext cx="3755469" cy="2987873"/>
                        </a:xfrm>
                        <a:prstGeom prst="roundRect">
                          <a:avLst>
                            <a:gd name="adj" fmla="val 2870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5" name="Shape 2" descr="Decorative – no critical information"/>
                      <p:cNvSpPr/>
                      <p:nvPr/>
                    </p:nvSpPr>
                    <p:spPr>
                      <a:xfrm>
                        <a:off x="926187" y="2355056"/>
                        <a:ext cx="612338" cy="612338"/>
                      </a:xfrm>
                      <a:prstGeom prst="roundRect">
                        <a:avLst>
                          <a:gd name="adj" fmla="val 14931436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pic>
                  <p:nvPicPr>
                    <p:cNvPr id="6" name="Image 1" descr="Decorative – no critical information"/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94542" y="2523411"/>
                      <a:ext cx="275511" cy="275511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7" name="Text 3" descr="Decorative – no critical information"/>
                  <p:cNvSpPr/>
                  <p:nvPr/>
                </p:nvSpPr>
                <p:spPr>
                  <a:xfrm>
                    <a:off x="926187" y="3171468"/>
                    <a:ext cx="2571036" cy="31884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500"/>
                      </a:lnSpc>
                      <a:buNone/>
                    </a:pPr>
                    <a:r>
                      <a:rPr lang="en-US" sz="20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Demand Forecasting</a:t>
                    </a:r>
                    <a:endParaRPr lang="en-US" sz="20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Text 4" descr="Decorative – no critical information"/>
                <p:cNvSpPr/>
                <p:nvPr/>
              </p:nvSpPr>
              <p:spPr>
                <a:xfrm>
                  <a:off x="926187" y="3612713"/>
                  <a:ext cx="3332083" cy="980123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550"/>
                    </a:lnSpc>
                    <a:buNone/>
                  </a:pPr>
                  <a:r>
                    <a:rPr lang="en-US" sz="16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AI algorithms predict demand patterns with 95%+ accuracy, reducing stockouts and overstock</a:t>
                  </a:r>
                  <a:endParaRPr lang="en-US" sz="16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9" name="Shape 5" descr="Decorative – no critical information"/>
              <p:cNvSpPr/>
              <p:nvPr/>
            </p:nvSpPr>
            <p:spPr>
              <a:xfrm>
                <a:off x="4674037" y="2143363"/>
                <a:ext cx="3755469" cy="2987873"/>
              </a:xfrm>
              <a:prstGeom prst="roundRect">
                <a:avLst>
                  <a:gd name="adj" fmla="val 2870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Shape 6" descr="Decorative – no critical information"/>
            <p:cNvSpPr/>
            <p:nvPr/>
          </p:nvSpPr>
          <p:spPr>
            <a:xfrm>
              <a:off x="4885730" y="2355056"/>
              <a:ext cx="612338" cy="612338"/>
            </a:xfrm>
            <a:prstGeom prst="roundRect">
              <a:avLst>
                <a:gd name="adj" fmla="val 14931436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1" name="Image 2" descr="Decorative – no critical informati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2839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0117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54354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22323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37654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46699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128187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05238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48775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39518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70263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776FBFF-76D1-04FD-D836-10F2D081DB01}"/>
              </a:ext>
            </a:extLst>
          </p:cNvPr>
          <p:cNvGrpSpPr/>
          <p:nvPr/>
        </p:nvGrpSpPr>
        <p:grpSpPr>
          <a:xfrm>
            <a:off x="714494" y="0"/>
            <a:ext cx="4615101" cy="2798922"/>
            <a:chOff x="714494" y="0"/>
            <a:chExt cx="4615101" cy="2798922"/>
          </a:xfrm>
          <a:solidFill>
            <a:srgbClr val="C07000"/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54CFEC1-65DE-AEF4-2BD9-342ADD58A906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783574" cy="2967394"/>
            </a:xfrm>
            <a:grpFill/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5D0E607-2174-B852-39D7-2590EDC4FDBB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7715012" cy="5131236"/>
              </a:xfrm>
              <a:grpFill/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464C92AC-A710-EB2D-9EE2-8AB9CCD8D35B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4592836"/>
                </a:xfrm>
                <a:grpFill/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47C06615-B62F-4692-B8A9-E2266FCE80F7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3490317"/>
                  </a:xfrm>
                  <a:grpFill/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CE353129-126E-D922-FDAB-5C8F23DF82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4572000" cy="2798922"/>
                    </a:xfrm>
                    <a:grpFill/>
                  </p:grpSpPr>
                  <p:grpSp>
                    <p:nvGrpSpPr>
                      <p:cNvPr id="21" name="Group 20">
                        <a:extLst>
                          <a:ext uri="{FF2B5EF4-FFF2-40B4-BE49-F238E27FC236}">
                            <a16:creationId xmlns:a16="http://schemas.microsoft.com/office/drawing/2014/main" id="{BDDF11AB-F75C-ED41-B7B5-66399393845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494" y="0"/>
                        <a:ext cx="4572000" cy="1371600"/>
                        <a:chOff x="714494" y="0"/>
                        <a:chExt cx="4572000" cy="2967394"/>
                      </a:xfrm>
                      <a:grpFill/>
                    </p:grpSpPr>
                    <p:grpSp>
                      <p:nvGrpSpPr>
                        <p:cNvPr id="20" name="Group 19">
                          <a:extLst>
                            <a:ext uri="{FF2B5EF4-FFF2-40B4-BE49-F238E27FC236}">
                              <a16:creationId xmlns:a16="http://schemas.microsoft.com/office/drawing/2014/main" id="{D94AA333-0106-54AA-611F-BACB7A17C08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14494" y="0"/>
                          <a:ext cx="4572000" cy="1371600"/>
                          <a:chOff x="714494" y="0"/>
                          <a:chExt cx="4572000" cy="5131236"/>
                        </a:xfrm>
                        <a:grpFill/>
                      </p:grpSpPr>
                      <p:grpSp>
                        <p:nvGrpSpPr>
                          <p:cNvPr id="19" name="Group 18">
                            <a:extLst>
                              <a:ext uri="{FF2B5EF4-FFF2-40B4-BE49-F238E27FC236}">
                                <a16:creationId xmlns:a16="http://schemas.microsoft.com/office/drawing/2014/main" id="{D73B1D59-7429-2C29-7AF9-025C48B9358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14494" y="0"/>
                            <a:ext cx="4572000" cy="1371600"/>
                            <a:chOff x="714494" y="0"/>
                            <a:chExt cx="9343734" cy="1837254"/>
                          </a:xfrm>
                          <a:grpFill/>
                        </p:grpSpPr>
                        <p:pic>
                          <p:nvPicPr>
                            <p:cNvPr id="2" name="Image 0" descr="preencoded.png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144000" y="0"/>
                              <a:ext cx="914228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</p:pic>
                        <p:sp>
                          <p:nvSpPr>
                            <p:cNvPr id="3" name="Text 0"/>
                            <p:cNvSpPr/>
                            <p:nvPr/>
                          </p:nvSpPr>
                          <p:spPr>
                            <a:xfrm>
                              <a:off x="714494" y="561380"/>
                              <a:ext cx="7715012" cy="1275874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00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AI &amp; Machine Learning Applications</a:t>
                              </a:r>
                              <a:endParaRPr lang="en-US" sz="40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" name="Shape 1" descr="Decorative – no critical information"/>
                          <p:cNvSpPr/>
                          <p:nvPr/>
                        </p:nvSpPr>
                        <p:spPr>
                          <a:xfrm>
                            <a:off x="714494" y="2143363"/>
                            <a:ext cx="3755469" cy="2987873"/>
                          </a:xfrm>
                          <a:prstGeom prst="roundRect">
                            <a:avLst>
                              <a:gd name="adj" fmla="val 2870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5" name="Shape 2" descr="Decorative – no critical information"/>
                        <p:cNvSpPr/>
                        <p:nvPr/>
                      </p:nvSpPr>
                      <p:spPr>
                        <a:xfrm>
                          <a:off x="926187" y="2355056"/>
                          <a:ext cx="612338" cy="612338"/>
                        </a:xfrm>
                        <a:prstGeom prst="roundRect">
                          <a:avLst>
                            <a:gd name="adj" fmla="val 14931436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pic>
                    <p:nvPicPr>
                      <p:cNvPr id="6" name="Image 1" descr="Decorative – no critical information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094542" y="2523411"/>
                        <a:ext cx="275511" cy="275511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7" name="Text 3" descr="Decorative – no critical information"/>
                    <p:cNvSpPr/>
                    <p:nvPr/>
                  </p:nvSpPr>
                  <p:spPr>
                    <a:xfrm>
                      <a:off x="926187" y="3171468"/>
                      <a:ext cx="2571036" cy="31884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5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Demand Forecasting</a:t>
                      </a:r>
                      <a:endParaRPr lang="en-US" sz="20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Text 4" descr="Decorative – no critical information"/>
                  <p:cNvSpPr/>
                  <p:nvPr/>
                </p:nvSpPr>
                <p:spPr>
                  <a:xfrm>
                    <a:off x="926187" y="3612713"/>
                    <a:ext cx="3332083" cy="980123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550"/>
                      </a:lnSpc>
                      <a:buNone/>
                    </a:pPr>
                    <a:r>
                      <a:rPr lang="en-US" sz="16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AI algorithms predict demand patterns with 95%+ accuracy, reducing stockouts and overstock</a:t>
                    </a:r>
                    <a:endParaRPr lang="en-US" sz="16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9" name="Shape 5" descr="Decorative – no critical information"/>
                <p:cNvSpPr/>
                <p:nvPr/>
              </p:nvSpPr>
              <p:spPr>
                <a:xfrm>
                  <a:off x="4674037" y="2143363"/>
                  <a:ext cx="3755469" cy="2987873"/>
                </a:xfrm>
                <a:prstGeom prst="roundRect">
                  <a:avLst>
                    <a:gd name="adj" fmla="val 2870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" name="Shape 6" descr="Decorative – no critical information"/>
              <p:cNvSpPr/>
              <p:nvPr/>
            </p:nvSpPr>
            <p:spPr>
              <a:xfrm>
                <a:off x="4885730" y="2355056"/>
                <a:ext cx="612338" cy="612338"/>
              </a:xfrm>
              <a:prstGeom prst="roundRect">
                <a:avLst>
                  <a:gd name="adj" fmla="val 14931436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1" name="Image 2" descr="Decorative – no critical information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54084" y="2523411"/>
              <a:ext cx="275511" cy="275511"/>
            </a:xfrm>
            <a:prstGeom prst="rect">
              <a:avLst/>
            </a:prstGeom>
          </p:spPr>
        </p:pic>
      </p:grpSp>
      <p:sp>
        <p:nvSpPr>
          <p:cNvPr id="12" name="Text 7" descr="Decorative – no critical information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43569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776FBFF-76D1-04FD-D836-10F2D081DB01}"/>
              </a:ext>
            </a:extLst>
          </p:cNvPr>
          <p:cNvGrpSpPr/>
          <p:nvPr/>
        </p:nvGrpSpPr>
        <p:grpSpPr>
          <a:xfrm>
            <a:off x="714494" y="0"/>
            <a:ext cx="4615101" cy="2798922"/>
            <a:chOff x="714494" y="0"/>
            <a:chExt cx="4615101" cy="2798922"/>
          </a:xfrm>
          <a:solidFill>
            <a:srgbClr val="C07000"/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54CFEC1-65DE-AEF4-2BD9-342ADD58A906}"/>
                </a:ext>
              </a:extLst>
            </p:cNvPr>
            <p:cNvGrpSpPr/>
            <p:nvPr/>
          </p:nvGrpSpPr>
          <p:grpSpPr>
            <a:xfrm>
              <a:off x="714494" y="0"/>
              <a:ext cx="4572000" cy="1371600"/>
              <a:chOff x="714494" y="0"/>
              <a:chExt cx="4783574" cy="2967394"/>
            </a:xfrm>
            <a:grpFill/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5D0E607-2174-B852-39D7-2590EDC4FDBB}"/>
                  </a:ext>
                </a:extLst>
              </p:cNvPr>
              <p:cNvGrpSpPr/>
              <p:nvPr/>
            </p:nvGrpSpPr>
            <p:grpSpPr>
              <a:xfrm>
                <a:off x="714494" y="0"/>
                <a:ext cx="4572000" cy="1371600"/>
                <a:chOff x="714494" y="0"/>
                <a:chExt cx="7715012" cy="5131236"/>
              </a:xfrm>
              <a:grpFill/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464C92AC-A710-EB2D-9EE2-8AB9CCD8D35B}"/>
                    </a:ext>
                  </a:extLst>
                </p:cNvPr>
                <p:cNvGrpSpPr/>
                <p:nvPr/>
              </p:nvGrpSpPr>
              <p:grpSpPr>
                <a:xfrm>
                  <a:off x="714494" y="0"/>
                  <a:ext cx="4572000" cy="1371600"/>
                  <a:chOff x="714494" y="0"/>
                  <a:chExt cx="4572000" cy="4592836"/>
                </a:xfrm>
                <a:grpFill/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47C06615-B62F-4692-B8A9-E2266FCE80F7}"/>
                      </a:ext>
                    </a:extLst>
                  </p:cNvPr>
                  <p:cNvGrpSpPr/>
                  <p:nvPr/>
                </p:nvGrpSpPr>
                <p:grpSpPr>
                  <a:xfrm>
                    <a:off x="714494" y="0"/>
                    <a:ext cx="4572000" cy="1371600"/>
                    <a:chOff x="714494" y="0"/>
                    <a:chExt cx="4572000" cy="3490317"/>
                  </a:xfrm>
                  <a:grpFill/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CE353129-126E-D922-FDAB-5C8F23DF82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494" y="0"/>
                      <a:ext cx="4572000" cy="1371600"/>
                      <a:chOff x="714494" y="0"/>
                      <a:chExt cx="4572000" cy="2798922"/>
                    </a:xfrm>
                    <a:grpFill/>
                  </p:grpSpPr>
                  <p:grpSp>
                    <p:nvGrpSpPr>
                      <p:cNvPr id="21" name="Group 20">
                        <a:extLst>
                          <a:ext uri="{FF2B5EF4-FFF2-40B4-BE49-F238E27FC236}">
                            <a16:creationId xmlns:a16="http://schemas.microsoft.com/office/drawing/2014/main" id="{BDDF11AB-F75C-ED41-B7B5-66399393845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494" y="0"/>
                        <a:ext cx="4572000" cy="1371600"/>
                        <a:chOff x="714494" y="0"/>
                        <a:chExt cx="4572000" cy="2967394"/>
                      </a:xfrm>
                      <a:grpFill/>
                    </p:grpSpPr>
                    <p:grpSp>
                      <p:nvGrpSpPr>
                        <p:cNvPr id="20" name="Group 19">
                          <a:extLst>
                            <a:ext uri="{FF2B5EF4-FFF2-40B4-BE49-F238E27FC236}">
                              <a16:creationId xmlns:a16="http://schemas.microsoft.com/office/drawing/2014/main" id="{D94AA333-0106-54AA-611F-BACB7A17C08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14494" y="0"/>
                          <a:ext cx="4572000" cy="1371600"/>
                          <a:chOff x="714494" y="0"/>
                          <a:chExt cx="4572000" cy="5131236"/>
                        </a:xfrm>
                        <a:grpFill/>
                      </p:grpSpPr>
                      <p:grpSp>
                        <p:nvGrpSpPr>
                          <p:cNvPr id="19" name="Group 18">
                            <a:extLst>
                              <a:ext uri="{FF2B5EF4-FFF2-40B4-BE49-F238E27FC236}">
                                <a16:creationId xmlns:a16="http://schemas.microsoft.com/office/drawing/2014/main" id="{D73B1D59-7429-2C29-7AF9-025C48B9358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14494" y="0"/>
                            <a:ext cx="4572000" cy="1371600"/>
                            <a:chOff x="714494" y="0"/>
                            <a:chExt cx="9343734" cy="1837254"/>
                          </a:xfrm>
                          <a:grpFill/>
                        </p:grpSpPr>
                        <p:pic>
                          <p:nvPicPr>
                            <p:cNvPr id="2" name="Image 0" descr="preencoded.png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144000" y="0"/>
                              <a:ext cx="914228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</p:pic>
                        <p:sp>
                          <p:nvSpPr>
                            <p:cNvPr id="3" name="Text 0"/>
                            <p:cNvSpPr/>
                            <p:nvPr/>
                          </p:nvSpPr>
                          <p:spPr>
                            <a:xfrm>
                              <a:off x="714494" y="561380"/>
                              <a:ext cx="7715012" cy="1275874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00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AI &amp; Machine Learning Applications</a:t>
                              </a:r>
                              <a:endParaRPr lang="en-US" sz="40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" name="Shape 1" descr="Decorative – no critical information"/>
                          <p:cNvSpPr/>
                          <p:nvPr/>
                        </p:nvSpPr>
                        <p:spPr>
                          <a:xfrm>
                            <a:off x="714494" y="2143363"/>
                            <a:ext cx="3755469" cy="2987873"/>
                          </a:xfrm>
                          <a:prstGeom prst="roundRect">
                            <a:avLst>
                              <a:gd name="adj" fmla="val 2870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5" name="Shape 2" descr="Decorative – no critical information"/>
                        <p:cNvSpPr/>
                        <p:nvPr/>
                      </p:nvSpPr>
                      <p:spPr>
                        <a:xfrm>
                          <a:off x="926187" y="2355056"/>
                          <a:ext cx="612338" cy="612338"/>
                        </a:xfrm>
                        <a:prstGeom prst="roundRect">
                          <a:avLst>
                            <a:gd name="adj" fmla="val 14931436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pic>
                    <p:nvPicPr>
                      <p:cNvPr id="6" name="Image 1" descr="Decorative – no critical information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094542" y="2523411"/>
                        <a:ext cx="275511" cy="275511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7" name="Text 3" descr="Decorative – no critical information"/>
                    <p:cNvSpPr/>
                    <p:nvPr/>
                  </p:nvSpPr>
                  <p:spPr>
                    <a:xfrm>
                      <a:off x="926187" y="3171468"/>
                      <a:ext cx="2571036" cy="31884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5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Demand Forecasting</a:t>
                      </a:r>
                      <a:endParaRPr lang="en-US" sz="20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Text 4" descr="Decorative – no critical information"/>
                  <p:cNvSpPr/>
                  <p:nvPr/>
                </p:nvSpPr>
                <p:spPr>
                  <a:xfrm>
                    <a:off x="926187" y="3612713"/>
                    <a:ext cx="3332083" cy="980123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550"/>
                      </a:lnSpc>
                      <a:buNone/>
                    </a:pPr>
                    <a:r>
                      <a:rPr lang="en-US" sz="16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AI algorithms predict demand patterns with 95%+ accuracy, reducing stockouts and overstock</a:t>
                    </a:r>
                    <a:endParaRPr lang="en-US" sz="16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9" name="Shape 5" descr="Decorative – no critical information"/>
                <p:cNvSpPr/>
                <p:nvPr/>
              </p:nvSpPr>
              <p:spPr>
                <a:xfrm>
                  <a:off x="4674037" y="2143363"/>
                  <a:ext cx="3755469" cy="2987873"/>
                </a:xfrm>
                <a:prstGeom prst="roundRect">
                  <a:avLst>
                    <a:gd name="adj" fmla="val 2870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" name="Shape 6" descr="Decorative – no critical information"/>
              <p:cNvSpPr/>
              <p:nvPr/>
            </p:nvSpPr>
            <p:spPr>
              <a:xfrm>
                <a:off x="4885730" y="2355056"/>
                <a:ext cx="612338" cy="612338"/>
              </a:xfrm>
              <a:prstGeom prst="roundRect">
                <a:avLst>
                  <a:gd name="adj" fmla="val 14931436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1" name="Image 2" descr="Decorative – no critical information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54084" y="2523411"/>
              <a:ext cx="275511" cy="275511"/>
            </a:xfrm>
            <a:prstGeom prst="rect">
              <a:avLst/>
            </a:prstGeom>
          </p:spPr>
        </p:pic>
      </p:grpSp>
      <p:sp>
        <p:nvSpPr>
          <p:cNvPr id="12" name="Text 7" descr="Decorative – no critical information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41532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9563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79033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2445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61744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229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1999</Words>
  <Application>Microsoft Office PowerPoint</Application>
  <PresentationFormat>Custom</PresentationFormat>
  <Paragraphs>251</Paragraphs>
  <Slides>114</Slides>
  <Notes>73</Notes>
  <HiddenSlides>70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9" baseType="lpstr">
      <vt:lpstr>Arial</vt:lpstr>
      <vt:lpstr>Inter Bold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2025-12-17T09:06:57Z</dcterms:modified>
</cp:coreProperties>
</file>