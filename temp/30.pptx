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09:42:34.132" v="1" actId="47"/>
      <pc:docMkLst>
        <pc:docMk/>
      </pc:docMkLst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09:42:34.132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42:21.333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490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0331" y="581739"/>
            <a:ext cx="10856952" cy="661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9. Industry 4.0 and Smart Manufacturing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0331" y="1771531"/>
            <a:ext cx="5167551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The Fourth Industrial Revolution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40331" y="2379583"/>
            <a:ext cx="7683341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Cyber-physical systems, robotics, and real-time data transform production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0331" y="2955965"/>
            <a:ext cx="475893" cy="475893"/>
          </a:xfrm>
          <a:prstGeom prst="roundRect">
            <a:avLst>
              <a:gd name="adj" fmla="val 1867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9567" y="2995553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1427678" y="3028593"/>
            <a:ext cx="2838807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Connected Machines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427678" y="3570565"/>
            <a:ext cx="3022163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IoT sensors enable predictive maintenance and optimization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714161" y="2955965"/>
            <a:ext cx="475893" cy="475893"/>
          </a:xfrm>
          <a:prstGeom prst="roundRect">
            <a:avLst>
              <a:gd name="adj" fmla="val 1867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93397" y="2995553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5401508" y="3028593"/>
            <a:ext cx="264425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Digital Twins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401508" y="3570565"/>
            <a:ext cx="3022163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Virtual replicas simulate and optimize manufacturing processes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0331" y="4670584"/>
            <a:ext cx="475893" cy="475893"/>
          </a:xfrm>
          <a:prstGeom prst="roundRect">
            <a:avLst>
              <a:gd name="adj" fmla="val 18670"/>
            </a:avLst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9567" y="4710172"/>
            <a:ext cx="317302" cy="39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1427678" y="4743212"/>
            <a:ext cx="2677835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Real-Time Analytics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1427678" y="5285184"/>
            <a:ext cx="6995993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Data-driven decisions improve quality and efficiency</a:t>
            </a:r>
            <a:endParaRPr lang="en-US" sz="16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7309" y="1797963"/>
            <a:ext cx="4950262" cy="49502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57632" y="7461885"/>
            <a:ext cx="12832437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Toyota Example:</a:t>
            </a:r>
            <a:r>
              <a:rPr lang="en-US" sz="16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Lean manufacturing principles enhanced by digital tools, achieving unprecedented efficiency and quality control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740331" y="7223998"/>
            <a:ext cx="22860" cy="814268"/>
          </a:xfrm>
          <a:prstGeom prst="rect">
            <a:avLst/>
          </a:prstGeom>
          <a:solidFill>
            <a:srgbClr val="678E97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Hubot Sans Bold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2025-12-14T09:21:18Z</dcterms:created>
  <dcterms:modified xsi:type="dcterms:W3CDTF">2025-12-14T09:42:37Z</dcterms:modified>
</cp:coreProperties>
</file>