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6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40:26.282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40:26.282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40:26.282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40:26.282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40:26.282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40:26.282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40:26.282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40:26.282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40:26.282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40:26.282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40:26.282" v="1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40:18.330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40:18.330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40:18.330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40:18.330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40:18.330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40:18.330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40:18.330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40:18.330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40:18.330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473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0565" y="558284"/>
            <a:ext cx="8741331" cy="634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10. Cybersecurity in Supply Chains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3187303" y="1598652"/>
            <a:ext cx="1651159" cy="1169670"/>
          </a:xfrm>
          <a:prstGeom prst="roundRect">
            <a:avLst>
              <a:gd name="adj" fmla="val 7290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0127" y="2040731"/>
            <a:ext cx="285393" cy="2853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41463" y="1801654"/>
            <a:ext cx="2537698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 Protection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5041463" y="2240518"/>
            <a:ext cx="5145881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Safeguarding sensitive information across supply chain partners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939903" y="2758797"/>
            <a:ext cx="8878491" cy="11430"/>
          </a:xfrm>
          <a:prstGeom prst="roundRect">
            <a:avLst>
              <a:gd name="adj" fmla="val 746010"/>
            </a:avLst>
          </a:prstGeom>
          <a:solidFill>
            <a:srgbClr val="C7C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361724" y="2869763"/>
            <a:ext cx="3302318" cy="1169670"/>
          </a:xfrm>
          <a:prstGeom prst="roundRect">
            <a:avLst>
              <a:gd name="adj" fmla="val 7290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70127" y="3311843"/>
            <a:ext cx="285393" cy="2853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67043" y="3072765"/>
            <a:ext cx="3007400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Infrastructure Security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867043" y="3511629"/>
            <a:ext cx="4513064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Protecting physical and digital assets from cyber threats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5765483" y="4029908"/>
            <a:ext cx="8052911" cy="11430"/>
          </a:xfrm>
          <a:prstGeom prst="roundRect">
            <a:avLst>
              <a:gd name="adj" fmla="val 746010"/>
            </a:avLst>
          </a:prstGeom>
          <a:solidFill>
            <a:srgbClr val="C7C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1536144" y="4140875"/>
            <a:ext cx="4953476" cy="1169670"/>
          </a:xfrm>
          <a:prstGeom prst="roundRect">
            <a:avLst>
              <a:gd name="adj" fmla="val 7290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70127" y="4582954"/>
            <a:ext cx="285393" cy="2853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92622" y="4343876"/>
            <a:ext cx="2537698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Threat Monitoring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6692622" y="4782741"/>
            <a:ext cx="4331970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Continuous surveillance for vulnerabilities and attacks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6591062" y="5301020"/>
            <a:ext cx="7227332" cy="11430"/>
          </a:xfrm>
          <a:prstGeom prst="roundRect">
            <a:avLst>
              <a:gd name="adj" fmla="val 746010"/>
            </a:avLst>
          </a:prstGeom>
          <a:solidFill>
            <a:srgbClr val="C7C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10565" y="5411986"/>
            <a:ext cx="6604635" cy="1169670"/>
          </a:xfrm>
          <a:prstGeom prst="roundRect">
            <a:avLst>
              <a:gd name="adj" fmla="val 7290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70127" y="5854065"/>
            <a:ext cx="285393" cy="28539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18202" y="5614988"/>
            <a:ext cx="2762607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Training &amp; Awareness</a:t>
            </a:r>
            <a:endParaRPr lang="en-US" sz="1950" dirty="0"/>
          </a:p>
        </p:txBody>
      </p:sp>
      <p:sp>
        <p:nvSpPr>
          <p:cNvPr id="21" name="Text 15"/>
          <p:cNvSpPr/>
          <p:nvPr/>
        </p:nvSpPr>
        <p:spPr>
          <a:xfrm>
            <a:off x="7518202" y="6053852"/>
            <a:ext cx="3890129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Building security culture throughout organization</a:t>
            </a:r>
            <a:endParaRPr lang="en-US" sz="1550" dirty="0"/>
          </a:p>
        </p:txBody>
      </p:sp>
      <p:sp>
        <p:nvSpPr>
          <p:cNvPr id="22" name="Shape 16"/>
          <p:cNvSpPr/>
          <p:nvPr/>
        </p:nvSpPr>
        <p:spPr>
          <a:xfrm>
            <a:off x="710565" y="6810018"/>
            <a:ext cx="13209270" cy="862608"/>
          </a:xfrm>
          <a:prstGeom prst="roundRect">
            <a:avLst>
              <a:gd name="adj" fmla="val 9885"/>
            </a:avLst>
          </a:prstGeom>
          <a:solidFill>
            <a:srgbClr val="D2DD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3567" y="7114699"/>
            <a:ext cx="253722" cy="20300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70290" y="7063740"/>
            <a:ext cx="12346543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Critical Importance:</a:t>
            </a:r>
            <a:r>
              <a:rPr lang="en-US" sz="15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Digital interconnectivity creates new vulnerabilities requiring proactive cybersecurity strategies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Hubot Sans Bold</vt:lpstr>
      <vt:lpstr>Arial</vt:lpstr>
      <vt:lpstr>Roboto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2025-12-14T09:21:18Z</dcterms:created>
  <dcterms:modified xsi:type="dcterms:W3CDTF">2025-12-14T09:40:27Z</dcterms:modified>
</cp:coreProperties>
</file>