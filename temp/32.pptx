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7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783BA8-AAB6-4F82-8D59-0FFEE6B91B31}" v="4" dt="2025-12-14T09:39:33.9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font" Target="fonts/font2.fntdata"/><Relationship Id="rId10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39:13.674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39:13.674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39:13.674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39:13.674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39:13.674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39:13.674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39:13.674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39:13.674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39:13.674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39:13.674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39:13.674" v="1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39:13.674" v="1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39:08.060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39:08.060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39:08.060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39:08.060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39:08.060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39:08.060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39:08.060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39:08.060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5170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63909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11. Blockchain for Supply Chain Transparency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835" y="892969"/>
            <a:ext cx="4517708" cy="45177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6835" y="5524024"/>
            <a:ext cx="1447324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Immutable Records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6835" y="5769173"/>
            <a:ext cx="451770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Permanent, tamper-proof transaction history ensuring accountability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6227" y="892969"/>
            <a:ext cx="4517827" cy="45178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56227" y="5524143"/>
            <a:ext cx="152233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Provenance Tracking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056227" y="5769293"/>
            <a:ext cx="451782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Complete visibility from raw materials to final consumer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5738" y="892969"/>
            <a:ext cx="4517708" cy="45177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552402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Fraud Prevention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9715738" y="5769173"/>
            <a:ext cx="451770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Authentication and verification at every supply chain touchpoint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396835" y="6191607"/>
            <a:ext cx="2315051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Walmart's Food Safety Initiative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96835" y="6482120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Blockchain tracking reduces food traceability from days to seconds, enhancing safety and recall efficiency</a:t>
            </a:r>
            <a:endParaRPr lang="en-US" sz="8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61171" y="6205776"/>
            <a:ext cx="6780014" cy="67800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Custom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Roboto Condensed</vt:lpstr>
      <vt:lpstr>Hubot Sans Bold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2025-12-14T09:21:18Z</dcterms:created>
  <dcterms:modified xsi:type="dcterms:W3CDTF">2025-12-14T09:39:36Z</dcterms:modified>
</cp:coreProperties>
</file>