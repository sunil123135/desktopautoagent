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38:31.216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38:31.216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38:25.772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38:25.772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38:25.772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38:25.772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38:25.772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38:25.772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38:25.772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221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13055918" cy="140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12. Big Data Analytics in Supply Chain Decision-Making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01522" y="3108841"/>
            <a:ext cx="332886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Inventory Optimization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7241" y="3595211"/>
            <a:ext cx="4243149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Right products, right place, right time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5002" y="3908881"/>
            <a:ext cx="316230" cy="316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9890" y="2699980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Supplier Evaluation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9890" y="3186351"/>
            <a:ext cx="424326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Performance metrics and risk assessment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20523" y="3481447"/>
            <a:ext cx="316230" cy="3162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49708" y="4335542"/>
            <a:ext cx="2967752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Demand Forecasting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49708" y="4821912"/>
            <a:ext cx="379345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Predictive models for accurate planning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33601" y="4600515"/>
            <a:ext cx="316230" cy="31623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99890" y="5971223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Insights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599890" y="6457593"/>
            <a:ext cx="424326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Behavioral patterns and preferences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20523" y="5719584"/>
            <a:ext cx="316230" cy="31623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994892" y="5562243"/>
            <a:ext cx="303549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Process Optimization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87241" y="6048613"/>
            <a:ext cx="4243149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Identifying inefficiencies and improvements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0391" y="2474000"/>
            <a:ext cx="4569500" cy="4569500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05002" y="5292150"/>
            <a:ext cx="316230" cy="31623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87241" y="7296507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Transforming automotive and consumer packaged goods industries through data-driven intelligence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2025-12-14T09:38:35Z</dcterms:modified>
</cp:coreProperties>
</file>