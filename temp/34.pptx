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9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EF372-7346-427D-8294-D0AB0F508C0D}" v="1" dt="2025-12-14T09:37:55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37:32.244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37:32.244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37:25.850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37:25.850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37:25.850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37:25.850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37:25.850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37:25.850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453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215" y="453509"/>
            <a:ext cx="6717625" cy="515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13. Agile Supply Chain Strategies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7215" y="1381006"/>
            <a:ext cx="3532823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Flexibility &amp; Responsiveness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77215" y="1855113"/>
            <a:ext cx="6536888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Rapid adaptation to market changes and disruptions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77215" y="2392085"/>
            <a:ext cx="82391" cy="82391"/>
          </a:xfrm>
          <a:prstGeom prst="roundRect">
            <a:avLst>
              <a:gd name="adj" fmla="val 554915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4508" y="2304455"/>
            <a:ext cx="206144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Modular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4508" y="2726888"/>
            <a:ext cx="6289596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Flexible components enabling quick reconfiguration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7215" y="3408164"/>
            <a:ext cx="82391" cy="82391"/>
          </a:xfrm>
          <a:prstGeom prst="roundRect">
            <a:avLst>
              <a:gd name="adj" fmla="val 554915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4508" y="3320534"/>
            <a:ext cx="206144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Strategic Buffers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4508" y="3742968"/>
            <a:ext cx="6289596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Inventory and capacity positioned for quick response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7215" y="4424243"/>
            <a:ext cx="82391" cy="82391"/>
          </a:xfrm>
          <a:prstGeom prst="roundRect">
            <a:avLst>
              <a:gd name="adj" fmla="val 554915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4508" y="4336613"/>
            <a:ext cx="2447925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Collaborative Networks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4508" y="4759047"/>
            <a:ext cx="6289596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Strong partnerships enabling rapid resource mobilization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7215" y="5440323"/>
            <a:ext cx="82391" cy="82391"/>
          </a:xfrm>
          <a:prstGeom prst="roundRect">
            <a:avLst>
              <a:gd name="adj" fmla="val 554915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4508" y="5352693"/>
            <a:ext cx="206144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Real-Time Visibility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4508" y="5775127"/>
            <a:ext cx="6289596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Instant awareness enabling swift decision-making</a:t>
            </a:r>
            <a:endParaRPr lang="en-US" sz="12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3917" y="1401604"/>
            <a:ext cx="6536888" cy="65368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4508" y="8494990"/>
            <a:ext cx="13228677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Zara's Fast Fashion:</a:t>
            </a: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From design to store in 2-3 weeks, responding instantly to fashion trends through agile supply chain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77215" y="8309491"/>
            <a:ext cx="22860" cy="634841"/>
          </a:xfrm>
          <a:prstGeom prst="rect">
            <a:avLst/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 Condensed</vt:lpstr>
      <vt:lpstr>Arial</vt:lpstr>
      <vt:lpstr>Hubot Sans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2025-12-14T09:37:59Z</dcterms:modified>
</cp:coreProperties>
</file>