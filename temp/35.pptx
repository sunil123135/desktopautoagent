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6:55.977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6:55.977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6:50.297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6:50.297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6:50.29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6:50.297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6:50.29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38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13055918" cy="140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14. Supply Chain Collaboration and Partnerships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82008" y="3198852"/>
            <a:ext cx="291095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Information Sharing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7241" y="3685223"/>
            <a:ext cx="3905726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data exchange across partners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7147" y="3281898"/>
            <a:ext cx="336471" cy="3364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313" y="3018949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Joint Planning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313" y="3505319"/>
            <a:ext cx="390584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Coordinated forecasting and resource allocation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5283" y="3670756"/>
            <a:ext cx="336471" cy="3364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313" y="5652254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Aligned Incentives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313" y="6138624"/>
            <a:ext cx="390584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Shared goals driving collaborative success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6425" y="5898892"/>
            <a:ext cx="336471" cy="33647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81068" y="5652254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Digital Tools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87241" y="6138624"/>
            <a:ext cx="3905726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Platforms enabling seamless cooperation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89" y="5510034"/>
            <a:ext cx="336471" cy="33647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87241" y="7296507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Cross-functional and cross-company cooperation creating competitive advantage through shared success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Hubot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2025-12-14T09:36:59Z</dcterms:modified>
</cp:coreProperties>
</file>