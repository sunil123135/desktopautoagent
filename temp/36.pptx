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F3CC6-420C-4589-A9F4-C573FA4F480B}" v="1" dt="2025-12-14T09:36:26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6:19.532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6:19.532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6:14.658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6:14.65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6:14.65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36:14.65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2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6909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15. Inventory Management Innovations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07580" y="892969"/>
            <a:ext cx="15240" cy="2494955"/>
          </a:xfrm>
          <a:prstGeom prst="roundRect">
            <a:avLst>
              <a:gd name="adj" fmla="val 312558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595" y="892969"/>
            <a:ext cx="6918365" cy="680442"/>
          </a:xfrm>
          <a:prstGeom prst="roundRect">
            <a:avLst>
              <a:gd name="adj" fmla="val 700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87139" y="1013936"/>
            <a:ext cx="149947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Demand-Driven MRP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563" y="1259086"/>
            <a:ext cx="668405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DDMRP aligns inventory with actual market signals, reducing waste and improving flow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30440" y="1800225"/>
            <a:ext cx="6918365" cy="680442"/>
          </a:xfrm>
          <a:prstGeom prst="rect">
            <a:avLst/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43788" y="192119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Just-In-Time (JIT)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43788" y="2166342"/>
            <a:ext cx="668405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Minimizing inventory holding costs while maintaining production continuity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1595" y="2707481"/>
            <a:ext cx="6918365" cy="680442"/>
          </a:xfrm>
          <a:prstGeom prst="roundRect">
            <a:avLst>
              <a:gd name="adj" fmla="val 700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9524" y="2828449"/>
            <a:ext cx="146708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Dynamic Positioning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563" y="3073598"/>
            <a:ext cx="668405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 placement of inventory closer to demand points for faster fulfillment</a:t>
            </a:r>
            <a:endParaRPr lang="en-US" sz="8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835" y="3642955"/>
            <a:ext cx="6780014" cy="67800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61171" y="3628787"/>
            <a:ext cx="143875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Amazon's Approach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61171" y="391929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Predictive algorithms dynamically position inventory across fulfillment network, anticipating regional demand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2025-12-14T09:36:28Z</dcterms:modified>
</cp:coreProperties>
</file>