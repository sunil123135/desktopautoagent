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14630400" cy="8229600"/>
  <p:notesSz cx="8229600" cy="14630400"/>
  <p:embeddedFontLst>
    <p:embeddedFont>
      <p:font typeface="Roboto Condensed" panose="02000000000000000000" pitchFamily="2" charset="0"/>
      <p:regular r:id="rId4"/>
      <p:bold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BEF2FD-0F18-4DED-8112-CB206B40DC96}" v="1" dt="2025-12-14T09:34:55.0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font" Target="fonts/font2.fntdata"/><Relationship Id="rId10" Type="http://schemas.microsoft.com/office/2016/11/relationships/changesInfo" Target="changesInfos/changesInfo1.xml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4T09:34:48.196" v="1" actId="47"/>
      <pc:docMkLst>
        <pc:docMk/>
      </pc:docMkLst>
      <pc:sldChg chg="del">
        <pc:chgData name="Lalwani, Sunil" userId="95b0a425-4eed-4b84-a7cf-34664c131309" providerId="ADAL" clId="{CC5F0CBF-77A6-4739-8FF3-8FB7DAFF4AC8}" dt="2025-12-14T09:34:48.196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09:34:48.196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09:34:48.196" v="1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09:34:48.196" v="1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09:34:48.196" v="1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09:34:48.196" v="1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09:34:48.196" v="1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4T09:34:48.196" v="1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09:34:48.196" v="1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09:34:48.196" v="1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09:34:48.196" v="1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09:34:48.196" v="1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09:34:48.196" v="1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09:34:48.196" v="1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09:34:48.196" v="1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09:34:48.196" v="1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09:34:18.708" v="0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09:34:18.708" v="0" actId="47"/>
        <pc:sldMkLst>
          <pc:docMk/>
          <pc:sldMk cId="0" sldId="274"/>
        </pc:sldMkLst>
      </pc:sldChg>
      <pc:sldChg chg="del">
        <pc:chgData name="Lalwani, Sunil" userId="95b0a425-4eed-4b84-a7cf-34664c131309" providerId="ADAL" clId="{CC5F0CBF-77A6-4739-8FF3-8FB7DAFF4AC8}" dt="2025-12-14T09:34:18.708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873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4000" y="0"/>
            <a:ext cx="5486400" cy="82304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8424" y="572333"/>
            <a:ext cx="7687151" cy="1300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16. Global Trade Dynamics and Geopolitical Impact</a:t>
            </a:r>
            <a:endParaRPr lang="en-US" sz="4050" dirty="0"/>
          </a:p>
        </p:txBody>
      </p:sp>
      <p:sp>
        <p:nvSpPr>
          <p:cNvPr id="4" name="Shape 1"/>
          <p:cNvSpPr/>
          <p:nvPr/>
        </p:nvSpPr>
        <p:spPr>
          <a:xfrm>
            <a:off x="728424" y="2185154"/>
            <a:ext cx="3739515" cy="1910596"/>
          </a:xfrm>
          <a:prstGeom prst="roundRect">
            <a:avLst>
              <a:gd name="adj" fmla="val 5743"/>
            </a:avLst>
          </a:prstGeom>
          <a:solidFill>
            <a:srgbClr val="E8E8E3"/>
          </a:solidFill>
          <a:ln w="2286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05564" y="2185154"/>
            <a:ext cx="91440" cy="1910596"/>
          </a:xfrm>
          <a:prstGeom prst="roundRect">
            <a:avLst>
              <a:gd name="adj" fmla="val 95599"/>
            </a:avLst>
          </a:prstGeom>
          <a:solidFill>
            <a:srgbClr val="678E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27986" y="2416135"/>
            <a:ext cx="2642473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Tariffs &amp; Trade Wars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27986" y="2866073"/>
            <a:ext cx="3208973" cy="99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Import duties and trade restrictions reshaping supply chain routes and increasing costs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676061" y="2185154"/>
            <a:ext cx="3739515" cy="1910596"/>
          </a:xfrm>
          <a:prstGeom prst="roundRect">
            <a:avLst>
              <a:gd name="adj" fmla="val 5743"/>
            </a:avLst>
          </a:prstGeom>
          <a:solidFill>
            <a:srgbClr val="E8E8E3"/>
          </a:solidFill>
          <a:ln w="2286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653201" y="2185154"/>
            <a:ext cx="91440" cy="1910596"/>
          </a:xfrm>
          <a:prstGeom prst="roundRect">
            <a:avLst>
              <a:gd name="adj" fmla="val 95599"/>
            </a:avLst>
          </a:prstGeom>
          <a:solidFill>
            <a:srgbClr val="678E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975622" y="2416135"/>
            <a:ext cx="3027402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Regulatory Complexity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975622" y="2866073"/>
            <a:ext cx="3208973" cy="99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Navigating diverse customs, compliance, and documentation requirements across borders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28424" y="4303871"/>
            <a:ext cx="3739515" cy="1902857"/>
          </a:xfrm>
          <a:prstGeom prst="roundRect">
            <a:avLst>
              <a:gd name="adj" fmla="val 5766"/>
            </a:avLst>
          </a:prstGeom>
          <a:solidFill>
            <a:srgbClr val="E8E8E3"/>
          </a:solidFill>
          <a:ln w="2286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05564" y="4303871"/>
            <a:ext cx="91440" cy="1902857"/>
          </a:xfrm>
          <a:prstGeom prst="roundRect">
            <a:avLst>
              <a:gd name="adj" fmla="val 95599"/>
            </a:avLst>
          </a:prstGeom>
          <a:solidFill>
            <a:srgbClr val="678E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27986" y="4534853"/>
            <a:ext cx="3208973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Diversification Strategies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027986" y="5309949"/>
            <a:ext cx="3208973" cy="66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Multi-sourcing and nearshoring to reduce geopolitical risk exposure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28424" y="6440805"/>
            <a:ext cx="7687151" cy="1217295"/>
          </a:xfrm>
          <a:prstGeom prst="roundRect">
            <a:avLst>
              <a:gd name="adj" fmla="val 7181"/>
            </a:avLst>
          </a:prstGeom>
          <a:solidFill>
            <a:srgbClr val="D2DD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546" y="6747391"/>
            <a:ext cx="260152" cy="20812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404818" y="6700957"/>
            <a:ext cx="6802636" cy="66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Strategic Response:</a:t>
            </a:r>
            <a:r>
              <a:rPr lang="en-US" sz="16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Companies diversifying manufacturing locations to mitigate geopolitical risks and ensure continuity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</Words>
  <Application>Microsoft Office PowerPoint</Application>
  <PresentationFormat>Custom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Hubot Sans Bold</vt:lpstr>
      <vt:lpstr>Roboto Condensed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2025-12-14T09:21:18Z</dcterms:created>
  <dcterms:modified xsi:type="dcterms:W3CDTF">2025-12-14T09:34:57Z</dcterms:modified>
</cp:coreProperties>
</file>