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F48980-F4A6-48FF-98B4-4CF2CE98DF1C}" v="1" dt="2025-12-14T09:33:42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33:36.747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33:36.747" v="1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33:32.113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33:32.113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00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4101" y="637580"/>
            <a:ext cx="7828598" cy="117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17. Supply Chain Talent and Workforce Development</a:t>
            </a:r>
            <a:endParaRPr lang="en-US" sz="3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4101" y="2093833"/>
            <a:ext cx="469821" cy="4698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44101" y="2798564"/>
            <a:ext cx="2431733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Digital Skills Training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144101" y="3204924"/>
            <a:ext cx="7828598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Upskilling for analytics, automation, and emerging technologies driving modern supply chains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4101" y="3881199"/>
            <a:ext cx="469821" cy="4698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44101" y="4585930"/>
            <a:ext cx="2817614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Sustainability Expertise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144101" y="4992291"/>
            <a:ext cx="7828598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Building knowledge in green practices and circular economy principles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4101" y="5668566"/>
            <a:ext cx="469821" cy="4698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44101" y="6373297"/>
            <a:ext cx="2964299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Leadership Development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144101" y="6779657"/>
            <a:ext cx="7828598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Cultivating strategic thinkers who can navigate complexity and drive innovation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144101" y="7291507"/>
            <a:ext cx="7828598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Addressing critical skills gaps to future-proof supply chain teams and maintain competitive advantage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2025-12-14T09:33:52Z</dcterms:modified>
</cp:coreProperties>
</file>