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74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332367-EAEF-4B29-A60E-71EA3281BEC3}" v="1" dt="2025-12-14T09:32:11.4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32:03.018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32:03.018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32:03.018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32:03.018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32:03.018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32:03.018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32:03.018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32:03.018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32:03.018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32:03.018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32:03.018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32:03.018" v="1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32:03.018" v="1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32:03.018" v="1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32:03.018" v="1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32:03.018" v="1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32:03.018" v="1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32:03.018" v="1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32:03.018" v="1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31:56.721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384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095" y="597218"/>
            <a:ext cx="9796582" cy="678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18. Customer-Centric Supply Chains</a:t>
            </a:r>
            <a:endParaRPr lang="en-US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95" y="1845945"/>
            <a:ext cx="4926092" cy="49260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3635" y="1818799"/>
            <a:ext cx="5738574" cy="407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Designing Around Customer Needs</a:t>
            </a:r>
            <a:endParaRPr lang="en-US" sz="2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5074" y="2477095"/>
            <a:ext cx="325755" cy="32575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29438" y="2470309"/>
            <a:ext cx="2953941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Personalized Delivery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6929438" y="3026807"/>
            <a:ext cx="6948368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Custom delivery windows and locations matching preferences</a:t>
            </a:r>
            <a:endParaRPr lang="en-US" sz="1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5074" y="3815358"/>
            <a:ext cx="325755" cy="32575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29438" y="3808571"/>
            <a:ext cx="2714625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Flexible Options</a:t>
            </a:r>
            <a:endParaRPr lang="en-US" sz="2100" dirty="0"/>
          </a:p>
        </p:txBody>
      </p:sp>
      <p:sp>
        <p:nvSpPr>
          <p:cNvPr id="10" name="Text 5"/>
          <p:cNvSpPr/>
          <p:nvPr/>
        </p:nvSpPr>
        <p:spPr>
          <a:xfrm>
            <a:off x="6929438" y="4365069"/>
            <a:ext cx="6948368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Multiple fulfillment choices empowering customer control</a:t>
            </a:r>
            <a:endParaRPr lang="en-US" sz="1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5074" y="5153620"/>
            <a:ext cx="325755" cy="32575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29438" y="5146834"/>
            <a:ext cx="2714625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Real-Time Tracking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6929438" y="5703332"/>
            <a:ext cx="6948368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Complete visibility into order status and location</a:t>
            </a:r>
            <a:endParaRPr lang="en-US" sz="17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5074" y="6491883"/>
            <a:ext cx="325755" cy="32575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29438" y="6485096"/>
            <a:ext cx="3837623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Data-Driven Personalization</a:t>
            </a:r>
            <a:endParaRPr lang="en-US" sz="2100" dirty="0"/>
          </a:p>
        </p:txBody>
      </p:sp>
      <p:sp>
        <p:nvSpPr>
          <p:cNvPr id="16" name="Text 9"/>
          <p:cNvSpPr/>
          <p:nvPr/>
        </p:nvSpPr>
        <p:spPr>
          <a:xfrm>
            <a:off x="6929438" y="7041594"/>
            <a:ext cx="6948368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Analytics tailoring experiences to individual customers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Hubot Sans Bold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2025-12-14T09:21:18Z</dcterms:created>
  <dcterms:modified xsi:type="dcterms:W3CDTF">2025-12-14T09:32:11Z</dcterms:modified>
</cp:coreProperties>
</file>