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3"/>
  </p:notesMasterIdLst>
  <p:sldIdLst>
    <p:sldId id="258" r:id="rId2"/>
  </p:sldIdLst>
  <p:sldSz cx="14630400" cy="8229600"/>
  <p:notesSz cx="8229600" cy="14630400"/>
  <p:embeddedFontLst>
    <p:embeddedFont>
      <p:font typeface="Inter" panose="020B0604020202020204" charset="0"/>
      <p:regular r:id="rId4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89" d="100"/>
          <a:sy n="89" d="100"/>
        </p:scale>
        <p:origin x="636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notesMaster" Target="notesMasters/notesMaster1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font" Target="fonts/font1.fntdata"/><Relationship Id="rId9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Lalwani, Sunil" userId="95b0a425-4eed-4b84-a7cf-34664c131309" providerId="ADAL" clId="{CC5F0CBF-77A6-4739-8FF3-8FB7DAFF4AC8}"/>
    <pc:docChg chg="delSld">
      <pc:chgData name="Lalwani, Sunil" userId="95b0a425-4eed-4b84-a7cf-34664c131309" providerId="ADAL" clId="{CC5F0CBF-77A6-4739-8FF3-8FB7DAFF4AC8}" dt="2025-12-16T15:35:24.656" v="2" actId="47"/>
      <pc:docMkLst>
        <pc:docMk/>
      </pc:docMkLst>
      <pc:sldChg chg="del">
        <pc:chgData name="Lalwani, Sunil" userId="95b0a425-4eed-4b84-a7cf-34664c131309" providerId="ADAL" clId="{CC5F0CBF-77A6-4739-8FF3-8FB7DAFF4AC8}" dt="2025-12-14T09:24:26.018" v="1" actId="47"/>
        <pc:sldMkLst>
          <pc:docMk/>
          <pc:sldMk cId="0" sldId="256"/>
        </pc:sldMkLst>
      </pc:sldChg>
      <pc:sldChg chg="del">
        <pc:chgData name="Lalwani, Sunil" userId="95b0a425-4eed-4b84-a7cf-34664c131309" providerId="ADAL" clId="{CC5F0CBF-77A6-4739-8FF3-8FB7DAFF4AC8}" dt="2025-12-14T09:24:26.018" v="1" actId="47"/>
        <pc:sldMkLst>
          <pc:docMk/>
          <pc:sldMk cId="0" sldId="257"/>
        </pc:sldMkLst>
      </pc:sldChg>
      <pc:sldChg chg="del">
        <pc:chgData name="Lalwani, Sunil" userId="95b0a425-4eed-4b84-a7cf-34664c131309" providerId="ADAL" clId="{CC5F0CBF-77A6-4739-8FF3-8FB7DAFF4AC8}" dt="2025-12-16T15:35:24.656" v="2" actId="47"/>
        <pc:sldMkLst>
          <pc:docMk/>
          <pc:sldMk cId="0" sldId="259"/>
        </pc:sldMkLst>
      </pc:sldChg>
      <pc:sldChg chg="del">
        <pc:chgData name="Lalwani, Sunil" userId="95b0a425-4eed-4b84-a7cf-34664c131309" providerId="ADAL" clId="{CC5F0CBF-77A6-4739-8FF3-8FB7DAFF4AC8}" dt="2025-12-14T09:24:23.525" v="0" actId="47"/>
        <pc:sldMkLst>
          <pc:docMk/>
          <pc:sldMk cId="0" sldId="260"/>
        </pc:sldMkLst>
      </pc:sldChg>
      <pc:sldChg chg="del">
        <pc:chgData name="Lalwani, Sunil" userId="95b0a425-4eed-4b84-a7cf-34664c131309" providerId="ADAL" clId="{CC5F0CBF-77A6-4739-8FF3-8FB7DAFF4AC8}" dt="2025-12-14T09:24:23.525" v="0" actId="47"/>
        <pc:sldMkLst>
          <pc:docMk/>
          <pc:sldMk cId="0" sldId="261"/>
        </pc:sldMkLst>
      </pc:sldChg>
      <pc:sldChg chg="del">
        <pc:chgData name="Lalwani, Sunil" userId="95b0a425-4eed-4b84-a7cf-34664c131309" providerId="ADAL" clId="{CC5F0CBF-77A6-4739-8FF3-8FB7DAFF4AC8}" dt="2025-12-14T09:24:23.525" v="0" actId="47"/>
        <pc:sldMkLst>
          <pc:docMk/>
          <pc:sldMk cId="0" sldId="262"/>
        </pc:sldMkLst>
      </pc:sldChg>
      <pc:sldChg chg="del">
        <pc:chgData name="Lalwani, Sunil" userId="95b0a425-4eed-4b84-a7cf-34664c131309" providerId="ADAL" clId="{CC5F0CBF-77A6-4739-8FF3-8FB7DAFF4AC8}" dt="2025-12-14T09:24:23.525" v="0" actId="47"/>
        <pc:sldMkLst>
          <pc:docMk/>
          <pc:sldMk cId="0" sldId="263"/>
        </pc:sldMkLst>
      </pc:sldChg>
      <pc:sldChg chg="del">
        <pc:chgData name="Lalwani, Sunil" userId="95b0a425-4eed-4b84-a7cf-34664c131309" providerId="ADAL" clId="{CC5F0CBF-77A6-4739-8FF3-8FB7DAFF4AC8}" dt="2025-12-14T09:24:23.525" v="0" actId="47"/>
        <pc:sldMkLst>
          <pc:docMk/>
          <pc:sldMk cId="0" sldId="264"/>
        </pc:sldMkLst>
      </pc:sldChg>
      <pc:sldChg chg="del">
        <pc:chgData name="Lalwani, Sunil" userId="95b0a425-4eed-4b84-a7cf-34664c131309" providerId="ADAL" clId="{CC5F0CBF-77A6-4739-8FF3-8FB7DAFF4AC8}" dt="2025-12-14T09:24:23.525" v="0" actId="47"/>
        <pc:sldMkLst>
          <pc:docMk/>
          <pc:sldMk cId="0" sldId="265"/>
        </pc:sldMkLst>
      </pc:sldChg>
      <pc:sldChg chg="del">
        <pc:chgData name="Lalwani, Sunil" userId="95b0a425-4eed-4b84-a7cf-34664c131309" providerId="ADAL" clId="{CC5F0CBF-77A6-4739-8FF3-8FB7DAFF4AC8}" dt="2025-12-14T09:24:23.525" v="0" actId="47"/>
        <pc:sldMkLst>
          <pc:docMk/>
          <pc:sldMk cId="0" sldId="266"/>
        </pc:sldMkLst>
      </pc:sldChg>
      <pc:sldChg chg="del">
        <pc:chgData name="Lalwani, Sunil" userId="95b0a425-4eed-4b84-a7cf-34664c131309" providerId="ADAL" clId="{CC5F0CBF-77A6-4739-8FF3-8FB7DAFF4AC8}" dt="2025-12-14T09:24:23.525" v="0" actId="47"/>
        <pc:sldMkLst>
          <pc:docMk/>
          <pc:sldMk cId="0" sldId="267"/>
        </pc:sldMkLst>
      </pc:sldChg>
      <pc:sldChg chg="del">
        <pc:chgData name="Lalwani, Sunil" userId="95b0a425-4eed-4b84-a7cf-34664c131309" providerId="ADAL" clId="{CC5F0CBF-77A6-4739-8FF3-8FB7DAFF4AC8}" dt="2025-12-14T09:24:23.525" v="0" actId="47"/>
        <pc:sldMkLst>
          <pc:docMk/>
          <pc:sldMk cId="0" sldId="268"/>
        </pc:sldMkLst>
      </pc:sldChg>
      <pc:sldChg chg="del">
        <pc:chgData name="Lalwani, Sunil" userId="95b0a425-4eed-4b84-a7cf-34664c131309" providerId="ADAL" clId="{CC5F0CBF-77A6-4739-8FF3-8FB7DAFF4AC8}" dt="2025-12-14T09:24:23.525" v="0" actId="47"/>
        <pc:sldMkLst>
          <pc:docMk/>
          <pc:sldMk cId="0" sldId="269"/>
        </pc:sldMkLst>
      </pc:sldChg>
      <pc:sldChg chg="del">
        <pc:chgData name="Lalwani, Sunil" userId="95b0a425-4eed-4b84-a7cf-34664c131309" providerId="ADAL" clId="{CC5F0CBF-77A6-4739-8FF3-8FB7DAFF4AC8}" dt="2025-12-14T09:24:23.525" v="0" actId="47"/>
        <pc:sldMkLst>
          <pc:docMk/>
          <pc:sldMk cId="0" sldId="270"/>
        </pc:sldMkLst>
      </pc:sldChg>
      <pc:sldChg chg="del">
        <pc:chgData name="Lalwani, Sunil" userId="95b0a425-4eed-4b84-a7cf-34664c131309" providerId="ADAL" clId="{CC5F0CBF-77A6-4739-8FF3-8FB7DAFF4AC8}" dt="2025-12-14T09:24:23.525" v="0" actId="47"/>
        <pc:sldMkLst>
          <pc:docMk/>
          <pc:sldMk cId="0" sldId="271"/>
        </pc:sldMkLst>
      </pc:sldChg>
      <pc:sldChg chg="del">
        <pc:chgData name="Lalwani, Sunil" userId="95b0a425-4eed-4b84-a7cf-34664c131309" providerId="ADAL" clId="{CC5F0CBF-77A6-4739-8FF3-8FB7DAFF4AC8}" dt="2025-12-14T09:24:23.525" v="0" actId="47"/>
        <pc:sldMkLst>
          <pc:docMk/>
          <pc:sldMk cId="0" sldId="272"/>
        </pc:sldMkLst>
      </pc:sldChg>
      <pc:sldChg chg="del">
        <pc:chgData name="Lalwani, Sunil" userId="95b0a425-4eed-4b84-a7cf-34664c131309" providerId="ADAL" clId="{CC5F0CBF-77A6-4739-8FF3-8FB7DAFF4AC8}" dt="2025-12-14T09:24:23.525" v="0" actId="47"/>
        <pc:sldMkLst>
          <pc:docMk/>
          <pc:sldMk cId="0" sldId="273"/>
        </pc:sldMkLst>
      </pc:sldChg>
      <pc:sldChg chg="del">
        <pc:chgData name="Lalwani, Sunil" userId="95b0a425-4eed-4b84-a7cf-34664c131309" providerId="ADAL" clId="{CC5F0CBF-77A6-4739-8FF3-8FB7DAFF4AC8}" dt="2025-12-14T09:24:23.525" v="0" actId="47"/>
        <pc:sldMkLst>
          <pc:docMk/>
          <pc:sldMk cId="0" sldId="274"/>
        </pc:sldMkLst>
      </pc:sldChg>
      <pc:sldChg chg="del">
        <pc:chgData name="Lalwani, Sunil" userId="95b0a425-4eed-4b84-a7cf-34664c131309" providerId="ADAL" clId="{CC5F0CBF-77A6-4739-8FF3-8FB7DAFF4AC8}" dt="2025-12-14T09:24:23.525" v="0" actId="47"/>
        <pc:sldMkLst>
          <pc:docMk/>
          <pc:sldMk cId="0" sldId="275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0800657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  <p:sldLayoutId id="2147483667" r:id="rId19"/>
    <p:sldLayoutId id="2147483668" r:id="rId20"/>
    <p:sldLayoutId id="2147483669" r:id="rId2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png"/><Relationship Id="rId7" Type="http://schemas.openxmlformats.org/officeDocument/2006/relationships/image" Target="../media/image5.sv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4.png"/><Relationship Id="rId5" Type="http://schemas.openxmlformats.org/officeDocument/2006/relationships/image" Target="../media/image3.svg"/><Relationship Id="rId4" Type="http://schemas.openxmlformats.org/officeDocument/2006/relationships/image" Target="../media/image2.png"/><Relationship Id="rId9" Type="http://schemas.openxmlformats.org/officeDocument/2006/relationships/image" Target="../media/image7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0"/>
            <a:ext cx="5486400" cy="823114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14494" y="561380"/>
            <a:ext cx="7715012" cy="12758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000"/>
              </a:lnSpc>
              <a:buNone/>
            </a:pPr>
            <a:r>
              <a:rPr lang="en-US" sz="3200" b="1" dirty="0">
                <a:solidFill>
                  <a:srgbClr val="000000"/>
                </a:solidFill>
                <a:latin typeface="Calibri" pitchFamily="34" charset="0"/>
                <a:ea typeface="Inter Bold" pitchFamily="34" charset="-122"/>
                <a:cs typeface="Inter Bold" pitchFamily="34" charset="-120"/>
              </a:rPr>
              <a:t>AI &amp; Machine Learning Applications</a:t>
            </a:r>
            <a:endParaRPr lang="en-US" sz="4000" dirty="0"/>
          </a:p>
        </p:txBody>
      </p:sp>
      <p:sp>
        <p:nvSpPr>
          <p:cNvPr id="4" name="Shape 1"/>
          <p:cNvSpPr/>
          <p:nvPr/>
        </p:nvSpPr>
        <p:spPr>
          <a:xfrm>
            <a:off x="714494" y="2143363"/>
            <a:ext cx="3755469" cy="2987873"/>
          </a:xfrm>
          <a:prstGeom prst="roundRect">
            <a:avLst>
              <a:gd name="adj" fmla="val 2870"/>
            </a:avLst>
          </a:prstGeom>
          <a:solidFill>
            <a:srgbClr val="DADBF1"/>
          </a:solidFill>
          <a:ln w="7620">
            <a:solidFill>
              <a:srgbClr val="C0C1D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2"/>
          <p:cNvSpPr/>
          <p:nvPr/>
        </p:nvSpPr>
        <p:spPr>
          <a:xfrm>
            <a:off x="926187" y="2355056"/>
            <a:ext cx="612338" cy="612338"/>
          </a:xfrm>
          <a:prstGeom prst="roundRect">
            <a:avLst>
              <a:gd name="adj" fmla="val 14931436"/>
            </a:avLst>
          </a:prstGeom>
          <a:solidFill>
            <a:srgbClr val="4950BC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94542" y="2523411"/>
            <a:ext cx="275511" cy="275511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926187" y="3171468"/>
            <a:ext cx="2571036" cy="318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20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Demand Forecasting</a:t>
            </a:r>
            <a:endParaRPr lang="en-US" sz="2000" dirty="0"/>
          </a:p>
        </p:txBody>
      </p:sp>
      <p:sp>
        <p:nvSpPr>
          <p:cNvPr id="8" name="Text 4"/>
          <p:cNvSpPr/>
          <p:nvPr/>
        </p:nvSpPr>
        <p:spPr>
          <a:xfrm>
            <a:off x="926187" y="3612713"/>
            <a:ext cx="3332083" cy="9801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16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AI algorithms predict demand patterns with 95%+ accuracy, reducing stockouts and overstock</a:t>
            </a:r>
            <a:endParaRPr lang="en-US" sz="1600" dirty="0"/>
          </a:p>
        </p:txBody>
      </p:sp>
      <p:sp>
        <p:nvSpPr>
          <p:cNvPr id="9" name="Shape 5"/>
          <p:cNvSpPr/>
          <p:nvPr/>
        </p:nvSpPr>
        <p:spPr>
          <a:xfrm>
            <a:off x="4674037" y="2143363"/>
            <a:ext cx="3755469" cy="2987873"/>
          </a:xfrm>
          <a:prstGeom prst="roundRect">
            <a:avLst>
              <a:gd name="adj" fmla="val 2870"/>
            </a:avLst>
          </a:prstGeom>
          <a:solidFill>
            <a:srgbClr val="DADBF1"/>
          </a:solidFill>
          <a:ln w="7620">
            <a:solidFill>
              <a:srgbClr val="C0C1D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6"/>
          <p:cNvSpPr/>
          <p:nvPr/>
        </p:nvSpPr>
        <p:spPr>
          <a:xfrm>
            <a:off x="4885730" y="2355056"/>
            <a:ext cx="612338" cy="612338"/>
          </a:xfrm>
          <a:prstGeom prst="roundRect">
            <a:avLst>
              <a:gd name="adj" fmla="val 14931436"/>
            </a:avLst>
          </a:prstGeom>
          <a:solidFill>
            <a:srgbClr val="4950BC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5054084" y="2523411"/>
            <a:ext cx="275511" cy="275511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4885730" y="3171468"/>
            <a:ext cx="2551748" cy="318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20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Route Optimization</a:t>
            </a:r>
            <a:endParaRPr lang="en-US" sz="2000" dirty="0"/>
          </a:p>
        </p:txBody>
      </p:sp>
      <p:sp>
        <p:nvSpPr>
          <p:cNvPr id="13" name="Text 8"/>
          <p:cNvSpPr/>
          <p:nvPr/>
        </p:nvSpPr>
        <p:spPr>
          <a:xfrm>
            <a:off x="4885730" y="3612713"/>
            <a:ext cx="3332083" cy="13068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16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Machine learning optimizes delivery routes in real-time, cutting costs by 20% and emissions by 15%</a:t>
            </a:r>
            <a:endParaRPr lang="en-US" sz="1600" dirty="0"/>
          </a:p>
        </p:txBody>
      </p:sp>
      <p:sp>
        <p:nvSpPr>
          <p:cNvPr id="14" name="Shape 9"/>
          <p:cNvSpPr/>
          <p:nvPr/>
        </p:nvSpPr>
        <p:spPr>
          <a:xfrm>
            <a:off x="714494" y="5335310"/>
            <a:ext cx="7715012" cy="2334458"/>
          </a:xfrm>
          <a:prstGeom prst="roundRect">
            <a:avLst>
              <a:gd name="adj" fmla="val 3673"/>
            </a:avLst>
          </a:prstGeom>
          <a:solidFill>
            <a:srgbClr val="DADBF1"/>
          </a:solidFill>
          <a:ln w="7620">
            <a:solidFill>
              <a:srgbClr val="C0C1D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0"/>
          <p:cNvSpPr/>
          <p:nvPr/>
        </p:nvSpPr>
        <p:spPr>
          <a:xfrm>
            <a:off x="926187" y="5547003"/>
            <a:ext cx="612338" cy="612338"/>
          </a:xfrm>
          <a:prstGeom prst="roundRect">
            <a:avLst>
              <a:gd name="adj" fmla="val 14931436"/>
            </a:avLst>
          </a:prstGeom>
          <a:solidFill>
            <a:srgbClr val="4950BC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1094542" y="5715357"/>
            <a:ext cx="275511" cy="275511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926187" y="6363414"/>
            <a:ext cx="2551748" cy="318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20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Predictive Analytics</a:t>
            </a:r>
            <a:endParaRPr lang="en-US" sz="2000" dirty="0"/>
          </a:p>
        </p:txBody>
      </p:sp>
      <p:sp>
        <p:nvSpPr>
          <p:cNvPr id="18" name="Text 12"/>
          <p:cNvSpPr/>
          <p:nvPr/>
        </p:nvSpPr>
        <p:spPr>
          <a:xfrm>
            <a:off x="926187" y="6804660"/>
            <a:ext cx="7291626" cy="6534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16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Advanced models identify risks before they materialize, enabling proactive intervention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55</Words>
  <Application>Microsoft Office PowerPoint</Application>
  <PresentationFormat>Custom</PresentationFormat>
  <Paragraphs>8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Inter Bold</vt:lpstr>
      <vt:lpstr>Arial</vt:lpstr>
      <vt:lpstr>Inter</vt:lpstr>
      <vt:lpstr>Calibri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>Lalwani, Sunil</cp:lastModifiedBy>
  <cp:revision>1</cp:revision>
  <dcterms:created xsi:type="dcterms:W3CDTF">2025-12-14T08:55:05Z</dcterms:created>
  <dcterms:modified xsi:type="dcterms:W3CDTF">2025-12-16T15:35:28Z</dcterms:modified>
</cp:coreProperties>
</file>