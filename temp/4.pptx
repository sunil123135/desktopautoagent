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2"/>
  </p:notesMasterIdLst>
  <p:sldIdLst>
    <p:sldId id="259" r:id="rId2"/>
    <p:sldId id="264" r:id="rId3"/>
    <p:sldId id="457" r:id="rId4"/>
    <p:sldId id="260" r:id="rId5"/>
    <p:sldId id="262" r:id="rId6"/>
    <p:sldId id="263" r:id="rId7"/>
    <p:sldId id="266" r:id="rId8"/>
    <p:sldId id="267" r:id="rId9"/>
    <p:sldId id="268" r:id="rId10"/>
    <p:sldId id="270" r:id="rId11"/>
    <p:sldId id="271" r:id="rId12"/>
    <p:sldId id="272" r:id="rId13"/>
    <p:sldId id="274" r:id="rId14"/>
    <p:sldId id="275" r:id="rId15"/>
    <p:sldId id="276" r:id="rId16"/>
    <p:sldId id="278" r:id="rId17"/>
    <p:sldId id="279" r:id="rId18"/>
    <p:sldId id="280" r:id="rId19"/>
    <p:sldId id="282" r:id="rId20"/>
    <p:sldId id="283" r:id="rId21"/>
    <p:sldId id="284" r:id="rId22"/>
    <p:sldId id="286" r:id="rId23"/>
    <p:sldId id="287" r:id="rId24"/>
    <p:sldId id="288" r:id="rId25"/>
    <p:sldId id="290" r:id="rId26"/>
    <p:sldId id="291" r:id="rId27"/>
    <p:sldId id="292" r:id="rId28"/>
    <p:sldId id="294" r:id="rId29"/>
    <p:sldId id="295" r:id="rId30"/>
    <p:sldId id="296" r:id="rId31"/>
    <p:sldId id="298" r:id="rId32"/>
    <p:sldId id="299" r:id="rId33"/>
    <p:sldId id="300" r:id="rId34"/>
    <p:sldId id="302" r:id="rId35"/>
    <p:sldId id="303" r:id="rId36"/>
    <p:sldId id="304" r:id="rId37"/>
    <p:sldId id="306" r:id="rId38"/>
    <p:sldId id="307" r:id="rId39"/>
    <p:sldId id="308" r:id="rId40"/>
    <p:sldId id="310" r:id="rId41"/>
    <p:sldId id="311" r:id="rId42"/>
    <p:sldId id="312" r:id="rId43"/>
    <p:sldId id="314" r:id="rId44"/>
    <p:sldId id="315" r:id="rId45"/>
    <p:sldId id="316" r:id="rId46"/>
    <p:sldId id="318" r:id="rId47"/>
    <p:sldId id="319" r:id="rId48"/>
    <p:sldId id="320" r:id="rId49"/>
    <p:sldId id="322" r:id="rId50"/>
    <p:sldId id="323" r:id="rId51"/>
    <p:sldId id="324" r:id="rId52"/>
    <p:sldId id="326" r:id="rId53"/>
    <p:sldId id="327" r:id="rId54"/>
    <p:sldId id="328" r:id="rId55"/>
    <p:sldId id="330" r:id="rId56"/>
    <p:sldId id="331" r:id="rId57"/>
    <p:sldId id="332" r:id="rId58"/>
    <p:sldId id="334" r:id="rId59"/>
    <p:sldId id="335" r:id="rId60"/>
    <p:sldId id="336" r:id="rId61"/>
    <p:sldId id="338" r:id="rId62"/>
    <p:sldId id="339" r:id="rId63"/>
    <p:sldId id="340" r:id="rId64"/>
    <p:sldId id="342" r:id="rId65"/>
    <p:sldId id="343" r:id="rId66"/>
    <p:sldId id="344" r:id="rId67"/>
    <p:sldId id="346" r:id="rId68"/>
    <p:sldId id="347" r:id="rId69"/>
    <p:sldId id="348" r:id="rId70"/>
    <p:sldId id="350" r:id="rId71"/>
    <p:sldId id="351" r:id="rId72"/>
    <p:sldId id="352" r:id="rId73"/>
    <p:sldId id="354" r:id="rId74"/>
    <p:sldId id="355" r:id="rId75"/>
    <p:sldId id="356" r:id="rId76"/>
    <p:sldId id="358" r:id="rId77"/>
    <p:sldId id="359" r:id="rId78"/>
    <p:sldId id="360" r:id="rId79"/>
    <p:sldId id="362" r:id="rId80"/>
    <p:sldId id="363" r:id="rId81"/>
    <p:sldId id="364" r:id="rId82"/>
    <p:sldId id="366" r:id="rId83"/>
    <p:sldId id="367" r:id="rId84"/>
    <p:sldId id="368" r:id="rId85"/>
    <p:sldId id="370" r:id="rId86"/>
    <p:sldId id="371" r:id="rId87"/>
    <p:sldId id="372" r:id="rId88"/>
    <p:sldId id="374" r:id="rId89"/>
    <p:sldId id="375" r:id="rId90"/>
    <p:sldId id="376" r:id="rId91"/>
    <p:sldId id="378" r:id="rId92"/>
    <p:sldId id="379" r:id="rId93"/>
    <p:sldId id="380" r:id="rId94"/>
    <p:sldId id="382" r:id="rId95"/>
    <p:sldId id="383" r:id="rId96"/>
    <p:sldId id="384" r:id="rId97"/>
    <p:sldId id="386" r:id="rId98"/>
    <p:sldId id="387" r:id="rId99"/>
    <p:sldId id="388" r:id="rId100"/>
    <p:sldId id="390" r:id="rId101"/>
    <p:sldId id="391" r:id="rId102"/>
    <p:sldId id="392" r:id="rId103"/>
    <p:sldId id="394" r:id="rId104"/>
    <p:sldId id="395" r:id="rId105"/>
    <p:sldId id="396" r:id="rId106"/>
    <p:sldId id="398" r:id="rId107"/>
    <p:sldId id="399" r:id="rId108"/>
    <p:sldId id="400" r:id="rId109"/>
    <p:sldId id="402" r:id="rId110"/>
    <p:sldId id="403" r:id="rId111"/>
    <p:sldId id="404" r:id="rId112"/>
    <p:sldId id="406" r:id="rId113"/>
    <p:sldId id="407" r:id="rId114"/>
    <p:sldId id="408" r:id="rId115"/>
    <p:sldId id="410" r:id="rId116"/>
    <p:sldId id="411" r:id="rId117"/>
    <p:sldId id="412" r:id="rId118"/>
    <p:sldId id="414" r:id="rId119"/>
    <p:sldId id="415" r:id="rId120"/>
    <p:sldId id="416" r:id="rId121"/>
    <p:sldId id="418" r:id="rId122"/>
    <p:sldId id="419" r:id="rId123"/>
    <p:sldId id="420" r:id="rId124"/>
    <p:sldId id="422" r:id="rId125"/>
    <p:sldId id="423" r:id="rId126"/>
    <p:sldId id="424" r:id="rId127"/>
    <p:sldId id="426" r:id="rId128"/>
    <p:sldId id="427" r:id="rId129"/>
    <p:sldId id="428" r:id="rId130"/>
    <p:sldId id="430" r:id="rId131"/>
    <p:sldId id="431" r:id="rId132"/>
    <p:sldId id="432" r:id="rId133"/>
    <p:sldId id="434" r:id="rId134"/>
    <p:sldId id="435" r:id="rId135"/>
    <p:sldId id="436" r:id="rId136"/>
    <p:sldId id="438" r:id="rId137"/>
    <p:sldId id="439" r:id="rId138"/>
    <p:sldId id="440" r:id="rId139"/>
    <p:sldId id="442" r:id="rId140"/>
    <p:sldId id="443" r:id="rId141"/>
    <p:sldId id="444" r:id="rId142"/>
    <p:sldId id="446" r:id="rId143"/>
    <p:sldId id="447" r:id="rId144"/>
    <p:sldId id="448" r:id="rId145"/>
    <p:sldId id="450" r:id="rId146"/>
    <p:sldId id="451" r:id="rId147"/>
    <p:sldId id="452" r:id="rId148"/>
    <p:sldId id="454" r:id="rId149"/>
    <p:sldId id="455" r:id="rId150"/>
    <p:sldId id="456" r:id="rId151"/>
  </p:sldIdLst>
  <p:sldSz cx="14630400" cy="8229600"/>
  <p:notesSz cx="8229600" cy="14630400"/>
  <p:embeddedFontLst>
    <p:embeddedFont>
      <p:font typeface="Inter" panose="020B0604020202020204" charset="0"/>
      <p:regular r:id="rId1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80FB9E-F2A2-4F76-942C-51AE4FF773EB}" v="411" dt="2025-12-17T09:24:22.4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microsoft.com/office/2015/10/relationships/revisionInfo" Target="revisionInfo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font" Target="fonts/font1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presProps" Target="pres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custSel addSld delSld modSld sldOrd">
      <pc:chgData name="Lalwani, Sunil" userId="95b0a425-4eed-4b84-a7cf-34664c131309" providerId="ADAL" clId="{CC5F0CBF-77A6-4739-8FF3-8FB7DAFF4AC8}" dt="2025-12-17T09:24:22.424" v="901"/>
      <pc:docMkLst>
        <pc:docMk/>
      </pc:docMkLst>
      <pc:sldChg chg="del">
        <pc:chgData name="Lalwani, Sunil" userId="95b0a425-4eed-4b84-a7cf-34664c131309" providerId="ADAL" clId="{CC5F0CBF-77A6-4739-8FF3-8FB7DAFF4AC8}" dt="2025-12-14T09:24:05.603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24:05.603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24:05.603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6T15:35:38.097" v="2" actId="47"/>
        <pc:sldMkLst>
          <pc:docMk/>
          <pc:sldMk cId="0" sldId="260"/>
        </pc:sldMkLst>
      </pc:sldChg>
      <pc:sldChg chg="addSp modSp add mod ord modTransition setBg modNotes">
        <pc:chgData name="Lalwani, Sunil" userId="95b0a425-4eed-4b84-a7cf-34664c131309" providerId="ADAL" clId="{CC5F0CBF-77A6-4739-8FF3-8FB7DAFF4AC8}" dt="2025-12-17T09:24:22.424" v="901"/>
        <pc:sldMkLst>
          <pc:docMk/>
          <pc:sldMk cId="2369032114" sldId="260"/>
        </pc:sldMkLst>
        <pc:spChg chg="mod">
          <ac:chgData name="Lalwani, Sunil" userId="95b0a425-4eed-4b84-a7cf-34664c131309" providerId="ADAL" clId="{CC5F0CBF-77A6-4739-8FF3-8FB7DAFF4AC8}" dt="2025-12-17T09:24:20.355" v="898" actId="1582"/>
          <ac:spMkLst>
            <pc:docMk/>
            <pc:sldMk cId="2369032114" sldId="260"/>
            <ac:spMk id="2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22:31.583" v="827"/>
          <ac:spMkLst>
            <pc:docMk/>
            <pc:sldMk cId="2369032114" sldId="260"/>
            <ac:spMk id="3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24:20.355" v="898" actId="1582"/>
          <ac:spMkLst>
            <pc:docMk/>
            <pc:sldMk cId="2369032114" sldId="260"/>
            <ac:spMk id="4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24:20.355" v="898" actId="1582"/>
          <ac:spMkLst>
            <pc:docMk/>
            <pc:sldMk cId="2369032114" sldId="260"/>
            <ac:spMk id="5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24:20.355" v="898" actId="1582"/>
          <ac:spMkLst>
            <pc:docMk/>
            <pc:sldMk cId="2369032114" sldId="260"/>
            <ac:spMk id="6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24:18.843" v="894"/>
          <ac:spMkLst>
            <pc:docMk/>
            <pc:sldMk cId="2369032114" sldId="260"/>
            <ac:spMk id="7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24:20.355" v="898" actId="1582"/>
          <ac:spMkLst>
            <pc:docMk/>
            <pc:sldMk cId="2369032114" sldId="260"/>
            <ac:spMk id="8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22:31.583" v="827"/>
          <ac:spMkLst>
            <pc:docMk/>
            <pc:sldMk cId="2369032114" sldId="260"/>
            <ac:spMk id="9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24:20.355" v="898" actId="1582"/>
          <ac:spMkLst>
            <pc:docMk/>
            <pc:sldMk cId="2369032114" sldId="260"/>
            <ac:spMk id="10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24:20.355" v="898" actId="1582"/>
          <ac:spMkLst>
            <pc:docMk/>
            <pc:sldMk cId="2369032114" sldId="260"/>
            <ac:spMk id="11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22:31.583" v="827"/>
          <ac:spMkLst>
            <pc:docMk/>
            <pc:sldMk cId="2369032114" sldId="260"/>
            <ac:spMk id="12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24:20.355" v="898" actId="1582"/>
          <ac:spMkLst>
            <pc:docMk/>
            <pc:sldMk cId="2369032114" sldId="260"/>
            <ac:spMk id="13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24:20.355" v="898" actId="1582"/>
          <ac:spMkLst>
            <pc:docMk/>
            <pc:sldMk cId="2369032114" sldId="260"/>
            <ac:spMk id="14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24:20.355" v="898" actId="1582"/>
          <ac:spMkLst>
            <pc:docMk/>
            <pc:sldMk cId="2369032114" sldId="260"/>
            <ac:spMk id="15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24:22.424" v="901"/>
          <ac:spMkLst>
            <pc:docMk/>
            <pc:sldMk cId="2369032114" sldId="260"/>
            <ac:spMk id="16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23:42.337" v="874" actId="947"/>
          <ac:spMkLst>
            <pc:docMk/>
            <pc:sldMk cId="2369032114" sldId="260"/>
            <ac:spMk id="17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23:42.391" v="875" actId="947"/>
          <ac:spMkLst>
            <pc:docMk/>
            <pc:sldMk cId="2369032114" sldId="260"/>
            <ac:spMk id="18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23:42.438" v="876" actId="947"/>
          <ac:spMkLst>
            <pc:docMk/>
            <pc:sldMk cId="2369032114" sldId="260"/>
            <ac:spMk id="19" creationId="{00000000-0000-0000-0000-000000000000}"/>
          </ac:spMkLst>
        </pc:spChg>
        <pc:grpChg chg="add mod">
          <ac:chgData name="Lalwani, Sunil" userId="95b0a425-4eed-4b84-a7cf-34664c131309" providerId="ADAL" clId="{CC5F0CBF-77A6-4739-8FF3-8FB7DAFF4AC8}" dt="2025-12-17T09:12:55.572" v="408"/>
          <ac:grpSpMkLst>
            <pc:docMk/>
            <pc:sldMk cId="2369032114" sldId="260"/>
            <ac:grpSpMk id="21" creationId="{05D54FA1-63AD-FA7D-67DC-5A3ED4B1D55B}"/>
          </ac:grpSpMkLst>
        </pc:grpChg>
        <pc:grpChg chg="add mod">
          <ac:chgData name="Lalwani, Sunil" userId="95b0a425-4eed-4b84-a7cf-34664c131309" providerId="ADAL" clId="{CC5F0CBF-77A6-4739-8FF3-8FB7DAFF4AC8}" dt="2025-12-17T09:14:22.427" v="480"/>
          <ac:grpSpMkLst>
            <pc:docMk/>
            <pc:sldMk cId="2369032114" sldId="260"/>
            <ac:grpSpMk id="22" creationId="{D802C984-E8E5-3ECC-DCCA-83EBD3013274}"/>
          </ac:grpSpMkLst>
        </pc:grpChg>
        <pc:grpChg chg="add mod">
          <ac:chgData name="Lalwani, Sunil" userId="95b0a425-4eed-4b84-a7cf-34664c131309" providerId="ADAL" clId="{CC5F0CBF-77A6-4739-8FF3-8FB7DAFF4AC8}" dt="2025-12-17T09:11:35.099" v="336"/>
          <ac:grpSpMkLst>
            <pc:docMk/>
            <pc:sldMk cId="2369032114" sldId="260"/>
            <ac:grpSpMk id="23" creationId="{620B5FF3-F11E-65FB-50F0-B5C8D573AB90}"/>
          </ac:grpSpMkLst>
        </pc:grpChg>
        <pc:grpChg chg="add mod">
          <ac:chgData name="Lalwani, Sunil" userId="95b0a425-4eed-4b84-a7cf-34664c131309" providerId="ADAL" clId="{CC5F0CBF-77A6-4739-8FF3-8FB7DAFF4AC8}" dt="2025-12-17T09:12:55.572" v="408"/>
          <ac:grpSpMkLst>
            <pc:docMk/>
            <pc:sldMk cId="2369032114" sldId="260"/>
            <ac:grpSpMk id="24" creationId="{F575363F-5C69-4EC4-64F7-C1F4169A900A}"/>
          </ac:grpSpMkLst>
        </pc:grpChg>
        <pc:grpChg chg="add mod">
          <ac:chgData name="Lalwani, Sunil" userId="95b0a425-4eed-4b84-a7cf-34664c131309" providerId="ADAL" clId="{CC5F0CBF-77A6-4739-8FF3-8FB7DAFF4AC8}" dt="2025-12-17T09:15:52.798" v="551"/>
          <ac:grpSpMkLst>
            <pc:docMk/>
            <pc:sldMk cId="2369032114" sldId="260"/>
            <ac:grpSpMk id="25" creationId="{1AC2FCA6-02B3-B08B-BB04-F10148B0347D}"/>
          </ac:grpSpMkLst>
        </pc:grpChg>
        <pc:grpChg chg="add mod">
          <ac:chgData name="Lalwani, Sunil" userId="95b0a425-4eed-4b84-a7cf-34664c131309" providerId="ADAL" clId="{CC5F0CBF-77A6-4739-8FF3-8FB7DAFF4AC8}" dt="2025-12-17T09:14:22.970" v="481"/>
          <ac:grpSpMkLst>
            <pc:docMk/>
            <pc:sldMk cId="2369032114" sldId="260"/>
            <ac:grpSpMk id="26" creationId="{C6B52A38-6749-D7A4-1347-12C8C30602C7}"/>
          </ac:grpSpMkLst>
        </pc:grpChg>
        <pc:grpChg chg="add mod">
          <ac:chgData name="Lalwani, Sunil" userId="95b0a425-4eed-4b84-a7cf-34664c131309" providerId="ADAL" clId="{CC5F0CBF-77A6-4739-8FF3-8FB7DAFF4AC8}" dt="2025-12-17T09:15:53.375" v="552"/>
          <ac:grpSpMkLst>
            <pc:docMk/>
            <pc:sldMk cId="2369032114" sldId="260"/>
            <ac:grpSpMk id="27" creationId="{AF379D67-3A50-1128-FDD6-B8C1EA14813C}"/>
          </ac:grpSpMkLst>
        </pc:grpChg>
        <pc:grpChg chg="add mod">
          <ac:chgData name="Lalwani, Sunil" userId="95b0a425-4eed-4b84-a7cf-34664c131309" providerId="ADAL" clId="{CC5F0CBF-77A6-4739-8FF3-8FB7DAFF4AC8}" dt="2025-12-17T09:17:25.257" v="622"/>
          <ac:grpSpMkLst>
            <pc:docMk/>
            <pc:sldMk cId="2369032114" sldId="260"/>
            <ac:grpSpMk id="28" creationId="{C3361F63-1AC6-FF28-8C77-412D719C3699}"/>
          </ac:grpSpMkLst>
        </pc:grpChg>
        <pc:grpChg chg="add mod">
          <ac:chgData name="Lalwani, Sunil" userId="95b0a425-4eed-4b84-a7cf-34664c131309" providerId="ADAL" clId="{CC5F0CBF-77A6-4739-8FF3-8FB7DAFF4AC8}" dt="2025-12-17T09:19:05.089" v="691"/>
          <ac:grpSpMkLst>
            <pc:docMk/>
            <pc:sldMk cId="2369032114" sldId="260"/>
            <ac:grpSpMk id="29" creationId="{1E15474F-6ED0-6B58-760A-A9EE859C7D5D}"/>
          </ac:grpSpMkLst>
        </pc:grpChg>
        <pc:grpChg chg="add mod">
          <ac:chgData name="Lalwani, Sunil" userId="95b0a425-4eed-4b84-a7cf-34664c131309" providerId="ADAL" clId="{CC5F0CBF-77A6-4739-8FF3-8FB7DAFF4AC8}" dt="2025-12-17T09:20:47.685" v="760"/>
          <ac:grpSpMkLst>
            <pc:docMk/>
            <pc:sldMk cId="2369032114" sldId="260"/>
            <ac:grpSpMk id="30" creationId="{21433AB7-F823-357C-D8D3-586963ECD08E}"/>
          </ac:grpSpMkLst>
        </pc:grpChg>
        <pc:grpChg chg="add mod">
          <ac:chgData name="Lalwani, Sunil" userId="95b0a425-4eed-4b84-a7cf-34664c131309" providerId="ADAL" clId="{CC5F0CBF-77A6-4739-8FF3-8FB7DAFF4AC8}" dt="2025-12-17T09:22:32.084" v="828"/>
          <ac:grpSpMkLst>
            <pc:docMk/>
            <pc:sldMk cId="2369032114" sldId="260"/>
            <ac:grpSpMk id="31" creationId="{63FDB83B-85D3-80ED-3D43-A760CE97B08D}"/>
          </ac:grpSpMkLst>
        </pc:grpChg>
        <pc:grpChg chg="add mod">
          <ac:chgData name="Lalwani, Sunil" userId="95b0a425-4eed-4b84-a7cf-34664c131309" providerId="ADAL" clId="{CC5F0CBF-77A6-4739-8FF3-8FB7DAFF4AC8}" dt="2025-12-17T09:24:19.369" v="895"/>
          <ac:grpSpMkLst>
            <pc:docMk/>
            <pc:sldMk cId="2369032114" sldId="260"/>
            <ac:grpSpMk id="32" creationId="{A1EB7A99-2046-D348-44B1-B828F05EFEE6}"/>
          </ac:grpSpMkLst>
        </pc:grpChg>
        <pc:grpChg chg="add mod">
          <ac:chgData name="Lalwani, Sunil" userId="95b0a425-4eed-4b84-a7cf-34664c131309" providerId="ADAL" clId="{CC5F0CBF-77A6-4739-8FF3-8FB7DAFF4AC8}" dt="2025-12-17T09:24:19.369" v="895"/>
          <ac:grpSpMkLst>
            <pc:docMk/>
            <pc:sldMk cId="2369032114" sldId="260"/>
            <ac:grpSpMk id="33" creationId="{C0CAC756-4C3D-28E7-19D7-455FD7CD8871}"/>
          </ac:grpSpMkLst>
        </pc:grpChg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61"/>
        </pc:sldMkLst>
      </pc:sldChg>
      <pc:sldChg chg="add del">
        <pc:chgData name="Lalwani, Sunil" userId="95b0a425-4eed-4b84-a7cf-34664c131309" providerId="ADAL" clId="{CC5F0CBF-77A6-4739-8FF3-8FB7DAFF4AC8}" dt="2025-12-17T09:06:51.267" v="7" actId="2696"/>
        <pc:sldMkLst>
          <pc:docMk/>
          <pc:sldMk cId="518806731" sldId="261"/>
        </pc:sldMkLst>
      </pc:sldChg>
      <pc:sldChg chg="add del">
        <pc:chgData name="Lalwani, Sunil" userId="95b0a425-4eed-4b84-a7cf-34664c131309" providerId="ADAL" clId="{CC5F0CBF-77A6-4739-8FF3-8FB7DAFF4AC8}" dt="2025-12-17T09:07:02.576" v="31" actId="2696"/>
        <pc:sldMkLst>
          <pc:docMk/>
          <pc:sldMk cId="3749193068" sldId="261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62"/>
        </pc:sldMkLst>
      </pc:sldChg>
      <pc:sldChg chg="add ord modTransition setBg modNotes">
        <pc:chgData name="Lalwani, Sunil" userId="95b0a425-4eed-4b84-a7cf-34664c131309" providerId="ADAL" clId="{CC5F0CBF-77A6-4739-8FF3-8FB7DAFF4AC8}" dt="2025-12-17T09:23:06.690" v="859"/>
        <pc:sldMkLst>
          <pc:docMk/>
          <pc:sldMk cId="593655482" sldId="262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63"/>
        </pc:sldMkLst>
      </pc:sldChg>
      <pc:sldChg chg="add ord modTransition setBg modNotes">
        <pc:chgData name="Lalwani, Sunil" userId="95b0a425-4eed-4b84-a7cf-34664c131309" providerId="ADAL" clId="{CC5F0CBF-77A6-4739-8FF3-8FB7DAFF4AC8}" dt="2025-12-17T09:24:18.425" v="890" actId="20577"/>
        <pc:sldMkLst>
          <pc:docMk/>
          <pc:sldMk cId="746566497" sldId="263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64"/>
        </pc:sldMkLst>
      </pc:sldChg>
      <pc:sldChg chg="add ord modTransition setBg modNotes">
        <pc:chgData name="Lalwani, Sunil" userId="95b0a425-4eed-4b84-a7cf-34664c131309" providerId="ADAL" clId="{CC5F0CBF-77A6-4739-8FF3-8FB7DAFF4AC8}" dt="2025-12-17T09:23:59.758" v="889"/>
        <pc:sldMkLst>
          <pc:docMk/>
          <pc:sldMk cId="1720477118" sldId="264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65"/>
        </pc:sldMkLst>
      </pc:sldChg>
      <pc:sldChg chg="add del">
        <pc:chgData name="Lalwani, Sunil" userId="95b0a425-4eed-4b84-a7cf-34664c131309" providerId="ADAL" clId="{CC5F0CBF-77A6-4739-8FF3-8FB7DAFF4AC8}" dt="2025-12-17T09:07:17.337" v="54" actId="2696"/>
        <pc:sldMkLst>
          <pc:docMk/>
          <pc:sldMk cId="3568092369" sldId="265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66"/>
        </pc:sldMkLst>
      </pc:sldChg>
      <pc:sldChg chg="addSp modSp add ord">
        <pc:chgData name="Lalwani, Sunil" userId="95b0a425-4eed-4b84-a7cf-34664c131309" providerId="ADAL" clId="{CC5F0CBF-77A6-4739-8FF3-8FB7DAFF4AC8}" dt="2025-12-17T09:24:21.207" v="899"/>
        <pc:sldMkLst>
          <pc:docMk/>
          <pc:sldMk cId="4213103604" sldId="266"/>
        </pc:sldMkLst>
        <pc:spChg chg="mod">
          <ac:chgData name="Lalwani, Sunil" userId="95b0a425-4eed-4b84-a7cf-34664c131309" providerId="ADAL" clId="{CC5F0CBF-77A6-4739-8FF3-8FB7DAFF4AC8}" dt="2025-12-17T09:08:10.907" v="119"/>
          <ac:spMkLst>
            <pc:docMk/>
            <pc:sldMk cId="4213103604" sldId="266"/>
            <ac:spMk id="4" creationId="{7BEC84FA-80C4-61CD-8F93-E5097EAEF2F6}"/>
          </ac:spMkLst>
        </pc:spChg>
        <pc:spChg chg="mod">
          <ac:chgData name="Lalwani, Sunil" userId="95b0a425-4eed-4b84-a7cf-34664c131309" providerId="ADAL" clId="{CC5F0CBF-77A6-4739-8FF3-8FB7DAFF4AC8}" dt="2025-12-17T09:08:10.907" v="119"/>
          <ac:spMkLst>
            <pc:docMk/>
            <pc:sldMk cId="4213103604" sldId="266"/>
            <ac:spMk id="5" creationId="{5AE5B6C8-1F94-E8CC-9208-C5AEACEDA950}"/>
          </ac:spMkLst>
        </pc:spChg>
        <pc:spChg chg="mod">
          <ac:chgData name="Lalwani, Sunil" userId="95b0a425-4eed-4b84-a7cf-34664c131309" providerId="ADAL" clId="{CC5F0CBF-77A6-4739-8FF3-8FB7DAFF4AC8}" dt="2025-12-17T09:08:10.907" v="119"/>
          <ac:spMkLst>
            <pc:docMk/>
            <pc:sldMk cId="4213103604" sldId="266"/>
            <ac:spMk id="6" creationId="{443348D7-DE80-0291-D936-CCC567E03DB6}"/>
          </ac:spMkLst>
        </pc:spChg>
        <pc:spChg chg="mod">
          <ac:chgData name="Lalwani, Sunil" userId="95b0a425-4eed-4b84-a7cf-34664c131309" providerId="ADAL" clId="{CC5F0CBF-77A6-4739-8FF3-8FB7DAFF4AC8}" dt="2025-12-17T09:09:12.650" v="194"/>
          <ac:spMkLst>
            <pc:docMk/>
            <pc:sldMk cId="4213103604" sldId="266"/>
            <ac:spMk id="9" creationId="{13142080-B7EA-D82C-7311-3BEA9976CBA7}"/>
          </ac:spMkLst>
        </pc:spChg>
        <pc:spChg chg="mod">
          <ac:chgData name="Lalwani, Sunil" userId="95b0a425-4eed-4b84-a7cf-34664c131309" providerId="ADAL" clId="{CC5F0CBF-77A6-4739-8FF3-8FB7DAFF4AC8}" dt="2025-12-17T09:09:12.650" v="194"/>
          <ac:spMkLst>
            <pc:docMk/>
            <pc:sldMk cId="4213103604" sldId="266"/>
            <ac:spMk id="11" creationId="{F8B3970D-9E34-0870-0DB3-9457D4B13554}"/>
          </ac:spMkLst>
        </pc:spChg>
        <pc:spChg chg="mod">
          <ac:chgData name="Lalwani, Sunil" userId="95b0a425-4eed-4b84-a7cf-34664c131309" providerId="ADAL" clId="{CC5F0CBF-77A6-4739-8FF3-8FB7DAFF4AC8}" dt="2025-12-17T09:09:12.650" v="194"/>
          <ac:spMkLst>
            <pc:docMk/>
            <pc:sldMk cId="4213103604" sldId="266"/>
            <ac:spMk id="12" creationId="{91050843-3035-1412-3C48-A96FDFB6EC2F}"/>
          </ac:spMkLst>
        </pc:spChg>
        <pc:spChg chg="mod">
          <ac:chgData name="Lalwani, Sunil" userId="95b0a425-4eed-4b84-a7cf-34664c131309" providerId="ADAL" clId="{CC5F0CBF-77A6-4739-8FF3-8FB7DAFF4AC8}" dt="2025-12-17T09:09:12.650" v="194"/>
          <ac:spMkLst>
            <pc:docMk/>
            <pc:sldMk cId="4213103604" sldId="266"/>
            <ac:spMk id="13" creationId="{34992D68-38CC-65B4-6107-ABBABAC8B3E2}"/>
          </ac:spMkLst>
        </pc:spChg>
        <pc:spChg chg="mod">
          <ac:chgData name="Lalwani, Sunil" userId="95b0a425-4eed-4b84-a7cf-34664c131309" providerId="ADAL" clId="{CC5F0CBF-77A6-4739-8FF3-8FB7DAFF4AC8}" dt="2025-12-17T09:10:21.944" v="268"/>
          <ac:spMkLst>
            <pc:docMk/>
            <pc:sldMk cId="4213103604" sldId="266"/>
            <ac:spMk id="16" creationId="{1DB79979-D22E-349B-143F-A74D63463B8D}"/>
          </ac:spMkLst>
        </pc:spChg>
        <pc:spChg chg="mod">
          <ac:chgData name="Lalwani, Sunil" userId="95b0a425-4eed-4b84-a7cf-34664c131309" providerId="ADAL" clId="{CC5F0CBF-77A6-4739-8FF3-8FB7DAFF4AC8}" dt="2025-12-17T09:10:21.944" v="268"/>
          <ac:spMkLst>
            <pc:docMk/>
            <pc:sldMk cId="4213103604" sldId="266"/>
            <ac:spMk id="18" creationId="{62C26CED-AF9A-BB0A-46EB-604F0975D591}"/>
          </ac:spMkLst>
        </pc:spChg>
        <pc:spChg chg="mod">
          <ac:chgData name="Lalwani, Sunil" userId="95b0a425-4eed-4b84-a7cf-34664c131309" providerId="ADAL" clId="{CC5F0CBF-77A6-4739-8FF3-8FB7DAFF4AC8}" dt="2025-12-17T09:10:21.944" v="268"/>
          <ac:spMkLst>
            <pc:docMk/>
            <pc:sldMk cId="4213103604" sldId="266"/>
            <ac:spMk id="20" creationId="{12D8F9FC-7136-EAD5-1BC0-0523DE3BB7F5}"/>
          </ac:spMkLst>
        </pc:spChg>
        <pc:spChg chg="mod">
          <ac:chgData name="Lalwani, Sunil" userId="95b0a425-4eed-4b84-a7cf-34664c131309" providerId="ADAL" clId="{CC5F0CBF-77A6-4739-8FF3-8FB7DAFF4AC8}" dt="2025-12-17T09:10:21.944" v="268"/>
          <ac:spMkLst>
            <pc:docMk/>
            <pc:sldMk cId="4213103604" sldId="266"/>
            <ac:spMk id="21" creationId="{3BEFC566-A3F2-4E32-395E-B7BBA49C5651}"/>
          </ac:spMkLst>
        </pc:spChg>
        <pc:spChg chg="mod">
          <ac:chgData name="Lalwani, Sunil" userId="95b0a425-4eed-4b84-a7cf-34664c131309" providerId="ADAL" clId="{CC5F0CBF-77A6-4739-8FF3-8FB7DAFF4AC8}" dt="2025-12-17T09:10:21.944" v="268"/>
          <ac:spMkLst>
            <pc:docMk/>
            <pc:sldMk cId="4213103604" sldId="266"/>
            <ac:spMk id="22" creationId="{0AC00B8D-F212-7326-4A74-43290A327782}"/>
          </ac:spMkLst>
        </pc:spChg>
        <pc:spChg chg="mod">
          <ac:chgData name="Lalwani, Sunil" userId="95b0a425-4eed-4b84-a7cf-34664c131309" providerId="ADAL" clId="{CC5F0CBF-77A6-4739-8FF3-8FB7DAFF4AC8}" dt="2025-12-17T09:11:37.530" v="341"/>
          <ac:spMkLst>
            <pc:docMk/>
            <pc:sldMk cId="4213103604" sldId="266"/>
            <ac:spMk id="25" creationId="{B4F5C038-531D-6C7F-7CBE-1C2F7900471A}"/>
          </ac:spMkLst>
        </pc:spChg>
        <pc:spChg chg="mod">
          <ac:chgData name="Lalwani, Sunil" userId="95b0a425-4eed-4b84-a7cf-34664c131309" providerId="ADAL" clId="{CC5F0CBF-77A6-4739-8FF3-8FB7DAFF4AC8}" dt="2025-12-17T09:11:37.530" v="341"/>
          <ac:spMkLst>
            <pc:docMk/>
            <pc:sldMk cId="4213103604" sldId="266"/>
            <ac:spMk id="27" creationId="{3A66EE58-ACF9-DB08-5191-24C2906EF14D}"/>
          </ac:spMkLst>
        </pc:spChg>
        <pc:spChg chg="mod">
          <ac:chgData name="Lalwani, Sunil" userId="95b0a425-4eed-4b84-a7cf-34664c131309" providerId="ADAL" clId="{CC5F0CBF-77A6-4739-8FF3-8FB7DAFF4AC8}" dt="2025-12-17T09:11:37.530" v="341"/>
          <ac:spMkLst>
            <pc:docMk/>
            <pc:sldMk cId="4213103604" sldId="266"/>
            <ac:spMk id="29" creationId="{95A4D2D1-BEB9-4DCD-D4A4-3F575E804F4B}"/>
          </ac:spMkLst>
        </pc:spChg>
        <pc:spChg chg="mod">
          <ac:chgData name="Lalwani, Sunil" userId="95b0a425-4eed-4b84-a7cf-34664c131309" providerId="ADAL" clId="{CC5F0CBF-77A6-4739-8FF3-8FB7DAFF4AC8}" dt="2025-12-17T09:11:37.530" v="341"/>
          <ac:spMkLst>
            <pc:docMk/>
            <pc:sldMk cId="4213103604" sldId="266"/>
            <ac:spMk id="31" creationId="{18242227-56DD-FCBC-4B16-6B3AE9CAE98E}"/>
          </ac:spMkLst>
        </pc:spChg>
        <pc:spChg chg="mod">
          <ac:chgData name="Lalwani, Sunil" userId="95b0a425-4eed-4b84-a7cf-34664c131309" providerId="ADAL" clId="{CC5F0CBF-77A6-4739-8FF3-8FB7DAFF4AC8}" dt="2025-12-17T09:11:37.530" v="341"/>
          <ac:spMkLst>
            <pc:docMk/>
            <pc:sldMk cId="4213103604" sldId="266"/>
            <ac:spMk id="32" creationId="{44C569DD-2C84-E9E6-8041-6FA2CFCFD69F}"/>
          </ac:spMkLst>
        </pc:spChg>
        <pc:spChg chg="mod">
          <ac:chgData name="Lalwani, Sunil" userId="95b0a425-4eed-4b84-a7cf-34664c131309" providerId="ADAL" clId="{CC5F0CBF-77A6-4739-8FF3-8FB7DAFF4AC8}" dt="2025-12-17T09:11:37.530" v="341"/>
          <ac:spMkLst>
            <pc:docMk/>
            <pc:sldMk cId="4213103604" sldId="266"/>
            <ac:spMk id="33" creationId="{8315469D-1E8D-213C-4F5D-340045FED903}"/>
          </ac:spMkLst>
        </pc:spChg>
        <pc:spChg chg="mod">
          <ac:chgData name="Lalwani, Sunil" userId="95b0a425-4eed-4b84-a7cf-34664c131309" providerId="ADAL" clId="{CC5F0CBF-77A6-4739-8FF3-8FB7DAFF4AC8}" dt="2025-12-17T09:12:57.918" v="413"/>
          <ac:spMkLst>
            <pc:docMk/>
            <pc:sldMk cId="4213103604" sldId="266"/>
            <ac:spMk id="36" creationId="{529A2A4D-020F-79E2-95EF-6A3105B6CD9C}"/>
          </ac:spMkLst>
        </pc:spChg>
        <pc:spChg chg="mod">
          <ac:chgData name="Lalwani, Sunil" userId="95b0a425-4eed-4b84-a7cf-34664c131309" providerId="ADAL" clId="{CC5F0CBF-77A6-4739-8FF3-8FB7DAFF4AC8}" dt="2025-12-17T09:12:57.918" v="413"/>
          <ac:spMkLst>
            <pc:docMk/>
            <pc:sldMk cId="4213103604" sldId="266"/>
            <ac:spMk id="38" creationId="{93D16250-C9D9-5E5E-124C-7435E7D22CD7}"/>
          </ac:spMkLst>
        </pc:spChg>
        <pc:spChg chg="mod">
          <ac:chgData name="Lalwani, Sunil" userId="95b0a425-4eed-4b84-a7cf-34664c131309" providerId="ADAL" clId="{CC5F0CBF-77A6-4739-8FF3-8FB7DAFF4AC8}" dt="2025-12-17T09:12:57.918" v="413"/>
          <ac:spMkLst>
            <pc:docMk/>
            <pc:sldMk cId="4213103604" sldId="266"/>
            <ac:spMk id="40" creationId="{EBE9B430-A484-20AA-72C2-4FABE35D934F}"/>
          </ac:spMkLst>
        </pc:spChg>
        <pc:spChg chg="mod">
          <ac:chgData name="Lalwani, Sunil" userId="95b0a425-4eed-4b84-a7cf-34664c131309" providerId="ADAL" clId="{CC5F0CBF-77A6-4739-8FF3-8FB7DAFF4AC8}" dt="2025-12-17T09:12:57.918" v="413"/>
          <ac:spMkLst>
            <pc:docMk/>
            <pc:sldMk cId="4213103604" sldId="266"/>
            <ac:spMk id="42" creationId="{42F490E2-9162-0CE1-40F2-7B9F725410D7}"/>
          </ac:spMkLst>
        </pc:spChg>
        <pc:spChg chg="mod">
          <ac:chgData name="Lalwani, Sunil" userId="95b0a425-4eed-4b84-a7cf-34664c131309" providerId="ADAL" clId="{CC5F0CBF-77A6-4739-8FF3-8FB7DAFF4AC8}" dt="2025-12-17T09:12:57.918" v="413"/>
          <ac:spMkLst>
            <pc:docMk/>
            <pc:sldMk cId="4213103604" sldId="266"/>
            <ac:spMk id="44" creationId="{DA89BEC1-ABEF-C6F8-9847-DBB63AA07CD2}"/>
          </ac:spMkLst>
        </pc:spChg>
        <pc:spChg chg="mod">
          <ac:chgData name="Lalwani, Sunil" userId="95b0a425-4eed-4b84-a7cf-34664c131309" providerId="ADAL" clId="{CC5F0CBF-77A6-4739-8FF3-8FB7DAFF4AC8}" dt="2025-12-17T09:12:57.918" v="413"/>
          <ac:spMkLst>
            <pc:docMk/>
            <pc:sldMk cId="4213103604" sldId="266"/>
            <ac:spMk id="45" creationId="{9562083F-77E7-F10A-B414-F0EA15F82A0C}"/>
          </ac:spMkLst>
        </pc:spChg>
        <pc:spChg chg="mod">
          <ac:chgData name="Lalwani, Sunil" userId="95b0a425-4eed-4b84-a7cf-34664c131309" providerId="ADAL" clId="{CC5F0CBF-77A6-4739-8FF3-8FB7DAFF4AC8}" dt="2025-12-17T09:12:57.918" v="413"/>
          <ac:spMkLst>
            <pc:docMk/>
            <pc:sldMk cId="4213103604" sldId="266"/>
            <ac:spMk id="46" creationId="{664AE040-C7AE-C3DE-1391-721C880C93D1}"/>
          </ac:spMkLst>
        </pc:spChg>
        <pc:spChg chg="mod">
          <ac:chgData name="Lalwani, Sunil" userId="95b0a425-4eed-4b84-a7cf-34664c131309" providerId="ADAL" clId="{CC5F0CBF-77A6-4739-8FF3-8FB7DAFF4AC8}" dt="2025-12-17T09:14:24.763" v="485"/>
          <ac:spMkLst>
            <pc:docMk/>
            <pc:sldMk cId="4213103604" sldId="266"/>
            <ac:spMk id="49" creationId="{3636F866-BC3A-6ED7-D2D2-3B8747B6E819}"/>
          </ac:spMkLst>
        </pc:spChg>
        <pc:spChg chg="mod">
          <ac:chgData name="Lalwani, Sunil" userId="95b0a425-4eed-4b84-a7cf-34664c131309" providerId="ADAL" clId="{CC5F0CBF-77A6-4739-8FF3-8FB7DAFF4AC8}" dt="2025-12-17T09:14:24.763" v="485"/>
          <ac:spMkLst>
            <pc:docMk/>
            <pc:sldMk cId="4213103604" sldId="266"/>
            <ac:spMk id="51" creationId="{03653036-451C-0E10-B9BC-FA320877AA5C}"/>
          </ac:spMkLst>
        </pc:spChg>
        <pc:spChg chg="mod">
          <ac:chgData name="Lalwani, Sunil" userId="95b0a425-4eed-4b84-a7cf-34664c131309" providerId="ADAL" clId="{CC5F0CBF-77A6-4739-8FF3-8FB7DAFF4AC8}" dt="2025-12-17T09:14:24.763" v="485"/>
          <ac:spMkLst>
            <pc:docMk/>
            <pc:sldMk cId="4213103604" sldId="266"/>
            <ac:spMk id="53" creationId="{FF80D15C-170A-1A5E-A82E-9AE7551CFD43}"/>
          </ac:spMkLst>
        </pc:spChg>
        <pc:spChg chg="mod">
          <ac:chgData name="Lalwani, Sunil" userId="95b0a425-4eed-4b84-a7cf-34664c131309" providerId="ADAL" clId="{CC5F0CBF-77A6-4739-8FF3-8FB7DAFF4AC8}" dt="2025-12-17T09:14:24.763" v="485"/>
          <ac:spMkLst>
            <pc:docMk/>
            <pc:sldMk cId="4213103604" sldId="266"/>
            <ac:spMk id="55" creationId="{FE9CBF8B-B4F3-5B8F-8E06-B2E7A2ED569A}"/>
          </ac:spMkLst>
        </pc:spChg>
        <pc:spChg chg="mod">
          <ac:chgData name="Lalwani, Sunil" userId="95b0a425-4eed-4b84-a7cf-34664c131309" providerId="ADAL" clId="{CC5F0CBF-77A6-4739-8FF3-8FB7DAFF4AC8}" dt="2025-12-17T09:14:24.763" v="485"/>
          <ac:spMkLst>
            <pc:docMk/>
            <pc:sldMk cId="4213103604" sldId="266"/>
            <ac:spMk id="57" creationId="{5BB43DA6-F072-AF10-F0FF-7F33D4E94A5E}"/>
          </ac:spMkLst>
        </pc:spChg>
        <pc:spChg chg="mod">
          <ac:chgData name="Lalwani, Sunil" userId="95b0a425-4eed-4b84-a7cf-34664c131309" providerId="ADAL" clId="{CC5F0CBF-77A6-4739-8FF3-8FB7DAFF4AC8}" dt="2025-12-17T09:14:24.763" v="485"/>
          <ac:spMkLst>
            <pc:docMk/>
            <pc:sldMk cId="4213103604" sldId="266"/>
            <ac:spMk id="59" creationId="{28018C7C-34B8-53AB-E388-3F3741629B19}"/>
          </ac:spMkLst>
        </pc:spChg>
        <pc:spChg chg="mod">
          <ac:chgData name="Lalwani, Sunil" userId="95b0a425-4eed-4b84-a7cf-34664c131309" providerId="ADAL" clId="{CC5F0CBF-77A6-4739-8FF3-8FB7DAFF4AC8}" dt="2025-12-17T09:14:24.763" v="485"/>
          <ac:spMkLst>
            <pc:docMk/>
            <pc:sldMk cId="4213103604" sldId="266"/>
            <ac:spMk id="60" creationId="{A0F109BE-EC0D-29F2-71BC-66EA5788A5B8}"/>
          </ac:spMkLst>
        </pc:spChg>
        <pc:spChg chg="mod">
          <ac:chgData name="Lalwani, Sunil" userId="95b0a425-4eed-4b84-a7cf-34664c131309" providerId="ADAL" clId="{CC5F0CBF-77A6-4739-8FF3-8FB7DAFF4AC8}" dt="2025-12-17T09:14:24.763" v="485"/>
          <ac:spMkLst>
            <pc:docMk/>
            <pc:sldMk cId="4213103604" sldId="266"/>
            <ac:spMk id="61" creationId="{4B4B3C07-FCE8-CEEA-443D-3B388FC7A056}"/>
          </ac:spMkLst>
        </pc:spChg>
        <pc:spChg chg="mod">
          <ac:chgData name="Lalwani, Sunil" userId="95b0a425-4eed-4b84-a7cf-34664c131309" providerId="ADAL" clId="{CC5F0CBF-77A6-4739-8FF3-8FB7DAFF4AC8}" dt="2025-12-17T09:15:55.197" v="556"/>
          <ac:spMkLst>
            <pc:docMk/>
            <pc:sldMk cId="4213103604" sldId="266"/>
            <ac:spMk id="64" creationId="{529D75C9-7112-A478-522C-B8643BED035E}"/>
          </ac:spMkLst>
        </pc:spChg>
        <pc:spChg chg="mod">
          <ac:chgData name="Lalwani, Sunil" userId="95b0a425-4eed-4b84-a7cf-34664c131309" providerId="ADAL" clId="{CC5F0CBF-77A6-4739-8FF3-8FB7DAFF4AC8}" dt="2025-12-17T09:15:55.197" v="556"/>
          <ac:spMkLst>
            <pc:docMk/>
            <pc:sldMk cId="4213103604" sldId="266"/>
            <ac:spMk id="66" creationId="{2B4C3F3B-C35B-341B-C179-CF6FEFD4DB2F}"/>
          </ac:spMkLst>
        </pc:spChg>
        <pc:spChg chg="mod">
          <ac:chgData name="Lalwani, Sunil" userId="95b0a425-4eed-4b84-a7cf-34664c131309" providerId="ADAL" clId="{CC5F0CBF-77A6-4739-8FF3-8FB7DAFF4AC8}" dt="2025-12-17T09:15:55.197" v="556"/>
          <ac:spMkLst>
            <pc:docMk/>
            <pc:sldMk cId="4213103604" sldId="266"/>
            <ac:spMk id="68" creationId="{A6942C68-FE3C-5799-3C38-6AAB75346157}"/>
          </ac:spMkLst>
        </pc:spChg>
        <pc:spChg chg="mod">
          <ac:chgData name="Lalwani, Sunil" userId="95b0a425-4eed-4b84-a7cf-34664c131309" providerId="ADAL" clId="{CC5F0CBF-77A6-4739-8FF3-8FB7DAFF4AC8}" dt="2025-12-17T09:15:55.197" v="556"/>
          <ac:spMkLst>
            <pc:docMk/>
            <pc:sldMk cId="4213103604" sldId="266"/>
            <ac:spMk id="70" creationId="{58060D45-8D32-6E8A-4B48-357EB6243D3D}"/>
          </ac:spMkLst>
        </pc:spChg>
        <pc:spChg chg="mod">
          <ac:chgData name="Lalwani, Sunil" userId="95b0a425-4eed-4b84-a7cf-34664c131309" providerId="ADAL" clId="{CC5F0CBF-77A6-4739-8FF3-8FB7DAFF4AC8}" dt="2025-12-17T09:15:55.197" v="556"/>
          <ac:spMkLst>
            <pc:docMk/>
            <pc:sldMk cId="4213103604" sldId="266"/>
            <ac:spMk id="72" creationId="{CE2F3EF9-B65B-45B4-F9BA-77F2652796FE}"/>
          </ac:spMkLst>
        </pc:spChg>
        <pc:spChg chg="mod">
          <ac:chgData name="Lalwani, Sunil" userId="95b0a425-4eed-4b84-a7cf-34664c131309" providerId="ADAL" clId="{CC5F0CBF-77A6-4739-8FF3-8FB7DAFF4AC8}" dt="2025-12-17T09:15:55.197" v="556"/>
          <ac:spMkLst>
            <pc:docMk/>
            <pc:sldMk cId="4213103604" sldId="266"/>
            <ac:spMk id="74" creationId="{FC533BB5-15C0-FBEA-E301-D22095691CFB}"/>
          </ac:spMkLst>
        </pc:spChg>
        <pc:spChg chg="mod">
          <ac:chgData name="Lalwani, Sunil" userId="95b0a425-4eed-4b84-a7cf-34664c131309" providerId="ADAL" clId="{CC5F0CBF-77A6-4739-8FF3-8FB7DAFF4AC8}" dt="2025-12-17T09:15:55.197" v="556"/>
          <ac:spMkLst>
            <pc:docMk/>
            <pc:sldMk cId="4213103604" sldId="266"/>
            <ac:spMk id="76" creationId="{2922E80C-B70D-687D-5FC2-9F1FED5FE55E}"/>
          </ac:spMkLst>
        </pc:spChg>
        <pc:spChg chg="mod">
          <ac:chgData name="Lalwani, Sunil" userId="95b0a425-4eed-4b84-a7cf-34664c131309" providerId="ADAL" clId="{CC5F0CBF-77A6-4739-8FF3-8FB7DAFF4AC8}" dt="2025-12-17T09:15:55.197" v="556"/>
          <ac:spMkLst>
            <pc:docMk/>
            <pc:sldMk cId="4213103604" sldId="266"/>
            <ac:spMk id="77" creationId="{B35B219E-9493-820D-4414-5A9A9575F8BD}"/>
          </ac:spMkLst>
        </pc:spChg>
        <pc:spChg chg="mod">
          <ac:chgData name="Lalwani, Sunil" userId="95b0a425-4eed-4b84-a7cf-34664c131309" providerId="ADAL" clId="{CC5F0CBF-77A6-4739-8FF3-8FB7DAFF4AC8}" dt="2025-12-17T09:15:55.197" v="556"/>
          <ac:spMkLst>
            <pc:docMk/>
            <pc:sldMk cId="4213103604" sldId="266"/>
            <ac:spMk id="78" creationId="{4C0CD816-6F1E-55A7-89AC-BACBC6963777}"/>
          </ac:spMkLst>
        </pc:spChg>
        <pc:spChg chg="mod">
          <ac:chgData name="Lalwani, Sunil" userId="95b0a425-4eed-4b84-a7cf-34664c131309" providerId="ADAL" clId="{CC5F0CBF-77A6-4739-8FF3-8FB7DAFF4AC8}" dt="2025-12-17T09:17:27.098" v="626"/>
          <ac:spMkLst>
            <pc:docMk/>
            <pc:sldMk cId="4213103604" sldId="266"/>
            <ac:spMk id="81" creationId="{75BE4A22-44AA-1F14-056B-28E6B53CEA76}"/>
          </ac:spMkLst>
        </pc:spChg>
        <pc:spChg chg="mod">
          <ac:chgData name="Lalwani, Sunil" userId="95b0a425-4eed-4b84-a7cf-34664c131309" providerId="ADAL" clId="{CC5F0CBF-77A6-4739-8FF3-8FB7DAFF4AC8}" dt="2025-12-17T09:17:27.098" v="626"/>
          <ac:spMkLst>
            <pc:docMk/>
            <pc:sldMk cId="4213103604" sldId="266"/>
            <ac:spMk id="83" creationId="{15852956-4228-3936-6531-F74F2F36C6E1}"/>
          </ac:spMkLst>
        </pc:spChg>
        <pc:spChg chg="mod">
          <ac:chgData name="Lalwani, Sunil" userId="95b0a425-4eed-4b84-a7cf-34664c131309" providerId="ADAL" clId="{CC5F0CBF-77A6-4739-8FF3-8FB7DAFF4AC8}" dt="2025-12-17T09:17:27.098" v="626"/>
          <ac:spMkLst>
            <pc:docMk/>
            <pc:sldMk cId="4213103604" sldId="266"/>
            <ac:spMk id="85" creationId="{91F023A0-F230-190D-6167-AB78CD4C1155}"/>
          </ac:spMkLst>
        </pc:spChg>
        <pc:spChg chg="mod">
          <ac:chgData name="Lalwani, Sunil" userId="95b0a425-4eed-4b84-a7cf-34664c131309" providerId="ADAL" clId="{CC5F0CBF-77A6-4739-8FF3-8FB7DAFF4AC8}" dt="2025-12-17T09:17:27.098" v="626"/>
          <ac:spMkLst>
            <pc:docMk/>
            <pc:sldMk cId="4213103604" sldId="266"/>
            <ac:spMk id="87" creationId="{7076842C-29A5-444E-12CA-4B0BF7F1F837}"/>
          </ac:spMkLst>
        </pc:spChg>
        <pc:spChg chg="mod">
          <ac:chgData name="Lalwani, Sunil" userId="95b0a425-4eed-4b84-a7cf-34664c131309" providerId="ADAL" clId="{CC5F0CBF-77A6-4739-8FF3-8FB7DAFF4AC8}" dt="2025-12-17T09:17:27.098" v="626"/>
          <ac:spMkLst>
            <pc:docMk/>
            <pc:sldMk cId="4213103604" sldId="266"/>
            <ac:spMk id="89" creationId="{99D8CD6B-C564-45F6-8009-E317EEEA69A4}"/>
          </ac:spMkLst>
        </pc:spChg>
        <pc:spChg chg="mod">
          <ac:chgData name="Lalwani, Sunil" userId="95b0a425-4eed-4b84-a7cf-34664c131309" providerId="ADAL" clId="{CC5F0CBF-77A6-4739-8FF3-8FB7DAFF4AC8}" dt="2025-12-17T09:17:27.098" v="626"/>
          <ac:spMkLst>
            <pc:docMk/>
            <pc:sldMk cId="4213103604" sldId="266"/>
            <ac:spMk id="91" creationId="{85884810-24B8-D476-8E16-7DE9970AD76E}"/>
          </ac:spMkLst>
        </pc:spChg>
        <pc:spChg chg="mod">
          <ac:chgData name="Lalwani, Sunil" userId="95b0a425-4eed-4b84-a7cf-34664c131309" providerId="ADAL" clId="{CC5F0CBF-77A6-4739-8FF3-8FB7DAFF4AC8}" dt="2025-12-17T09:17:27.098" v="626"/>
          <ac:spMkLst>
            <pc:docMk/>
            <pc:sldMk cId="4213103604" sldId="266"/>
            <ac:spMk id="93" creationId="{090B19FF-BCCE-B989-0FCE-810068C6CAB8}"/>
          </ac:spMkLst>
        </pc:spChg>
        <pc:spChg chg="mod">
          <ac:chgData name="Lalwani, Sunil" userId="95b0a425-4eed-4b84-a7cf-34664c131309" providerId="ADAL" clId="{CC5F0CBF-77A6-4739-8FF3-8FB7DAFF4AC8}" dt="2025-12-17T09:17:27.098" v="626"/>
          <ac:spMkLst>
            <pc:docMk/>
            <pc:sldMk cId="4213103604" sldId="266"/>
            <ac:spMk id="95" creationId="{B2F401AA-FACC-6C0B-BD19-D3EBBF9A60B1}"/>
          </ac:spMkLst>
        </pc:spChg>
        <pc:spChg chg="mod">
          <ac:chgData name="Lalwani, Sunil" userId="95b0a425-4eed-4b84-a7cf-34664c131309" providerId="ADAL" clId="{CC5F0CBF-77A6-4739-8FF3-8FB7DAFF4AC8}" dt="2025-12-17T09:17:27.098" v="626"/>
          <ac:spMkLst>
            <pc:docMk/>
            <pc:sldMk cId="4213103604" sldId="266"/>
            <ac:spMk id="96" creationId="{1CE9065E-B783-2338-7FA8-A159A4A17F26}"/>
          </ac:spMkLst>
        </pc:spChg>
        <pc:spChg chg="mod">
          <ac:chgData name="Lalwani, Sunil" userId="95b0a425-4eed-4b84-a7cf-34664c131309" providerId="ADAL" clId="{CC5F0CBF-77A6-4739-8FF3-8FB7DAFF4AC8}" dt="2025-12-17T09:17:27.098" v="626"/>
          <ac:spMkLst>
            <pc:docMk/>
            <pc:sldMk cId="4213103604" sldId="266"/>
            <ac:spMk id="97" creationId="{DEA9F1B1-5430-8892-A095-EB3358D8A38E}"/>
          </ac:spMkLst>
        </pc:spChg>
        <pc:spChg chg="mod">
          <ac:chgData name="Lalwani, Sunil" userId="95b0a425-4eed-4b84-a7cf-34664c131309" providerId="ADAL" clId="{CC5F0CBF-77A6-4739-8FF3-8FB7DAFF4AC8}" dt="2025-12-17T09:19:06.942" v="695"/>
          <ac:spMkLst>
            <pc:docMk/>
            <pc:sldMk cId="4213103604" sldId="266"/>
            <ac:spMk id="100" creationId="{9780269B-6B52-3575-5B6D-E2FBB5F4D20E}"/>
          </ac:spMkLst>
        </pc:spChg>
        <pc:spChg chg="mod">
          <ac:chgData name="Lalwani, Sunil" userId="95b0a425-4eed-4b84-a7cf-34664c131309" providerId="ADAL" clId="{CC5F0CBF-77A6-4739-8FF3-8FB7DAFF4AC8}" dt="2025-12-17T09:19:06.942" v="695"/>
          <ac:spMkLst>
            <pc:docMk/>
            <pc:sldMk cId="4213103604" sldId="266"/>
            <ac:spMk id="102" creationId="{83CB6C07-24DC-94F0-AC5D-0FABD634E078}"/>
          </ac:spMkLst>
        </pc:spChg>
        <pc:spChg chg="mod">
          <ac:chgData name="Lalwani, Sunil" userId="95b0a425-4eed-4b84-a7cf-34664c131309" providerId="ADAL" clId="{CC5F0CBF-77A6-4739-8FF3-8FB7DAFF4AC8}" dt="2025-12-17T09:19:06.942" v="695"/>
          <ac:spMkLst>
            <pc:docMk/>
            <pc:sldMk cId="4213103604" sldId="266"/>
            <ac:spMk id="106" creationId="{7D9D0329-4997-1EE9-709A-57B1520A8CA0}"/>
          </ac:spMkLst>
        </pc:spChg>
        <pc:spChg chg="mod">
          <ac:chgData name="Lalwani, Sunil" userId="95b0a425-4eed-4b84-a7cf-34664c131309" providerId="ADAL" clId="{CC5F0CBF-77A6-4739-8FF3-8FB7DAFF4AC8}" dt="2025-12-17T09:19:06.942" v="695"/>
          <ac:spMkLst>
            <pc:docMk/>
            <pc:sldMk cId="4213103604" sldId="266"/>
            <ac:spMk id="108" creationId="{C3CEECF0-A04F-BF04-4B6A-318CC7C72B19}"/>
          </ac:spMkLst>
        </pc:spChg>
        <pc:spChg chg="mod">
          <ac:chgData name="Lalwani, Sunil" userId="95b0a425-4eed-4b84-a7cf-34664c131309" providerId="ADAL" clId="{CC5F0CBF-77A6-4739-8FF3-8FB7DAFF4AC8}" dt="2025-12-17T09:19:06.942" v="695"/>
          <ac:spMkLst>
            <pc:docMk/>
            <pc:sldMk cId="4213103604" sldId="266"/>
            <ac:spMk id="110" creationId="{32DECD55-4893-73A9-661F-FF0F97161562}"/>
          </ac:spMkLst>
        </pc:spChg>
        <pc:spChg chg="mod">
          <ac:chgData name="Lalwani, Sunil" userId="95b0a425-4eed-4b84-a7cf-34664c131309" providerId="ADAL" clId="{CC5F0CBF-77A6-4739-8FF3-8FB7DAFF4AC8}" dt="2025-12-17T09:19:06.942" v="695"/>
          <ac:spMkLst>
            <pc:docMk/>
            <pc:sldMk cId="4213103604" sldId="266"/>
            <ac:spMk id="112" creationId="{A0330AC8-FA94-167D-E82E-8D4AA99E1746}"/>
          </ac:spMkLst>
        </pc:spChg>
        <pc:spChg chg="mod">
          <ac:chgData name="Lalwani, Sunil" userId="95b0a425-4eed-4b84-a7cf-34664c131309" providerId="ADAL" clId="{CC5F0CBF-77A6-4739-8FF3-8FB7DAFF4AC8}" dt="2025-12-17T09:19:06.942" v="695"/>
          <ac:spMkLst>
            <pc:docMk/>
            <pc:sldMk cId="4213103604" sldId="266"/>
            <ac:spMk id="114" creationId="{7EF40A60-417E-805F-A34A-0EB16AFCF92F}"/>
          </ac:spMkLst>
        </pc:spChg>
        <pc:spChg chg="mod">
          <ac:chgData name="Lalwani, Sunil" userId="95b0a425-4eed-4b84-a7cf-34664c131309" providerId="ADAL" clId="{CC5F0CBF-77A6-4739-8FF3-8FB7DAFF4AC8}" dt="2025-12-17T09:19:06.942" v="695"/>
          <ac:spMkLst>
            <pc:docMk/>
            <pc:sldMk cId="4213103604" sldId="266"/>
            <ac:spMk id="116" creationId="{E5094D9A-5017-A064-F3A7-0882830B9A6A}"/>
          </ac:spMkLst>
        </pc:spChg>
        <pc:spChg chg="mod">
          <ac:chgData name="Lalwani, Sunil" userId="95b0a425-4eed-4b84-a7cf-34664c131309" providerId="ADAL" clId="{CC5F0CBF-77A6-4739-8FF3-8FB7DAFF4AC8}" dt="2025-12-17T09:19:06.942" v="695"/>
          <ac:spMkLst>
            <pc:docMk/>
            <pc:sldMk cId="4213103604" sldId="266"/>
            <ac:spMk id="117" creationId="{0C1C6B41-3C2F-D0EE-1BC7-12083D3CF1C2}"/>
          </ac:spMkLst>
        </pc:spChg>
        <pc:spChg chg="mod">
          <ac:chgData name="Lalwani, Sunil" userId="95b0a425-4eed-4b84-a7cf-34664c131309" providerId="ADAL" clId="{CC5F0CBF-77A6-4739-8FF3-8FB7DAFF4AC8}" dt="2025-12-17T09:19:06.942" v="695"/>
          <ac:spMkLst>
            <pc:docMk/>
            <pc:sldMk cId="4213103604" sldId="266"/>
            <ac:spMk id="118" creationId="{3E34EDD8-4D34-5EB5-683B-BF7A2C62BE94}"/>
          </ac:spMkLst>
        </pc:spChg>
        <pc:spChg chg="mod">
          <ac:chgData name="Lalwani, Sunil" userId="95b0a425-4eed-4b84-a7cf-34664c131309" providerId="ADAL" clId="{CC5F0CBF-77A6-4739-8FF3-8FB7DAFF4AC8}" dt="2025-12-17T09:20:49.508" v="764"/>
          <ac:spMkLst>
            <pc:docMk/>
            <pc:sldMk cId="4213103604" sldId="266"/>
            <ac:spMk id="121" creationId="{938FEFDA-F329-0F34-8EB1-44BD7CFDFD4D}"/>
          </ac:spMkLst>
        </pc:spChg>
        <pc:spChg chg="mod">
          <ac:chgData name="Lalwani, Sunil" userId="95b0a425-4eed-4b84-a7cf-34664c131309" providerId="ADAL" clId="{CC5F0CBF-77A6-4739-8FF3-8FB7DAFF4AC8}" dt="2025-12-17T09:20:49.508" v="764"/>
          <ac:spMkLst>
            <pc:docMk/>
            <pc:sldMk cId="4213103604" sldId="266"/>
            <ac:spMk id="123" creationId="{C1395C5D-C655-1041-E223-40FDEBC66E80}"/>
          </ac:spMkLst>
        </pc:spChg>
        <pc:spChg chg="mod">
          <ac:chgData name="Lalwani, Sunil" userId="95b0a425-4eed-4b84-a7cf-34664c131309" providerId="ADAL" clId="{CC5F0CBF-77A6-4739-8FF3-8FB7DAFF4AC8}" dt="2025-12-17T09:20:49.508" v="764"/>
          <ac:spMkLst>
            <pc:docMk/>
            <pc:sldMk cId="4213103604" sldId="266"/>
            <ac:spMk id="125" creationId="{503C66DE-9BD0-D748-BEE3-CF7B06F29299}"/>
          </ac:spMkLst>
        </pc:spChg>
        <pc:spChg chg="mod">
          <ac:chgData name="Lalwani, Sunil" userId="95b0a425-4eed-4b84-a7cf-34664c131309" providerId="ADAL" clId="{CC5F0CBF-77A6-4739-8FF3-8FB7DAFF4AC8}" dt="2025-12-17T09:20:49.508" v="764"/>
          <ac:spMkLst>
            <pc:docMk/>
            <pc:sldMk cId="4213103604" sldId="266"/>
            <ac:spMk id="127" creationId="{589D99C1-E56D-70F0-5664-41E4E1721A85}"/>
          </ac:spMkLst>
        </pc:spChg>
        <pc:spChg chg="mod">
          <ac:chgData name="Lalwani, Sunil" userId="95b0a425-4eed-4b84-a7cf-34664c131309" providerId="ADAL" clId="{CC5F0CBF-77A6-4739-8FF3-8FB7DAFF4AC8}" dt="2025-12-17T09:20:49.508" v="764"/>
          <ac:spMkLst>
            <pc:docMk/>
            <pc:sldMk cId="4213103604" sldId="266"/>
            <ac:spMk id="129" creationId="{87D7E6A2-CEC0-423C-168C-C6E99A0494AD}"/>
          </ac:spMkLst>
        </pc:spChg>
        <pc:spChg chg="mod">
          <ac:chgData name="Lalwani, Sunil" userId="95b0a425-4eed-4b84-a7cf-34664c131309" providerId="ADAL" clId="{CC5F0CBF-77A6-4739-8FF3-8FB7DAFF4AC8}" dt="2025-12-17T09:20:49.508" v="764"/>
          <ac:spMkLst>
            <pc:docMk/>
            <pc:sldMk cId="4213103604" sldId="266"/>
            <ac:spMk id="131" creationId="{8774064D-2316-CF6C-34F6-51E20F4DFD19}"/>
          </ac:spMkLst>
        </pc:spChg>
        <pc:spChg chg="mod">
          <ac:chgData name="Lalwani, Sunil" userId="95b0a425-4eed-4b84-a7cf-34664c131309" providerId="ADAL" clId="{CC5F0CBF-77A6-4739-8FF3-8FB7DAFF4AC8}" dt="2025-12-17T09:20:49.508" v="764"/>
          <ac:spMkLst>
            <pc:docMk/>
            <pc:sldMk cId="4213103604" sldId="266"/>
            <ac:spMk id="135" creationId="{309CA5AE-7FF3-CE4F-CB6F-689DE02348CA}"/>
          </ac:spMkLst>
        </pc:spChg>
        <pc:spChg chg="mod">
          <ac:chgData name="Lalwani, Sunil" userId="95b0a425-4eed-4b84-a7cf-34664c131309" providerId="ADAL" clId="{CC5F0CBF-77A6-4739-8FF3-8FB7DAFF4AC8}" dt="2025-12-17T09:20:49.508" v="764"/>
          <ac:spMkLst>
            <pc:docMk/>
            <pc:sldMk cId="4213103604" sldId="266"/>
            <ac:spMk id="137" creationId="{8E9661B3-EED3-AFBB-A902-E47AF4C5C49D}"/>
          </ac:spMkLst>
        </pc:spChg>
        <pc:spChg chg="mod">
          <ac:chgData name="Lalwani, Sunil" userId="95b0a425-4eed-4b84-a7cf-34664c131309" providerId="ADAL" clId="{CC5F0CBF-77A6-4739-8FF3-8FB7DAFF4AC8}" dt="2025-12-17T09:20:49.508" v="764"/>
          <ac:spMkLst>
            <pc:docMk/>
            <pc:sldMk cId="4213103604" sldId="266"/>
            <ac:spMk id="140" creationId="{69D8A6EB-4CF6-E786-CD6D-88FDB3BD4ECD}"/>
          </ac:spMkLst>
        </pc:spChg>
        <pc:spChg chg="mod">
          <ac:chgData name="Lalwani, Sunil" userId="95b0a425-4eed-4b84-a7cf-34664c131309" providerId="ADAL" clId="{CC5F0CBF-77A6-4739-8FF3-8FB7DAFF4AC8}" dt="2025-12-17T09:20:49.508" v="764"/>
          <ac:spMkLst>
            <pc:docMk/>
            <pc:sldMk cId="4213103604" sldId="266"/>
            <ac:spMk id="141" creationId="{E5436DA4-2512-0DC0-0C23-24253DB70EE1}"/>
          </ac:spMkLst>
        </pc:spChg>
        <pc:spChg chg="mod">
          <ac:chgData name="Lalwani, Sunil" userId="95b0a425-4eed-4b84-a7cf-34664c131309" providerId="ADAL" clId="{CC5F0CBF-77A6-4739-8FF3-8FB7DAFF4AC8}" dt="2025-12-17T09:22:33.820" v="832"/>
          <ac:spMkLst>
            <pc:docMk/>
            <pc:sldMk cId="4213103604" sldId="266"/>
            <ac:spMk id="146" creationId="{D26C74A4-6306-3D34-E514-4AEFA0D93240}"/>
          </ac:spMkLst>
        </pc:spChg>
        <pc:spChg chg="mod">
          <ac:chgData name="Lalwani, Sunil" userId="95b0a425-4eed-4b84-a7cf-34664c131309" providerId="ADAL" clId="{CC5F0CBF-77A6-4739-8FF3-8FB7DAFF4AC8}" dt="2025-12-17T09:22:33.820" v="832"/>
          <ac:spMkLst>
            <pc:docMk/>
            <pc:sldMk cId="4213103604" sldId="266"/>
            <ac:spMk id="150" creationId="{FE77ED36-DAE8-D785-2422-2A82C8CE4FB2}"/>
          </ac:spMkLst>
        </pc:spChg>
        <pc:spChg chg="mod">
          <ac:chgData name="Lalwani, Sunil" userId="95b0a425-4eed-4b84-a7cf-34664c131309" providerId="ADAL" clId="{CC5F0CBF-77A6-4739-8FF3-8FB7DAFF4AC8}" dt="2025-12-17T09:22:33.820" v="832"/>
          <ac:spMkLst>
            <pc:docMk/>
            <pc:sldMk cId="4213103604" sldId="266"/>
            <ac:spMk id="152" creationId="{CBA7171D-AA4A-2240-F38F-436538D3C6DB}"/>
          </ac:spMkLst>
        </pc:spChg>
        <pc:spChg chg="mod">
          <ac:chgData name="Lalwani, Sunil" userId="95b0a425-4eed-4b84-a7cf-34664c131309" providerId="ADAL" clId="{CC5F0CBF-77A6-4739-8FF3-8FB7DAFF4AC8}" dt="2025-12-17T09:22:33.820" v="832"/>
          <ac:spMkLst>
            <pc:docMk/>
            <pc:sldMk cId="4213103604" sldId="266"/>
            <ac:spMk id="154" creationId="{225CC4A9-9A00-F592-8F96-E0EF10A8137D}"/>
          </ac:spMkLst>
        </pc:spChg>
        <pc:spChg chg="mod">
          <ac:chgData name="Lalwani, Sunil" userId="95b0a425-4eed-4b84-a7cf-34664c131309" providerId="ADAL" clId="{CC5F0CBF-77A6-4739-8FF3-8FB7DAFF4AC8}" dt="2025-12-17T09:22:33.820" v="832"/>
          <ac:spMkLst>
            <pc:docMk/>
            <pc:sldMk cId="4213103604" sldId="266"/>
            <ac:spMk id="156" creationId="{1E01CA01-821E-BA80-C1AD-8D61B1861B66}"/>
          </ac:spMkLst>
        </pc:spChg>
        <pc:spChg chg="mod">
          <ac:chgData name="Lalwani, Sunil" userId="95b0a425-4eed-4b84-a7cf-34664c131309" providerId="ADAL" clId="{CC5F0CBF-77A6-4739-8FF3-8FB7DAFF4AC8}" dt="2025-12-17T09:22:33.820" v="832"/>
          <ac:spMkLst>
            <pc:docMk/>
            <pc:sldMk cId="4213103604" sldId="266"/>
            <ac:spMk id="158" creationId="{CABAB8A9-2326-BB24-518E-3260DA8B0FEF}"/>
          </ac:spMkLst>
        </pc:spChg>
        <pc:spChg chg="mod">
          <ac:chgData name="Lalwani, Sunil" userId="95b0a425-4eed-4b84-a7cf-34664c131309" providerId="ADAL" clId="{CC5F0CBF-77A6-4739-8FF3-8FB7DAFF4AC8}" dt="2025-12-17T09:22:33.820" v="832"/>
          <ac:spMkLst>
            <pc:docMk/>
            <pc:sldMk cId="4213103604" sldId="266"/>
            <ac:spMk id="160" creationId="{51D4A817-0947-08EE-3333-A1757D284F29}"/>
          </ac:spMkLst>
        </pc:spChg>
        <pc:spChg chg="mod">
          <ac:chgData name="Lalwani, Sunil" userId="95b0a425-4eed-4b84-a7cf-34664c131309" providerId="ADAL" clId="{CC5F0CBF-77A6-4739-8FF3-8FB7DAFF4AC8}" dt="2025-12-17T09:22:33.820" v="832"/>
          <ac:spMkLst>
            <pc:docMk/>
            <pc:sldMk cId="4213103604" sldId="266"/>
            <ac:spMk id="162" creationId="{D42ECEE6-4938-77B6-02C6-571D31FAF58B}"/>
          </ac:spMkLst>
        </pc:spChg>
        <pc:spChg chg="mod">
          <ac:chgData name="Lalwani, Sunil" userId="95b0a425-4eed-4b84-a7cf-34664c131309" providerId="ADAL" clId="{CC5F0CBF-77A6-4739-8FF3-8FB7DAFF4AC8}" dt="2025-12-17T09:22:33.820" v="832"/>
          <ac:spMkLst>
            <pc:docMk/>
            <pc:sldMk cId="4213103604" sldId="266"/>
            <ac:spMk id="164" creationId="{68709CD8-F126-166C-F792-2A5962EDBDA5}"/>
          </ac:spMkLst>
        </pc:spChg>
        <pc:spChg chg="mod">
          <ac:chgData name="Lalwani, Sunil" userId="95b0a425-4eed-4b84-a7cf-34664c131309" providerId="ADAL" clId="{CC5F0CBF-77A6-4739-8FF3-8FB7DAFF4AC8}" dt="2025-12-17T09:22:33.820" v="832"/>
          <ac:spMkLst>
            <pc:docMk/>
            <pc:sldMk cId="4213103604" sldId="266"/>
            <ac:spMk id="166" creationId="{C16A229F-9D29-691C-63D2-B611357B480A}"/>
          </ac:spMkLst>
        </pc:spChg>
        <pc:spChg chg="mod">
          <ac:chgData name="Lalwani, Sunil" userId="95b0a425-4eed-4b84-a7cf-34664c131309" providerId="ADAL" clId="{CC5F0CBF-77A6-4739-8FF3-8FB7DAFF4AC8}" dt="2025-12-17T09:24:21.207" v="899"/>
          <ac:spMkLst>
            <pc:docMk/>
            <pc:sldMk cId="4213103604" sldId="266"/>
            <ac:spMk id="169" creationId="{280229C6-9BC4-E1BC-F820-41040FDBFC1B}"/>
          </ac:spMkLst>
        </pc:spChg>
        <pc:spChg chg="mod">
          <ac:chgData name="Lalwani, Sunil" userId="95b0a425-4eed-4b84-a7cf-34664c131309" providerId="ADAL" clId="{CC5F0CBF-77A6-4739-8FF3-8FB7DAFF4AC8}" dt="2025-12-17T09:24:21.207" v="899"/>
          <ac:spMkLst>
            <pc:docMk/>
            <pc:sldMk cId="4213103604" sldId="266"/>
            <ac:spMk id="171" creationId="{9A48D323-D865-706F-0553-C5B0A7F7AC48}"/>
          </ac:spMkLst>
        </pc:spChg>
        <pc:spChg chg="mod">
          <ac:chgData name="Lalwani, Sunil" userId="95b0a425-4eed-4b84-a7cf-34664c131309" providerId="ADAL" clId="{CC5F0CBF-77A6-4739-8FF3-8FB7DAFF4AC8}" dt="2025-12-17T09:24:21.207" v="899"/>
          <ac:spMkLst>
            <pc:docMk/>
            <pc:sldMk cId="4213103604" sldId="266"/>
            <ac:spMk id="173" creationId="{556EB9C7-1A3E-2546-4FC6-484DCFBB37F0}"/>
          </ac:spMkLst>
        </pc:spChg>
        <pc:spChg chg="mod">
          <ac:chgData name="Lalwani, Sunil" userId="95b0a425-4eed-4b84-a7cf-34664c131309" providerId="ADAL" clId="{CC5F0CBF-77A6-4739-8FF3-8FB7DAFF4AC8}" dt="2025-12-17T09:24:21.207" v="899"/>
          <ac:spMkLst>
            <pc:docMk/>
            <pc:sldMk cId="4213103604" sldId="266"/>
            <ac:spMk id="177" creationId="{2C841CCA-81EB-DB57-2533-C9D964E53CB9}"/>
          </ac:spMkLst>
        </pc:spChg>
        <pc:spChg chg="mod">
          <ac:chgData name="Lalwani, Sunil" userId="95b0a425-4eed-4b84-a7cf-34664c131309" providerId="ADAL" clId="{CC5F0CBF-77A6-4739-8FF3-8FB7DAFF4AC8}" dt="2025-12-17T09:24:21.207" v="899"/>
          <ac:spMkLst>
            <pc:docMk/>
            <pc:sldMk cId="4213103604" sldId="266"/>
            <ac:spMk id="183" creationId="{52754494-52B0-1EE9-D328-656F31198632}"/>
          </ac:spMkLst>
        </pc:spChg>
        <pc:spChg chg="mod">
          <ac:chgData name="Lalwani, Sunil" userId="95b0a425-4eed-4b84-a7cf-34664c131309" providerId="ADAL" clId="{CC5F0CBF-77A6-4739-8FF3-8FB7DAFF4AC8}" dt="2025-12-17T09:24:21.207" v="899"/>
          <ac:spMkLst>
            <pc:docMk/>
            <pc:sldMk cId="4213103604" sldId="266"/>
            <ac:spMk id="185" creationId="{56CACA08-B034-9747-6B60-4865CAF1D633}"/>
          </ac:spMkLst>
        </pc:spChg>
        <pc:spChg chg="mod">
          <ac:chgData name="Lalwani, Sunil" userId="95b0a425-4eed-4b84-a7cf-34664c131309" providerId="ADAL" clId="{CC5F0CBF-77A6-4739-8FF3-8FB7DAFF4AC8}" dt="2025-12-17T09:24:21.207" v="899"/>
          <ac:spMkLst>
            <pc:docMk/>
            <pc:sldMk cId="4213103604" sldId="266"/>
            <ac:spMk id="187" creationId="{7A1C496F-ED62-B8A1-F84E-94EFA0E05346}"/>
          </ac:spMkLst>
        </pc:spChg>
        <pc:spChg chg="mod">
          <ac:chgData name="Lalwani, Sunil" userId="95b0a425-4eed-4b84-a7cf-34664c131309" providerId="ADAL" clId="{CC5F0CBF-77A6-4739-8FF3-8FB7DAFF4AC8}" dt="2025-12-17T09:24:21.207" v="899"/>
          <ac:spMkLst>
            <pc:docMk/>
            <pc:sldMk cId="4213103604" sldId="266"/>
            <ac:spMk id="189" creationId="{B1FDAAF1-D45E-0BE2-A885-D2C1E74BD2A0}"/>
          </ac:spMkLst>
        </pc:spChg>
        <pc:spChg chg="mod">
          <ac:chgData name="Lalwani, Sunil" userId="95b0a425-4eed-4b84-a7cf-34664c131309" providerId="ADAL" clId="{CC5F0CBF-77A6-4739-8FF3-8FB7DAFF4AC8}" dt="2025-12-17T09:24:21.207" v="899"/>
          <ac:spMkLst>
            <pc:docMk/>
            <pc:sldMk cId="4213103604" sldId="266"/>
            <ac:spMk id="192" creationId="{3FAB61EA-C7A5-A40A-1007-B010D28427C2}"/>
          </ac:spMkLst>
        </pc:spChg>
        <pc:spChg chg="mod">
          <ac:chgData name="Lalwani, Sunil" userId="95b0a425-4eed-4b84-a7cf-34664c131309" providerId="ADAL" clId="{CC5F0CBF-77A6-4739-8FF3-8FB7DAFF4AC8}" dt="2025-12-17T09:24:21.207" v="899"/>
          <ac:spMkLst>
            <pc:docMk/>
            <pc:sldMk cId="4213103604" sldId="266"/>
            <ac:spMk id="193" creationId="{F25941D4-63A9-7B4D-9D46-00CA2DA34AB5}"/>
          </ac:spMkLst>
        </pc:spChg>
        <pc:grpChg chg="add mod">
          <ac:chgData name="Lalwani, Sunil" userId="95b0a425-4eed-4b84-a7cf-34664c131309" providerId="ADAL" clId="{CC5F0CBF-77A6-4739-8FF3-8FB7DAFF4AC8}" dt="2025-12-17T09:08:10.907" v="119"/>
          <ac:grpSpMkLst>
            <pc:docMk/>
            <pc:sldMk cId="4213103604" sldId="266"/>
            <ac:grpSpMk id="2" creationId="{88A57C8A-B3D0-60EB-A15B-D3B80464FDD6}"/>
          </ac:grpSpMkLst>
        </pc:grpChg>
        <pc:grpChg chg="mod">
          <ac:chgData name="Lalwani, Sunil" userId="95b0a425-4eed-4b84-a7cf-34664c131309" providerId="ADAL" clId="{CC5F0CBF-77A6-4739-8FF3-8FB7DAFF4AC8}" dt="2025-12-17T09:08:10.907" v="119"/>
          <ac:grpSpMkLst>
            <pc:docMk/>
            <pc:sldMk cId="4213103604" sldId="266"/>
            <ac:grpSpMk id="3" creationId="{96412F51-50A7-5CFC-DA93-26EF900F01DB}"/>
          </ac:grpSpMkLst>
        </pc:grpChg>
        <pc:grpChg chg="add mod">
          <ac:chgData name="Lalwani, Sunil" userId="95b0a425-4eed-4b84-a7cf-34664c131309" providerId="ADAL" clId="{CC5F0CBF-77A6-4739-8FF3-8FB7DAFF4AC8}" dt="2025-12-17T09:09:12.650" v="194"/>
          <ac:grpSpMkLst>
            <pc:docMk/>
            <pc:sldMk cId="4213103604" sldId="266"/>
            <ac:grpSpMk id="7" creationId="{74DA9135-66C0-BEAC-F09B-C9A9D3AA3F91}"/>
          </ac:grpSpMkLst>
        </pc:grpChg>
        <pc:grpChg chg="mod">
          <ac:chgData name="Lalwani, Sunil" userId="95b0a425-4eed-4b84-a7cf-34664c131309" providerId="ADAL" clId="{CC5F0CBF-77A6-4739-8FF3-8FB7DAFF4AC8}" dt="2025-12-17T09:09:12.650" v="194"/>
          <ac:grpSpMkLst>
            <pc:docMk/>
            <pc:sldMk cId="4213103604" sldId="266"/>
            <ac:grpSpMk id="8" creationId="{C16BA0AE-72A5-01CC-1545-3C44AACE2DF8}"/>
          </ac:grpSpMkLst>
        </pc:grpChg>
        <pc:grpChg chg="mod">
          <ac:chgData name="Lalwani, Sunil" userId="95b0a425-4eed-4b84-a7cf-34664c131309" providerId="ADAL" clId="{CC5F0CBF-77A6-4739-8FF3-8FB7DAFF4AC8}" dt="2025-12-17T09:09:12.650" v="194"/>
          <ac:grpSpMkLst>
            <pc:docMk/>
            <pc:sldMk cId="4213103604" sldId="266"/>
            <ac:grpSpMk id="10" creationId="{6D26B15F-BA10-D300-645A-BC3F0942177F}"/>
          </ac:grpSpMkLst>
        </pc:grpChg>
        <pc:grpChg chg="add mod">
          <ac:chgData name="Lalwani, Sunil" userId="95b0a425-4eed-4b84-a7cf-34664c131309" providerId="ADAL" clId="{CC5F0CBF-77A6-4739-8FF3-8FB7DAFF4AC8}" dt="2025-12-17T09:10:21.944" v="268"/>
          <ac:grpSpMkLst>
            <pc:docMk/>
            <pc:sldMk cId="4213103604" sldId="266"/>
            <ac:grpSpMk id="14" creationId="{424CA578-7320-45DE-1DE2-CE31503B2861}"/>
          </ac:grpSpMkLst>
        </pc:grpChg>
        <pc:grpChg chg="mod">
          <ac:chgData name="Lalwani, Sunil" userId="95b0a425-4eed-4b84-a7cf-34664c131309" providerId="ADAL" clId="{CC5F0CBF-77A6-4739-8FF3-8FB7DAFF4AC8}" dt="2025-12-17T09:10:21.944" v="268"/>
          <ac:grpSpMkLst>
            <pc:docMk/>
            <pc:sldMk cId="4213103604" sldId="266"/>
            <ac:grpSpMk id="15" creationId="{6716AE2E-517F-FD79-CDA0-90C97B6BC799}"/>
          </ac:grpSpMkLst>
        </pc:grpChg>
        <pc:grpChg chg="mod">
          <ac:chgData name="Lalwani, Sunil" userId="95b0a425-4eed-4b84-a7cf-34664c131309" providerId="ADAL" clId="{CC5F0CBF-77A6-4739-8FF3-8FB7DAFF4AC8}" dt="2025-12-17T09:10:21.944" v="268"/>
          <ac:grpSpMkLst>
            <pc:docMk/>
            <pc:sldMk cId="4213103604" sldId="266"/>
            <ac:grpSpMk id="17" creationId="{888369B6-3832-B364-E922-29A65FAC001D}"/>
          </ac:grpSpMkLst>
        </pc:grpChg>
        <pc:grpChg chg="mod">
          <ac:chgData name="Lalwani, Sunil" userId="95b0a425-4eed-4b84-a7cf-34664c131309" providerId="ADAL" clId="{CC5F0CBF-77A6-4739-8FF3-8FB7DAFF4AC8}" dt="2025-12-17T09:10:21.944" v="268"/>
          <ac:grpSpMkLst>
            <pc:docMk/>
            <pc:sldMk cId="4213103604" sldId="266"/>
            <ac:grpSpMk id="19" creationId="{CBCBF624-53E7-2C15-EF1A-2A4D2DF7966D}"/>
          </ac:grpSpMkLst>
        </pc:grpChg>
        <pc:grpChg chg="add mod">
          <ac:chgData name="Lalwani, Sunil" userId="95b0a425-4eed-4b84-a7cf-34664c131309" providerId="ADAL" clId="{CC5F0CBF-77A6-4739-8FF3-8FB7DAFF4AC8}" dt="2025-12-17T09:11:37.530" v="341"/>
          <ac:grpSpMkLst>
            <pc:docMk/>
            <pc:sldMk cId="4213103604" sldId="266"/>
            <ac:grpSpMk id="23" creationId="{399B091B-4B26-CBFE-6863-57F26D841EDB}"/>
          </ac:grpSpMkLst>
        </pc:grpChg>
        <pc:grpChg chg="mod">
          <ac:chgData name="Lalwani, Sunil" userId="95b0a425-4eed-4b84-a7cf-34664c131309" providerId="ADAL" clId="{CC5F0CBF-77A6-4739-8FF3-8FB7DAFF4AC8}" dt="2025-12-17T09:11:37.530" v="341"/>
          <ac:grpSpMkLst>
            <pc:docMk/>
            <pc:sldMk cId="4213103604" sldId="266"/>
            <ac:grpSpMk id="24" creationId="{5FBB36F4-2FB2-72B6-BB49-41E1CB8B9FA4}"/>
          </ac:grpSpMkLst>
        </pc:grpChg>
        <pc:grpChg chg="mod">
          <ac:chgData name="Lalwani, Sunil" userId="95b0a425-4eed-4b84-a7cf-34664c131309" providerId="ADAL" clId="{CC5F0CBF-77A6-4739-8FF3-8FB7DAFF4AC8}" dt="2025-12-17T09:11:37.530" v="341"/>
          <ac:grpSpMkLst>
            <pc:docMk/>
            <pc:sldMk cId="4213103604" sldId="266"/>
            <ac:grpSpMk id="28" creationId="{F3983089-EF62-664B-CAEB-30F0C2543A3D}"/>
          </ac:grpSpMkLst>
        </pc:grpChg>
        <pc:grpChg chg="mod">
          <ac:chgData name="Lalwani, Sunil" userId="95b0a425-4eed-4b84-a7cf-34664c131309" providerId="ADAL" clId="{CC5F0CBF-77A6-4739-8FF3-8FB7DAFF4AC8}" dt="2025-12-17T09:11:37.530" v="341"/>
          <ac:grpSpMkLst>
            <pc:docMk/>
            <pc:sldMk cId="4213103604" sldId="266"/>
            <ac:grpSpMk id="30" creationId="{33316AD4-66B3-ADD0-47C8-017ACEDCBD99}"/>
          </ac:grpSpMkLst>
        </pc:grpChg>
        <pc:grpChg chg="mod">
          <ac:chgData name="Lalwani, Sunil" userId="95b0a425-4eed-4b84-a7cf-34664c131309" providerId="ADAL" clId="{CC5F0CBF-77A6-4739-8FF3-8FB7DAFF4AC8}" dt="2025-12-17T09:12:57.918" v="413"/>
          <ac:grpSpMkLst>
            <pc:docMk/>
            <pc:sldMk cId="4213103604" sldId="266"/>
            <ac:grpSpMk id="35" creationId="{4F2558ED-FA57-5B27-F157-92A4A3240331}"/>
          </ac:grpSpMkLst>
        </pc:grpChg>
        <pc:grpChg chg="mod">
          <ac:chgData name="Lalwani, Sunil" userId="95b0a425-4eed-4b84-a7cf-34664c131309" providerId="ADAL" clId="{CC5F0CBF-77A6-4739-8FF3-8FB7DAFF4AC8}" dt="2025-12-17T09:12:57.918" v="413"/>
          <ac:grpSpMkLst>
            <pc:docMk/>
            <pc:sldMk cId="4213103604" sldId="266"/>
            <ac:grpSpMk id="39" creationId="{5BF8EA73-B47B-FC09-4DF2-F46D2F3005CC}"/>
          </ac:grpSpMkLst>
        </pc:grpChg>
        <pc:grpChg chg="mod">
          <ac:chgData name="Lalwani, Sunil" userId="95b0a425-4eed-4b84-a7cf-34664c131309" providerId="ADAL" clId="{CC5F0CBF-77A6-4739-8FF3-8FB7DAFF4AC8}" dt="2025-12-17T09:12:57.918" v="413"/>
          <ac:grpSpMkLst>
            <pc:docMk/>
            <pc:sldMk cId="4213103604" sldId="266"/>
            <ac:grpSpMk id="43" creationId="{1CE0546B-EA02-3299-9441-A01D276865EF}"/>
          </ac:grpSpMkLst>
        </pc:grpChg>
        <pc:grpChg chg="mod">
          <ac:chgData name="Lalwani, Sunil" userId="95b0a425-4eed-4b84-a7cf-34664c131309" providerId="ADAL" clId="{CC5F0CBF-77A6-4739-8FF3-8FB7DAFF4AC8}" dt="2025-12-17T09:14:24.763" v="485"/>
          <ac:grpSpMkLst>
            <pc:docMk/>
            <pc:sldMk cId="4213103604" sldId="266"/>
            <ac:grpSpMk id="52" creationId="{C9723DF4-A3F5-94EE-6E25-9B579654D8B3}"/>
          </ac:grpSpMkLst>
        </pc:grpChg>
        <pc:grpChg chg="mod">
          <ac:chgData name="Lalwani, Sunil" userId="95b0a425-4eed-4b84-a7cf-34664c131309" providerId="ADAL" clId="{CC5F0CBF-77A6-4739-8FF3-8FB7DAFF4AC8}" dt="2025-12-17T09:14:24.763" v="485"/>
          <ac:grpSpMkLst>
            <pc:docMk/>
            <pc:sldMk cId="4213103604" sldId="266"/>
            <ac:grpSpMk id="54" creationId="{AC34C75F-0100-B5B8-8E17-1C82418F7D38}"/>
          </ac:grpSpMkLst>
        </pc:grpChg>
        <pc:grpChg chg="mod">
          <ac:chgData name="Lalwani, Sunil" userId="95b0a425-4eed-4b84-a7cf-34664c131309" providerId="ADAL" clId="{CC5F0CBF-77A6-4739-8FF3-8FB7DAFF4AC8}" dt="2025-12-17T09:15:55.197" v="556"/>
          <ac:grpSpMkLst>
            <pc:docMk/>
            <pc:sldMk cId="4213103604" sldId="266"/>
            <ac:grpSpMk id="69" creationId="{5AC7E3EA-841E-C2ED-9C21-056DD7960239}"/>
          </ac:grpSpMkLst>
        </pc:grpChg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67"/>
        </pc:sldMkLst>
      </pc:sldChg>
      <pc:sldChg chg="add">
        <pc:chgData name="Lalwani, Sunil" userId="95b0a425-4eed-4b84-a7cf-34664c131309" providerId="ADAL" clId="{CC5F0CBF-77A6-4739-8FF3-8FB7DAFF4AC8}" dt="2025-12-17T09:07:16.383" v="50"/>
        <pc:sldMkLst>
          <pc:docMk/>
          <pc:sldMk cId="428927042" sldId="267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68"/>
        </pc:sldMkLst>
      </pc:sldChg>
      <pc:sldChg chg="add ord">
        <pc:chgData name="Lalwani, Sunil" userId="95b0a425-4eed-4b84-a7cf-34664c131309" providerId="ADAL" clId="{CC5F0CBF-77A6-4739-8FF3-8FB7DAFF4AC8}" dt="2025-12-17T09:07:16.884" v="53"/>
        <pc:sldMkLst>
          <pc:docMk/>
          <pc:sldMk cId="787325432" sldId="268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69"/>
        </pc:sldMkLst>
      </pc:sldChg>
      <pc:sldChg chg="add del">
        <pc:chgData name="Lalwani, Sunil" userId="95b0a425-4eed-4b84-a7cf-34664c131309" providerId="ADAL" clId="{CC5F0CBF-77A6-4739-8FF3-8FB7DAFF4AC8}" dt="2025-12-17T09:07:30.820" v="67" actId="2696"/>
        <pc:sldMkLst>
          <pc:docMk/>
          <pc:sldMk cId="2440862653" sldId="269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70"/>
        </pc:sldMkLst>
      </pc:sldChg>
      <pc:sldChg chg="add ord">
        <pc:chgData name="Lalwani, Sunil" userId="95b0a425-4eed-4b84-a7cf-34664c131309" providerId="ADAL" clId="{CC5F0CBF-77A6-4739-8FF3-8FB7DAFF4AC8}" dt="2025-12-17T09:07:29.185" v="62"/>
        <pc:sldMkLst>
          <pc:docMk/>
          <pc:sldMk cId="2974311125" sldId="270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71"/>
        </pc:sldMkLst>
      </pc:sldChg>
      <pc:sldChg chg="add">
        <pc:chgData name="Lalwani, Sunil" userId="95b0a425-4eed-4b84-a7cf-34664c131309" providerId="ADAL" clId="{CC5F0CBF-77A6-4739-8FF3-8FB7DAFF4AC8}" dt="2025-12-17T09:07:29.785" v="63"/>
        <pc:sldMkLst>
          <pc:docMk/>
          <pc:sldMk cId="2340794305" sldId="271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72"/>
        </pc:sldMkLst>
      </pc:sldChg>
      <pc:sldChg chg="add ord">
        <pc:chgData name="Lalwani, Sunil" userId="95b0a425-4eed-4b84-a7cf-34664c131309" providerId="ADAL" clId="{CC5F0CBF-77A6-4739-8FF3-8FB7DAFF4AC8}" dt="2025-12-17T09:07:30.373" v="66"/>
        <pc:sldMkLst>
          <pc:docMk/>
          <pc:sldMk cId="1259560998" sldId="272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73"/>
        </pc:sldMkLst>
      </pc:sldChg>
      <pc:sldChg chg="add del">
        <pc:chgData name="Lalwani, Sunil" userId="95b0a425-4eed-4b84-a7cf-34664c131309" providerId="ADAL" clId="{CC5F0CBF-77A6-4739-8FF3-8FB7DAFF4AC8}" dt="2025-12-17T09:07:44.634" v="80" actId="2696"/>
        <pc:sldMkLst>
          <pc:docMk/>
          <pc:sldMk cId="2897645371" sldId="273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74"/>
        </pc:sldMkLst>
      </pc:sldChg>
      <pc:sldChg chg="add ord">
        <pc:chgData name="Lalwani, Sunil" userId="95b0a425-4eed-4b84-a7cf-34664c131309" providerId="ADAL" clId="{CC5F0CBF-77A6-4739-8FF3-8FB7DAFF4AC8}" dt="2025-12-17T09:07:43.068" v="75"/>
        <pc:sldMkLst>
          <pc:docMk/>
          <pc:sldMk cId="1577483767" sldId="274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75"/>
        </pc:sldMkLst>
      </pc:sldChg>
      <pc:sldChg chg="add">
        <pc:chgData name="Lalwani, Sunil" userId="95b0a425-4eed-4b84-a7cf-34664c131309" providerId="ADAL" clId="{CC5F0CBF-77A6-4739-8FF3-8FB7DAFF4AC8}" dt="2025-12-17T09:07:43.671" v="76"/>
        <pc:sldMkLst>
          <pc:docMk/>
          <pc:sldMk cId="4060529675" sldId="275"/>
        </pc:sldMkLst>
      </pc:sldChg>
      <pc:sldChg chg="add ord">
        <pc:chgData name="Lalwani, Sunil" userId="95b0a425-4eed-4b84-a7cf-34664c131309" providerId="ADAL" clId="{CC5F0CBF-77A6-4739-8FF3-8FB7DAFF4AC8}" dt="2025-12-17T09:07:44.186" v="79"/>
        <pc:sldMkLst>
          <pc:docMk/>
          <pc:sldMk cId="2826942899" sldId="276"/>
        </pc:sldMkLst>
      </pc:sldChg>
      <pc:sldChg chg="add del">
        <pc:chgData name="Lalwani, Sunil" userId="95b0a425-4eed-4b84-a7cf-34664c131309" providerId="ADAL" clId="{CC5F0CBF-77A6-4739-8FF3-8FB7DAFF4AC8}" dt="2025-12-17T09:07:59.917" v="105" actId="2696"/>
        <pc:sldMkLst>
          <pc:docMk/>
          <pc:sldMk cId="549586767" sldId="277"/>
        </pc:sldMkLst>
      </pc:sldChg>
      <pc:sldChg chg="add ord">
        <pc:chgData name="Lalwani, Sunil" userId="95b0a425-4eed-4b84-a7cf-34664c131309" providerId="ADAL" clId="{CC5F0CBF-77A6-4739-8FF3-8FB7DAFF4AC8}" dt="2025-12-17T09:07:58.367" v="100"/>
        <pc:sldMkLst>
          <pc:docMk/>
          <pc:sldMk cId="1033954376" sldId="278"/>
        </pc:sldMkLst>
      </pc:sldChg>
      <pc:sldChg chg="add">
        <pc:chgData name="Lalwani, Sunil" userId="95b0a425-4eed-4b84-a7cf-34664c131309" providerId="ADAL" clId="{CC5F0CBF-77A6-4739-8FF3-8FB7DAFF4AC8}" dt="2025-12-17T09:07:58.946" v="101"/>
        <pc:sldMkLst>
          <pc:docMk/>
          <pc:sldMk cId="1769395859" sldId="279"/>
        </pc:sldMkLst>
      </pc:sldChg>
      <pc:sldChg chg="add ord">
        <pc:chgData name="Lalwani, Sunil" userId="95b0a425-4eed-4b84-a7cf-34664c131309" providerId="ADAL" clId="{CC5F0CBF-77A6-4739-8FF3-8FB7DAFF4AC8}" dt="2025-12-17T09:07:59.467" v="104"/>
        <pc:sldMkLst>
          <pc:docMk/>
          <pc:sldMk cId="2032370037" sldId="280"/>
        </pc:sldMkLst>
      </pc:sldChg>
      <pc:sldChg chg="add del">
        <pc:chgData name="Lalwani, Sunil" userId="95b0a425-4eed-4b84-a7cf-34664c131309" providerId="ADAL" clId="{CC5F0CBF-77A6-4739-8FF3-8FB7DAFF4AC8}" dt="2025-12-17T09:08:15.935" v="129" actId="2696"/>
        <pc:sldMkLst>
          <pc:docMk/>
          <pc:sldMk cId="4283625440" sldId="281"/>
        </pc:sldMkLst>
      </pc:sldChg>
      <pc:sldChg chg="add ord">
        <pc:chgData name="Lalwani, Sunil" userId="95b0a425-4eed-4b84-a7cf-34664c131309" providerId="ADAL" clId="{CC5F0CBF-77A6-4739-8FF3-8FB7DAFF4AC8}" dt="2025-12-17T09:08:14.268" v="124"/>
        <pc:sldMkLst>
          <pc:docMk/>
          <pc:sldMk cId="43631022" sldId="282"/>
        </pc:sldMkLst>
      </pc:sldChg>
      <pc:sldChg chg="add">
        <pc:chgData name="Lalwani, Sunil" userId="95b0a425-4eed-4b84-a7cf-34664c131309" providerId="ADAL" clId="{CC5F0CBF-77A6-4739-8FF3-8FB7DAFF4AC8}" dt="2025-12-17T09:08:14.884" v="125"/>
        <pc:sldMkLst>
          <pc:docMk/>
          <pc:sldMk cId="2635429033" sldId="283"/>
        </pc:sldMkLst>
      </pc:sldChg>
      <pc:sldChg chg="add ord">
        <pc:chgData name="Lalwani, Sunil" userId="95b0a425-4eed-4b84-a7cf-34664c131309" providerId="ADAL" clId="{CC5F0CBF-77A6-4739-8FF3-8FB7DAFF4AC8}" dt="2025-12-17T09:08:15.482" v="128"/>
        <pc:sldMkLst>
          <pc:docMk/>
          <pc:sldMk cId="2462757499" sldId="284"/>
        </pc:sldMkLst>
      </pc:sldChg>
      <pc:sldChg chg="add del">
        <pc:chgData name="Lalwani, Sunil" userId="95b0a425-4eed-4b84-a7cf-34664c131309" providerId="ADAL" clId="{CC5F0CBF-77A6-4739-8FF3-8FB7DAFF4AC8}" dt="2025-12-17T09:08:29.771" v="142" actId="2696"/>
        <pc:sldMkLst>
          <pc:docMk/>
          <pc:sldMk cId="3942981086" sldId="285"/>
        </pc:sldMkLst>
      </pc:sldChg>
      <pc:sldChg chg="add ord">
        <pc:chgData name="Lalwani, Sunil" userId="95b0a425-4eed-4b84-a7cf-34664c131309" providerId="ADAL" clId="{CC5F0CBF-77A6-4739-8FF3-8FB7DAFF4AC8}" dt="2025-12-17T09:08:28.110" v="137"/>
        <pc:sldMkLst>
          <pc:docMk/>
          <pc:sldMk cId="820274352" sldId="286"/>
        </pc:sldMkLst>
      </pc:sldChg>
      <pc:sldChg chg="add">
        <pc:chgData name="Lalwani, Sunil" userId="95b0a425-4eed-4b84-a7cf-34664c131309" providerId="ADAL" clId="{CC5F0CBF-77A6-4739-8FF3-8FB7DAFF4AC8}" dt="2025-12-17T09:08:28.765" v="138"/>
        <pc:sldMkLst>
          <pc:docMk/>
          <pc:sldMk cId="1958304181" sldId="287"/>
        </pc:sldMkLst>
      </pc:sldChg>
      <pc:sldChg chg="add ord">
        <pc:chgData name="Lalwani, Sunil" userId="95b0a425-4eed-4b84-a7cf-34664c131309" providerId="ADAL" clId="{CC5F0CBF-77A6-4739-8FF3-8FB7DAFF4AC8}" dt="2025-12-17T09:08:29.318" v="141"/>
        <pc:sldMkLst>
          <pc:docMk/>
          <pc:sldMk cId="3713510855" sldId="288"/>
        </pc:sldMkLst>
      </pc:sldChg>
      <pc:sldChg chg="add del">
        <pc:chgData name="Lalwani, Sunil" userId="95b0a425-4eed-4b84-a7cf-34664c131309" providerId="ADAL" clId="{CC5F0CBF-77A6-4739-8FF3-8FB7DAFF4AC8}" dt="2025-12-17T09:08:43.982" v="155" actId="2696"/>
        <pc:sldMkLst>
          <pc:docMk/>
          <pc:sldMk cId="3510031369" sldId="289"/>
        </pc:sldMkLst>
      </pc:sldChg>
      <pc:sldChg chg="add ord">
        <pc:chgData name="Lalwani, Sunil" userId="95b0a425-4eed-4b84-a7cf-34664c131309" providerId="ADAL" clId="{CC5F0CBF-77A6-4739-8FF3-8FB7DAFF4AC8}" dt="2025-12-17T09:08:42.282" v="150"/>
        <pc:sldMkLst>
          <pc:docMk/>
          <pc:sldMk cId="3439390385" sldId="290"/>
        </pc:sldMkLst>
      </pc:sldChg>
      <pc:sldChg chg="add">
        <pc:chgData name="Lalwani, Sunil" userId="95b0a425-4eed-4b84-a7cf-34664c131309" providerId="ADAL" clId="{CC5F0CBF-77A6-4739-8FF3-8FB7DAFF4AC8}" dt="2025-12-17T09:08:42.933" v="151"/>
        <pc:sldMkLst>
          <pc:docMk/>
          <pc:sldMk cId="3638297900" sldId="291"/>
        </pc:sldMkLst>
      </pc:sldChg>
      <pc:sldChg chg="add ord">
        <pc:chgData name="Lalwani, Sunil" userId="95b0a425-4eed-4b84-a7cf-34664c131309" providerId="ADAL" clId="{CC5F0CBF-77A6-4739-8FF3-8FB7DAFF4AC8}" dt="2025-12-17T09:08:43.521" v="154"/>
        <pc:sldMkLst>
          <pc:docMk/>
          <pc:sldMk cId="2654111850" sldId="292"/>
        </pc:sldMkLst>
      </pc:sldChg>
      <pc:sldChg chg="add del">
        <pc:chgData name="Lalwani, Sunil" userId="95b0a425-4eed-4b84-a7cf-34664c131309" providerId="ADAL" clId="{CC5F0CBF-77A6-4739-8FF3-8FB7DAFF4AC8}" dt="2025-12-17T09:09:01.040" v="180" actId="2696"/>
        <pc:sldMkLst>
          <pc:docMk/>
          <pc:sldMk cId="484344135" sldId="293"/>
        </pc:sldMkLst>
      </pc:sldChg>
      <pc:sldChg chg="add ord">
        <pc:chgData name="Lalwani, Sunil" userId="95b0a425-4eed-4b84-a7cf-34664c131309" providerId="ADAL" clId="{CC5F0CBF-77A6-4739-8FF3-8FB7DAFF4AC8}" dt="2025-12-17T09:08:59.469" v="175"/>
        <pc:sldMkLst>
          <pc:docMk/>
          <pc:sldMk cId="1053398220" sldId="294"/>
        </pc:sldMkLst>
      </pc:sldChg>
      <pc:sldChg chg="add">
        <pc:chgData name="Lalwani, Sunil" userId="95b0a425-4eed-4b84-a7cf-34664c131309" providerId="ADAL" clId="{CC5F0CBF-77A6-4739-8FF3-8FB7DAFF4AC8}" dt="2025-12-17T09:09:00.060" v="176"/>
        <pc:sldMkLst>
          <pc:docMk/>
          <pc:sldMk cId="891853902" sldId="295"/>
        </pc:sldMkLst>
      </pc:sldChg>
      <pc:sldChg chg="add ord">
        <pc:chgData name="Lalwani, Sunil" userId="95b0a425-4eed-4b84-a7cf-34664c131309" providerId="ADAL" clId="{CC5F0CBF-77A6-4739-8FF3-8FB7DAFF4AC8}" dt="2025-12-17T09:09:00.592" v="179"/>
        <pc:sldMkLst>
          <pc:docMk/>
          <pc:sldMk cId="1667370995" sldId="296"/>
        </pc:sldMkLst>
      </pc:sldChg>
      <pc:sldChg chg="add del">
        <pc:chgData name="Lalwani, Sunil" userId="95b0a425-4eed-4b84-a7cf-34664c131309" providerId="ADAL" clId="{CC5F0CBF-77A6-4739-8FF3-8FB7DAFF4AC8}" dt="2025-12-17T09:09:17.721" v="204" actId="2696"/>
        <pc:sldMkLst>
          <pc:docMk/>
          <pc:sldMk cId="2220529209" sldId="297"/>
        </pc:sldMkLst>
      </pc:sldChg>
      <pc:sldChg chg="add ord">
        <pc:chgData name="Lalwani, Sunil" userId="95b0a425-4eed-4b84-a7cf-34664c131309" providerId="ADAL" clId="{CC5F0CBF-77A6-4739-8FF3-8FB7DAFF4AC8}" dt="2025-12-17T09:09:16.086" v="199"/>
        <pc:sldMkLst>
          <pc:docMk/>
          <pc:sldMk cId="3625300718" sldId="298"/>
        </pc:sldMkLst>
      </pc:sldChg>
      <pc:sldChg chg="add">
        <pc:chgData name="Lalwani, Sunil" userId="95b0a425-4eed-4b84-a7cf-34664c131309" providerId="ADAL" clId="{CC5F0CBF-77A6-4739-8FF3-8FB7DAFF4AC8}" dt="2025-12-17T09:09:16.709" v="200"/>
        <pc:sldMkLst>
          <pc:docMk/>
          <pc:sldMk cId="1975360184" sldId="299"/>
        </pc:sldMkLst>
      </pc:sldChg>
      <pc:sldChg chg="add ord">
        <pc:chgData name="Lalwani, Sunil" userId="95b0a425-4eed-4b84-a7cf-34664c131309" providerId="ADAL" clId="{CC5F0CBF-77A6-4739-8FF3-8FB7DAFF4AC8}" dt="2025-12-17T09:09:17.259" v="203"/>
        <pc:sldMkLst>
          <pc:docMk/>
          <pc:sldMk cId="1044883957" sldId="300"/>
        </pc:sldMkLst>
      </pc:sldChg>
      <pc:sldChg chg="add del">
        <pc:chgData name="Lalwani, Sunil" userId="95b0a425-4eed-4b84-a7cf-34664c131309" providerId="ADAL" clId="{CC5F0CBF-77A6-4739-8FF3-8FB7DAFF4AC8}" dt="2025-12-17T09:09:33.844" v="217" actId="2696"/>
        <pc:sldMkLst>
          <pc:docMk/>
          <pc:sldMk cId="3546005717" sldId="301"/>
        </pc:sldMkLst>
      </pc:sldChg>
      <pc:sldChg chg="add ord">
        <pc:chgData name="Lalwani, Sunil" userId="95b0a425-4eed-4b84-a7cf-34664c131309" providerId="ADAL" clId="{CC5F0CBF-77A6-4739-8FF3-8FB7DAFF4AC8}" dt="2025-12-17T09:09:32.266" v="212"/>
        <pc:sldMkLst>
          <pc:docMk/>
          <pc:sldMk cId="2556437506" sldId="302"/>
        </pc:sldMkLst>
      </pc:sldChg>
      <pc:sldChg chg="add">
        <pc:chgData name="Lalwani, Sunil" userId="95b0a425-4eed-4b84-a7cf-34664c131309" providerId="ADAL" clId="{CC5F0CBF-77A6-4739-8FF3-8FB7DAFF4AC8}" dt="2025-12-17T09:09:32.877" v="213"/>
        <pc:sldMkLst>
          <pc:docMk/>
          <pc:sldMk cId="797325893" sldId="303"/>
        </pc:sldMkLst>
      </pc:sldChg>
      <pc:sldChg chg="add ord">
        <pc:chgData name="Lalwani, Sunil" userId="95b0a425-4eed-4b84-a7cf-34664c131309" providerId="ADAL" clId="{CC5F0CBF-77A6-4739-8FF3-8FB7DAFF4AC8}" dt="2025-12-17T09:09:33.400" v="216"/>
        <pc:sldMkLst>
          <pc:docMk/>
          <pc:sldMk cId="3427648074" sldId="304"/>
        </pc:sldMkLst>
      </pc:sldChg>
      <pc:sldChg chg="add del">
        <pc:chgData name="Lalwani, Sunil" userId="95b0a425-4eed-4b84-a7cf-34664c131309" providerId="ADAL" clId="{CC5F0CBF-77A6-4739-8FF3-8FB7DAFF4AC8}" dt="2025-12-17T09:09:50.642" v="230" actId="2696"/>
        <pc:sldMkLst>
          <pc:docMk/>
          <pc:sldMk cId="4196437829" sldId="305"/>
        </pc:sldMkLst>
      </pc:sldChg>
      <pc:sldChg chg="add ord">
        <pc:chgData name="Lalwani, Sunil" userId="95b0a425-4eed-4b84-a7cf-34664c131309" providerId="ADAL" clId="{CC5F0CBF-77A6-4739-8FF3-8FB7DAFF4AC8}" dt="2025-12-17T09:09:49.009" v="225"/>
        <pc:sldMkLst>
          <pc:docMk/>
          <pc:sldMk cId="674073499" sldId="306"/>
        </pc:sldMkLst>
      </pc:sldChg>
      <pc:sldChg chg="add">
        <pc:chgData name="Lalwani, Sunil" userId="95b0a425-4eed-4b84-a7cf-34664c131309" providerId="ADAL" clId="{CC5F0CBF-77A6-4739-8FF3-8FB7DAFF4AC8}" dt="2025-12-17T09:09:49.637" v="226"/>
        <pc:sldMkLst>
          <pc:docMk/>
          <pc:sldMk cId="795669393" sldId="307"/>
        </pc:sldMkLst>
      </pc:sldChg>
      <pc:sldChg chg="add ord">
        <pc:chgData name="Lalwani, Sunil" userId="95b0a425-4eed-4b84-a7cf-34664c131309" providerId="ADAL" clId="{CC5F0CBF-77A6-4739-8FF3-8FB7DAFF4AC8}" dt="2025-12-17T09:09:50.226" v="229"/>
        <pc:sldMkLst>
          <pc:docMk/>
          <pc:sldMk cId="1923850023" sldId="308"/>
        </pc:sldMkLst>
      </pc:sldChg>
      <pc:sldChg chg="add del">
        <pc:chgData name="Lalwani, Sunil" userId="95b0a425-4eed-4b84-a7cf-34664c131309" providerId="ADAL" clId="{CC5F0CBF-77A6-4739-8FF3-8FB7DAFF4AC8}" dt="2025-12-17T09:10:07.899" v="254" actId="2696"/>
        <pc:sldMkLst>
          <pc:docMk/>
          <pc:sldMk cId="598026984" sldId="309"/>
        </pc:sldMkLst>
      </pc:sldChg>
      <pc:sldChg chg="add ord">
        <pc:chgData name="Lalwani, Sunil" userId="95b0a425-4eed-4b84-a7cf-34664c131309" providerId="ADAL" clId="{CC5F0CBF-77A6-4739-8FF3-8FB7DAFF4AC8}" dt="2025-12-17T09:10:06.226" v="249"/>
        <pc:sldMkLst>
          <pc:docMk/>
          <pc:sldMk cId="2760498830" sldId="310"/>
        </pc:sldMkLst>
      </pc:sldChg>
      <pc:sldChg chg="add">
        <pc:chgData name="Lalwani, Sunil" userId="95b0a425-4eed-4b84-a7cf-34664c131309" providerId="ADAL" clId="{CC5F0CBF-77A6-4739-8FF3-8FB7DAFF4AC8}" dt="2025-12-17T09:10:06.849" v="250"/>
        <pc:sldMkLst>
          <pc:docMk/>
          <pc:sldMk cId="3596224749" sldId="311"/>
        </pc:sldMkLst>
      </pc:sldChg>
      <pc:sldChg chg="add ord">
        <pc:chgData name="Lalwani, Sunil" userId="95b0a425-4eed-4b84-a7cf-34664c131309" providerId="ADAL" clId="{CC5F0CBF-77A6-4739-8FF3-8FB7DAFF4AC8}" dt="2025-12-17T09:10:07.442" v="253"/>
        <pc:sldMkLst>
          <pc:docMk/>
          <pc:sldMk cId="1998959679" sldId="312"/>
        </pc:sldMkLst>
      </pc:sldChg>
      <pc:sldChg chg="add del">
        <pc:chgData name="Lalwani, Sunil" userId="95b0a425-4eed-4b84-a7cf-34664c131309" providerId="ADAL" clId="{CC5F0CBF-77A6-4739-8FF3-8FB7DAFF4AC8}" dt="2025-12-17T09:10:27.136" v="278" actId="2696"/>
        <pc:sldMkLst>
          <pc:docMk/>
          <pc:sldMk cId="921278239" sldId="313"/>
        </pc:sldMkLst>
      </pc:sldChg>
      <pc:sldChg chg="add ord">
        <pc:chgData name="Lalwani, Sunil" userId="95b0a425-4eed-4b84-a7cf-34664c131309" providerId="ADAL" clId="{CC5F0CBF-77A6-4739-8FF3-8FB7DAFF4AC8}" dt="2025-12-17T09:10:25.482" v="273"/>
        <pc:sldMkLst>
          <pc:docMk/>
          <pc:sldMk cId="2012619532" sldId="314"/>
        </pc:sldMkLst>
      </pc:sldChg>
      <pc:sldChg chg="add">
        <pc:chgData name="Lalwani, Sunil" userId="95b0a425-4eed-4b84-a7cf-34664c131309" providerId="ADAL" clId="{CC5F0CBF-77A6-4739-8FF3-8FB7DAFF4AC8}" dt="2025-12-17T09:10:26.116" v="274"/>
        <pc:sldMkLst>
          <pc:docMk/>
          <pc:sldMk cId="2043573802" sldId="315"/>
        </pc:sldMkLst>
      </pc:sldChg>
      <pc:sldChg chg="add ord">
        <pc:chgData name="Lalwani, Sunil" userId="95b0a425-4eed-4b84-a7cf-34664c131309" providerId="ADAL" clId="{CC5F0CBF-77A6-4739-8FF3-8FB7DAFF4AC8}" dt="2025-12-17T09:10:26.707" v="277"/>
        <pc:sldMkLst>
          <pc:docMk/>
          <pc:sldMk cId="338885084" sldId="316"/>
        </pc:sldMkLst>
      </pc:sldChg>
      <pc:sldChg chg="add del">
        <pc:chgData name="Lalwani, Sunil" userId="95b0a425-4eed-4b84-a7cf-34664c131309" providerId="ADAL" clId="{CC5F0CBF-77A6-4739-8FF3-8FB7DAFF4AC8}" dt="2025-12-17T09:10:44.880" v="291" actId="2696"/>
        <pc:sldMkLst>
          <pc:docMk/>
          <pc:sldMk cId="3662073021" sldId="317"/>
        </pc:sldMkLst>
      </pc:sldChg>
      <pc:sldChg chg="add ord">
        <pc:chgData name="Lalwani, Sunil" userId="95b0a425-4eed-4b84-a7cf-34664c131309" providerId="ADAL" clId="{CC5F0CBF-77A6-4739-8FF3-8FB7DAFF4AC8}" dt="2025-12-17T09:10:43.276" v="286"/>
        <pc:sldMkLst>
          <pc:docMk/>
          <pc:sldMk cId="4094719146" sldId="318"/>
        </pc:sldMkLst>
      </pc:sldChg>
      <pc:sldChg chg="add">
        <pc:chgData name="Lalwani, Sunil" userId="95b0a425-4eed-4b84-a7cf-34664c131309" providerId="ADAL" clId="{CC5F0CBF-77A6-4739-8FF3-8FB7DAFF4AC8}" dt="2025-12-17T09:10:43.867" v="287"/>
        <pc:sldMkLst>
          <pc:docMk/>
          <pc:sldMk cId="3167948136" sldId="319"/>
        </pc:sldMkLst>
      </pc:sldChg>
      <pc:sldChg chg="add ord">
        <pc:chgData name="Lalwani, Sunil" userId="95b0a425-4eed-4b84-a7cf-34664c131309" providerId="ADAL" clId="{CC5F0CBF-77A6-4739-8FF3-8FB7DAFF4AC8}" dt="2025-12-17T09:10:44.427" v="290"/>
        <pc:sldMkLst>
          <pc:docMk/>
          <pc:sldMk cId="2619750824" sldId="320"/>
        </pc:sldMkLst>
      </pc:sldChg>
      <pc:sldChg chg="add del">
        <pc:chgData name="Lalwani, Sunil" userId="95b0a425-4eed-4b84-a7cf-34664c131309" providerId="ADAL" clId="{CC5F0CBF-77A6-4739-8FF3-8FB7DAFF4AC8}" dt="2025-12-17T09:11:01.929" v="304" actId="2696"/>
        <pc:sldMkLst>
          <pc:docMk/>
          <pc:sldMk cId="707752105" sldId="321"/>
        </pc:sldMkLst>
      </pc:sldChg>
      <pc:sldChg chg="add ord">
        <pc:chgData name="Lalwani, Sunil" userId="95b0a425-4eed-4b84-a7cf-34664c131309" providerId="ADAL" clId="{CC5F0CBF-77A6-4739-8FF3-8FB7DAFF4AC8}" dt="2025-12-17T09:11:00.342" v="299"/>
        <pc:sldMkLst>
          <pc:docMk/>
          <pc:sldMk cId="2069638606" sldId="322"/>
        </pc:sldMkLst>
      </pc:sldChg>
      <pc:sldChg chg="add">
        <pc:chgData name="Lalwani, Sunil" userId="95b0a425-4eed-4b84-a7cf-34664c131309" providerId="ADAL" clId="{CC5F0CBF-77A6-4739-8FF3-8FB7DAFF4AC8}" dt="2025-12-17T09:11:00.933" v="300"/>
        <pc:sldMkLst>
          <pc:docMk/>
          <pc:sldMk cId="3446808289" sldId="323"/>
        </pc:sldMkLst>
      </pc:sldChg>
      <pc:sldChg chg="add ord">
        <pc:chgData name="Lalwani, Sunil" userId="95b0a425-4eed-4b84-a7cf-34664c131309" providerId="ADAL" clId="{CC5F0CBF-77A6-4739-8FF3-8FB7DAFF4AC8}" dt="2025-12-17T09:11:01.464" v="303"/>
        <pc:sldMkLst>
          <pc:docMk/>
          <pc:sldMk cId="1027037260" sldId="324"/>
        </pc:sldMkLst>
      </pc:sldChg>
      <pc:sldChg chg="add del">
        <pc:chgData name="Lalwani, Sunil" userId="95b0a425-4eed-4b84-a7cf-34664c131309" providerId="ADAL" clId="{CC5F0CBF-77A6-4739-8FF3-8FB7DAFF4AC8}" dt="2025-12-17T09:11:21.535" v="327" actId="2696"/>
        <pc:sldMkLst>
          <pc:docMk/>
          <pc:sldMk cId="239085199" sldId="325"/>
        </pc:sldMkLst>
      </pc:sldChg>
      <pc:sldChg chg="add ord">
        <pc:chgData name="Lalwani, Sunil" userId="95b0a425-4eed-4b84-a7cf-34664c131309" providerId="ADAL" clId="{CC5F0CBF-77A6-4739-8FF3-8FB7DAFF4AC8}" dt="2025-12-17T09:11:19.898" v="322"/>
        <pc:sldMkLst>
          <pc:docMk/>
          <pc:sldMk cId="890121916" sldId="326"/>
        </pc:sldMkLst>
      </pc:sldChg>
      <pc:sldChg chg="add">
        <pc:chgData name="Lalwani, Sunil" userId="95b0a425-4eed-4b84-a7cf-34664c131309" providerId="ADAL" clId="{CC5F0CBF-77A6-4739-8FF3-8FB7DAFF4AC8}" dt="2025-12-17T09:11:20.567" v="323"/>
        <pc:sldMkLst>
          <pc:docMk/>
          <pc:sldMk cId="3877810663" sldId="327"/>
        </pc:sldMkLst>
      </pc:sldChg>
      <pc:sldChg chg="add ord">
        <pc:chgData name="Lalwani, Sunil" userId="95b0a425-4eed-4b84-a7cf-34664c131309" providerId="ADAL" clId="{CC5F0CBF-77A6-4739-8FF3-8FB7DAFF4AC8}" dt="2025-12-17T09:11:21.106" v="326"/>
        <pc:sldMkLst>
          <pc:docMk/>
          <pc:sldMk cId="2341315725" sldId="328"/>
        </pc:sldMkLst>
      </pc:sldChg>
      <pc:sldChg chg="add del">
        <pc:chgData name="Lalwani, Sunil" userId="95b0a425-4eed-4b84-a7cf-34664c131309" providerId="ADAL" clId="{CC5F0CBF-77A6-4739-8FF3-8FB7DAFF4AC8}" dt="2025-12-17T09:11:42.640" v="351" actId="2696"/>
        <pc:sldMkLst>
          <pc:docMk/>
          <pc:sldMk cId="3083761035" sldId="329"/>
        </pc:sldMkLst>
      </pc:sldChg>
      <pc:sldChg chg="add ord">
        <pc:chgData name="Lalwani, Sunil" userId="95b0a425-4eed-4b84-a7cf-34664c131309" providerId="ADAL" clId="{CC5F0CBF-77A6-4739-8FF3-8FB7DAFF4AC8}" dt="2025-12-17T09:11:41.051" v="346"/>
        <pc:sldMkLst>
          <pc:docMk/>
          <pc:sldMk cId="197597710" sldId="330"/>
        </pc:sldMkLst>
      </pc:sldChg>
      <pc:sldChg chg="add">
        <pc:chgData name="Lalwani, Sunil" userId="95b0a425-4eed-4b84-a7cf-34664c131309" providerId="ADAL" clId="{CC5F0CBF-77A6-4739-8FF3-8FB7DAFF4AC8}" dt="2025-12-17T09:11:41.657" v="347"/>
        <pc:sldMkLst>
          <pc:docMk/>
          <pc:sldMk cId="3700184220" sldId="331"/>
        </pc:sldMkLst>
      </pc:sldChg>
      <pc:sldChg chg="add ord">
        <pc:chgData name="Lalwani, Sunil" userId="95b0a425-4eed-4b84-a7cf-34664c131309" providerId="ADAL" clId="{CC5F0CBF-77A6-4739-8FF3-8FB7DAFF4AC8}" dt="2025-12-17T09:11:42.192" v="350"/>
        <pc:sldMkLst>
          <pc:docMk/>
          <pc:sldMk cId="2901879707" sldId="332"/>
        </pc:sldMkLst>
      </pc:sldChg>
      <pc:sldChg chg="add del">
        <pc:chgData name="Lalwani, Sunil" userId="95b0a425-4eed-4b84-a7cf-34664c131309" providerId="ADAL" clId="{CC5F0CBF-77A6-4739-8FF3-8FB7DAFF4AC8}" dt="2025-12-17T09:12:01.539" v="364" actId="2696"/>
        <pc:sldMkLst>
          <pc:docMk/>
          <pc:sldMk cId="788204448" sldId="333"/>
        </pc:sldMkLst>
      </pc:sldChg>
      <pc:sldChg chg="add ord">
        <pc:chgData name="Lalwani, Sunil" userId="95b0a425-4eed-4b84-a7cf-34664c131309" providerId="ADAL" clId="{CC5F0CBF-77A6-4739-8FF3-8FB7DAFF4AC8}" dt="2025-12-17T09:11:59.933" v="359"/>
        <pc:sldMkLst>
          <pc:docMk/>
          <pc:sldMk cId="3970676154" sldId="334"/>
        </pc:sldMkLst>
      </pc:sldChg>
      <pc:sldChg chg="add">
        <pc:chgData name="Lalwani, Sunil" userId="95b0a425-4eed-4b84-a7cf-34664c131309" providerId="ADAL" clId="{CC5F0CBF-77A6-4739-8FF3-8FB7DAFF4AC8}" dt="2025-12-17T09:12:00.543" v="360"/>
        <pc:sldMkLst>
          <pc:docMk/>
          <pc:sldMk cId="4080810399" sldId="335"/>
        </pc:sldMkLst>
      </pc:sldChg>
      <pc:sldChg chg="add ord">
        <pc:chgData name="Lalwani, Sunil" userId="95b0a425-4eed-4b84-a7cf-34664c131309" providerId="ADAL" clId="{CC5F0CBF-77A6-4739-8FF3-8FB7DAFF4AC8}" dt="2025-12-17T09:12:01.091" v="363"/>
        <pc:sldMkLst>
          <pc:docMk/>
          <pc:sldMk cId="1096554069" sldId="336"/>
        </pc:sldMkLst>
      </pc:sldChg>
      <pc:sldChg chg="add del">
        <pc:chgData name="Lalwani, Sunil" userId="95b0a425-4eed-4b84-a7cf-34664c131309" providerId="ADAL" clId="{CC5F0CBF-77A6-4739-8FF3-8FB7DAFF4AC8}" dt="2025-12-17T09:12:21.151" v="377" actId="2696"/>
        <pc:sldMkLst>
          <pc:docMk/>
          <pc:sldMk cId="2962701388" sldId="337"/>
        </pc:sldMkLst>
      </pc:sldChg>
      <pc:sldChg chg="add ord">
        <pc:chgData name="Lalwani, Sunil" userId="95b0a425-4eed-4b84-a7cf-34664c131309" providerId="ADAL" clId="{CC5F0CBF-77A6-4739-8FF3-8FB7DAFF4AC8}" dt="2025-12-17T09:12:19.555" v="372"/>
        <pc:sldMkLst>
          <pc:docMk/>
          <pc:sldMk cId="1445036583" sldId="338"/>
        </pc:sldMkLst>
      </pc:sldChg>
      <pc:sldChg chg="add">
        <pc:chgData name="Lalwani, Sunil" userId="95b0a425-4eed-4b84-a7cf-34664c131309" providerId="ADAL" clId="{CC5F0CBF-77A6-4739-8FF3-8FB7DAFF4AC8}" dt="2025-12-17T09:12:20.151" v="373"/>
        <pc:sldMkLst>
          <pc:docMk/>
          <pc:sldMk cId="3727511953" sldId="339"/>
        </pc:sldMkLst>
      </pc:sldChg>
      <pc:sldChg chg="add ord">
        <pc:chgData name="Lalwani, Sunil" userId="95b0a425-4eed-4b84-a7cf-34664c131309" providerId="ADAL" clId="{CC5F0CBF-77A6-4739-8FF3-8FB7DAFF4AC8}" dt="2025-12-17T09:12:20.721" v="376"/>
        <pc:sldMkLst>
          <pc:docMk/>
          <pc:sldMk cId="3552146841" sldId="340"/>
        </pc:sldMkLst>
      </pc:sldChg>
      <pc:sldChg chg="add del">
        <pc:chgData name="Lalwani, Sunil" userId="95b0a425-4eed-4b84-a7cf-34664c131309" providerId="ADAL" clId="{CC5F0CBF-77A6-4739-8FF3-8FB7DAFF4AC8}" dt="2025-12-17T09:12:41.506" v="399" actId="2696"/>
        <pc:sldMkLst>
          <pc:docMk/>
          <pc:sldMk cId="1361430179" sldId="341"/>
        </pc:sldMkLst>
      </pc:sldChg>
      <pc:sldChg chg="add ord">
        <pc:chgData name="Lalwani, Sunil" userId="95b0a425-4eed-4b84-a7cf-34664c131309" providerId="ADAL" clId="{CC5F0CBF-77A6-4739-8FF3-8FB7DAFF4AC8}" dt="2025-12-17T09:12:39.884" v="394"/>
        <pc:sldMkLst>
          <pc:docMk/>
          <pc:sldMk cId="2579076841" sldId="342"/>
        </pc:sldMkLst>
      </pc:sldChg>
      <pc:sldChg chg="add">
        <pc:chgData name="Lalwani, Sunil" userId="95b0a425-4eed-4b84-a7cf-34664c131309" providerId="ADAL" clId="{CC5F0CBF-77A6-4739-8FF3-8FB7DAFF4AC8}" dt="2025-12-17T09:12:40.520" v="395"/>
        <pc:sldMkLst>
          <pc:docMk/>
          <pc:sldMk cId="2966382275" sldId="343"/>
        </pc:sldMkLst>
      </pc:sldChg>
      <pc:sldChg chg="add ord">
        <pc:chgData name="Lalwani, Sunil" userId="95b0a425-4eed-4b84-a7cf-34664c131309" providerId="ADAL" clId="{CC5F0CBF-77A6-4739-8FF3-8FB7DAFF4AC8}" dt="2025-12-17T09:12:41.088" v="398"/>
        <pc:sldMkLst>
          <pc:docMk/>
          <pc:sldMk cId="2030183815" sldId="344"/>
        </pc:sldMkLst>
      </pc:sldChg>
      <pc:sldChg chg="add del">
        <pc:chgData name="Lalwani, Sunil" userId="95b0a425-4eed-4b84-a7cf-34664c131309" providerId="ADAL" clId="{CC5F0CBF-77A6-4739-8FF3-8FB7DAFF4AC8}" dt="2025-12-17T09:13:03.059" v="423" actId="2696"/>
        <pc:sldMkLst>
          <pc:docMk/>
          <pc:sldMk cId="4019584453" sldId="345"/>
        </pc:sldMkLst>
      </pc:sldChg>
      <pc:sldChg chg="add ord">
        <pc:chgData name="Lalwani, Sunil" userId="95b0a425-4eed-4b84-a7cf-34664c131309" providerId="ADAL" clId="{CC5F0CBF-77A6-4739-8FF3-8FB7DAFF4AC8}" dt="2025-12-17T09:13:01.467" v="418"/>
        <pc:sldMkLst>
          <pc:docMk/>
          <pc:sldMk cId="2336169125" sldId="346"/>
        </pc:sldMkLst>
      </pc:sldChg>
      <pc:sldChg chg="add">
        <pc:chgData name="Lalwani, Sunil" userId="95b0a425-4eed-4b84-a7cf-34664c131309" providerId="ADAL" clId="{CC5F0CBF-77A6-4739-8FF3-8FB7DAFF4AC8}" dt="2025-12-17T09:13:02.074" v="419"/>
        <pc:sldMkLst>
          <pc:docMk/>
          <pc:sldMk cId="4257181470" sldId="347"/>
        </pc:sldMkLst>
      </pc:sldChg>
      <pc:sldChg chg="add ord">
        <pc:chgData name="Lalwani, Sunil" userId="95b0a425-4eed-4b84-a7cf-34664c131309" providerId="ADAL" clId="{CC5F0CBF-77A6-4739-8FF3-8FB7DAFF4AC8}" dt="2025-12-17T09:13:02.594" v="422"/>
        <pc:sldMkLst>
          <pc:docMk/>
          <pc:sldMk cId="2637481761" sldId="348"/>
        </pc:sldMkLst>
      </pc:sldChg>
      <pc:sldChg chg="add del">
        <pc:chgData name="Lalwani, Sunil" userId="95b0a425-4eed-4b84-a7cf-34664c131309" providerId="ADAL" clId="{CC5F0CBF-77A6-4739-8FF3-8FB7DAFF4AC8}" dt="2025-12-17T09:13:24.009" v="436" actId="2696"/>
        <pc:sldMkLst>
          <pc:docMk/>
          <pc:sldMk cId="1414400307" sldId="349"/>
        </pc:sldMkLst>
      </pc:sldChg>
      <pc:sldChg chg="add ord">
        <pc:chgData name="Lalwani, Sunil" userId="95b0a425-4eed-4b84-a7cf-34664c131309" providerId="ADAL" clId="{CC5F0CBF-77A6-4739-8FF3-8FB7DAFF4AC8}" dt="2025-12-17T09:13:22.434" v="431"/>
        <pc:sldMkLst>
          <pc:docMk/>
          <pc:sldMk cId="1418412814" sldId="350"/>
        </pc:sldMkLst>
      </pc:sldChg>
      <pc:sldChg chg="add">
        <pc:chgData name="Lalwani, Sunil" userId="95b0a425-4eed-4b84-a7cf-34664c131309" providerId="ADAL" clId="{CC5F0CBF-77A6-4739-8FF3-8FB7DAFF4AC8}" dt="2025-12-17T09:13:23.049" v="432"/>
        <pc:sldMkLst>
          <pc:docMk/>
          <pc:sldMk cId="3184627835" sldId="351"/>
        </pc:sldMkLst>
      </pc:sldChg>
      <pc:sldChg chg="add ord">
        <pc:chgData name="Lalwani, Sunil" userId="95b0a425-4eed-4b84-a7cf-34664c131309" providerId="ADAL" clId="{CC5F0CBF-77A6-4739-8FF3-8FB7DAFF4AC8}" dt="2025-12-17T09:13:23.576" v="435"/>
        <pc:sldMkLst>
          <pc:docMk/>
          <pc:sldMk cId="1235396997" sldId="352"/>
        </pc:sldMkLst>
      </pc:sldChg>
      <pc:sldChg chg="add del">
        <pc:chgData name="Lalwani, Sunil" userId="95b0a425-4eed-4b84-a7cf-34664c131309" providerId="ADAL" clId="{CC5F0CBF-77A6-4739-8FF3-8FB7DAFF4AC8}" dt="2025-12-17T09:13:45.405" v="449" actId="2696"/>
        <pc:sldMkLst>
          <pc:docMk/>
          <pc:sldMk cId="4258722953" sldId="353"/>
        </pc:sldMkLst>
      </pc:sldChg>
      <pc:sldChg chg="add ord">
        <pc:chgData name="Lalwani, Sunil" userId="95b0a425-4eed-4b84-a7cf-34664c131309" providerId="ADAL" clId="{CC5F0CBF-77A6-4739-8FF3-8FB7DAFF4AC8}" dt="2025-12-17T09:13:43.840" v="444"/>
        <pc:sldMkLst>
          <pc:docMk/>
          <pc:sldMk cId="3275633392" sldId="354"/>
        </pc:sldMkLst>
      </pc:sldChg>
      <pc:sldChg chg="add">
        <pc:chgData name="Lalwani, Sunil" userId="95b0a425-4eed-4b84-a7cf-34664c131309" providerId="ADAL" clId="{CC5F0CBF-77A6-4739-8FF3-8FB7DAFF4AC8}" dt="2025-12-17T09:13:44.439" v="445"/>
        <pc:sldMkLst>
          <pc:docMk/>
          <pc:sldMk cId="1138334701" sldId="355"/>
        </pc:sldMkLst>
      </pc:sldChg>
      <pc:sldChg chg="add ord">
        <pc:chgData name="Lalwani, Sunil" userId="95b0a425-4eed-4b84-a7cf-34664c131309" providerId="ADAL" clId="{CC5F0CBF-77A6-4739-8FF3-8FB7DAFF4AC8}" dt="2025-12-17T09:13:44.960" v="448"/>
        <pc:sldMkLst>
          <pc:docMk/>
          <pc:sldMk cId="2765265678" sldId="356"/>
        </pc:sldMkLst>
      </pc:sldChg>
      <pc:sldChg chg="add del">
        <pc:chgData name="Lalwani, Sunil" userId="95b0a425-4eed-4b84-a7cf-34664c131309" providerId="ADAL" clId="{CC5F0CBF-77A6-4739-8FF3-8FB7DAFF4AC8}" dt="2025-12-17T09:14:06.520" v="471" actId="2696"/>
        <pc:sldMkLst>
          <pc:docMk/>
          <pc:sldMk cId="4048725654" sldId="357"/>
        </pc:sldMkLst>
      </pc:sldChg>
      <pc:sldChg chg="add ord">
        <pc:chgData name="Lalwani, Sunil" userId="95b0a425-4eed-4b84-a7cf-34664c131309" providerId="ADAL" clId="{CC5F0CBF-77A6-4739-8FF3-8FB7DAFF4AC8}" dt="2025-12-17T09:14:04.935" v="466"/>
        <pc:sldMkLst>
          <pc:docMk/>
          <pc:sldMk cId="855249278" sldId="358"/>
        </pc:sldMkLst>
      </pc:sldChg>
      <pc:sldChg chg="add">
        <pc:chgData name="Lalwani, Sunil" userId="95b0a425-4eed-4b84-a7cf-34664c131309" providerId="ADAL" clId="{CC5F0CBF-77A6-4739-8FF3-8FB7DAFF4AC8}" dt="2025-12-17T09:14:05.533" v="467"/>
        <pc:sldMkLst>
          <pc:docMk/>
          <pc:sldMk cId="2055242053" sldId="359"/>
        </pc:sldMkLst>
      </pc:sldChg>
      <pc:sldChg chg="add ord">
        <pc:chgData name="Lalwani, Sunil" userId="95b0a425-4eed-4b84-a7cf-34664c131309" providerId="ADAL" clId="{CC5F0CBF-77A6-4739-8FF3-8FB7DAFF4AC8}" dt="2025-12-17T09:14:06.092" v="470"/>
        <pc:sldMkLst>
          <pc:docMk/>
          <pc:sldMk cId="462122077" sldId="360"/>
        </pc:sldMkLst>
      </pc:sldChg>
      <pc:sldChg chg="add del">
        <pc:chgData name="Lalwani, Sunil" userId="95b0a425-4eed-4b84-a7cf-34664c131309" providerId="ADAL" clId="{CC5F0CBF-77A6-4739-8FF3-8FB7DAFF4AC8}" dt="2025-12-17T09:14:30.202" v="495" actId="2696"/>
        <pc:sldMkLst>
          <pc:docMk/>
          <pc:sldMk cId="3065275134" sldId="361"/>
        </pc:sldMkLst>
      </pc:sldChg>
      <pc:sldChg chg="add ord">
        <pc:chgData name="Lalwani, Sunil" userId="95b0a425-4eed-4b84-a7cf-34664c131309" providerId="ADAL" clId="{CC5F0CBF-77A6-4739-8FF3-8FB7DAFF4AC8}" dt="2025-12-17T09:14:28.494" v="490"/>
        <pc:sldMkLst>
          <pc:docMk/>
          <pc:sldMk cId="453886463" sldId="362"/>
        </pc:sldMkLst>
      </pc:sldChg>
      <pc:sldChg chg="add">
        <pc:chgData name="Lalwani, Sunil" userId="95b0a425-4eed-4b84-a7cf-34664c131309" providerId="ADAL" clId="{CC5F0CBF-77A6-4739-8FF3-8FB7DAFF4AC8}" dt="2025-12-17T09:14:29.114" v="491"/>
        <pc:sldMkLst>
          <pc:docMk/>
          <pc:sldMk cId="4073412377" sldId="363"/>
        </pc:sldMkLst>
      </pc:sldChg>
      <pc:sldChg chg="add ord">
        <pc:chgData name="Lalwani, Sunil" userId="95b0a425-4eed-4b84-a7cf-34664c131309" providerId="ADAL" clId="{CC5F0CBF-77A6-4739-8FF3-8FB7DAFF4AC8}" dt="2025-12-17T09:14:29.723" v="494"/>
        <pc:sldMkLst>
          <pc:docMk/>
          <pc:sldMk cId="1819313767" sldId="364"/>
        </pc:sldMkLst>
      </pc:sldChg>
      <pc:sldChg chg="add del">
        <pc:chgData name="Lalwani, Sunil" userId="95b0a425-4eed-4b84-a7cf-34664c131309" providerId="ADAL" clId="{CC5F0CBF-77A6-4739-8FF3-8FB7DAFF4AC8}" dt="2025-12-17T09:14:51.808" v="508" actId="2696"/>
        <pc:sldMkLst>
          <pc:docMk/>
          <pc:sldMk cId="1102427836" sldId="365"/>
        </pc:sldMkLst>
      </pc:sldChg>
      <pc:sldChg chg="add ord">
        <pc:chgData name="Lalwani, Sunil" userId="95b0a425-4eed-4b84-a7cf-34664c131309" providerId="ADAL" clId="{CC5F0CBF-77A6-4739-8FF3-8FB7DAFF4AC8}" dt="2025-12-17T09:14:50.210" v="503"/>
        <pc:sldMkLst>
          <pc:docMk/>
          <pc:sldMk cId="1662826365" sldId="366"/>
        </pc:sldMkLst>
      </pc:sldChg>
      <pc:sldChg chg="add">
        <pc:chgData name="Lalwani, Sunil" userId="95b0a425-4eed-4b84-a7cf-34664c131309" providerId="ADAL" clId="{CC5F0CBF-77A6-4739-8FF3-8FB7DAFF4AC8}" dt="2025-12-17T09:14:50.818" v="504"/>
        <pc:sldMkLst>
          <pc:docMk/>
          <pc:sldMk cId="2139563502" sldId="367"/>
        </pc:sldMkLst>
      </pc:sldChg>
      <pc:sldChg chg="add ord">
        <pc:chgData name="Lalwani, Sunil" userId="95b0a425-4eed-4b84-a7cf-34664c131309" providerId="ADAL" clId="{CC5F0CBF-77A6-4739-8FF3-8FB7DAFF4AC8}" dt="2025-12-17T09:14:51.367" v="507"/>
        <pc:sldMkLst>
          <pc:docMk/>
          <pc:sldMk cId="229918185" sldId="368"/>
        </pc:sldMkLst>
      </pc:sldChg>
      <pc:sldChg chg="add del">
        <pc:chgData name="Lalwani, Sunil" userId="95b0a425-4eed-4b84-a7cf-34664c131309" providerId="ADAL" clId="{CC5F0CBF-77A6-4739-8FF3-8FB7DAFF4AC8}" dt="2025-12-17T09:15:13.006" v="521" actId="2696"/>
        <pc:sldMkLst>
          <pc:docMk/>
          <pc:sldMk cId="1291484399" sldId="369"/>
        </pc:sldMkLst>
      </pc:sldChg>
      <pc:sldChg chg="add ord">
        <pc:chgData name="Lalwani, Sunil" userId="95b0a425-4eed-4b84-a7cf-34664c131309" providerId="ADAL" clId="{CC5F0CBF-77A6-4739-8FF3-8FB7DAFF4AC8}" dt="2025-12-17T09:15:11.401" v="516"/>
        <pc:sldMkLst>
          <pc:docMk/>
          <pc:sldMk cId="2286395893" sldId="370"/>
        </pc:sldMkLst>
      </pc:sldChg>
      <pc:sldChg chg="add">
        <pc:chgData name="Lalwani, Sunil" userId="95b0a425-4eed-4b84-a7cf-34664c131309" providerId="ADAL" clId="{CC5F0CBF-77A6-4739-8FF3-8FB7DAFF4AC8}" dt="2025-12-17T09:15:12.001" v="517"/>
        <pc:sldMkLst>
          <pc:docMk/>
          <pc:sldMk cId="1620599042" sldId="371"/>
        </pc:sldMkLst>
      </pc:sldChg>
      <pc:sldChg chg="add ord">
        <pc:chgData name="Lalwani, Sunil" userId="95b0a425-4eed-4b84-a7cf-34664c131309" providerId="ADAL" clId="{CC5F0CBF-77A6-4739-8FF3-8FB7DAFF4AC8}" dt="2025-12-17T09:15:12.560" v="520"/>
        <pc:sldMkLst>
          <pc:docMk/>
          <pc:sldMk cId="3028004287" sldId="372"/>
        </pc:sldMkLst>
      </pc:sldChg>
      <pc:sldChg chg="add del">
        <pc:chgData name="Lalwani, Sunil" userId="95b0a425-4eed-4b84-a7cf-34664c131309" providerId="ADAL" clId="{CC5F0CBF-77A6-4739-8FF3-8FB7DAFF4AC8}" dt="2025-12-17T09:15:35.873" v="542" actId="2696"/>
        <pc:sldMkLst>
          <pc:docMk/>
          <pc:sldMk cId="2175488307" sldId="373"/>
        </pc:sldMkLst>
      </pc:sldChg>
      <pc:sldChg chg="add ord">
        <pc:chgData name="Lalwani, Sunil" userId="95b0a425-4eed-4b84-a7cf-34664c131309" providerId="ADAL" clId="{CC5F0CBF-77A6-4739-8FF3-8FB7DAFF4AC8}" dt="2025-12-17T09:15:34.269" v="537"/>
        <pc:sldMkLst>
          <pc:docMk/>
          <pc:sldMk cId="1326326618" sldId="374"/>
        </pc:sldMkLst>
      </pc:sldChg>
      <pc:sldChg chg="add">
        <pc:chgData name="Lalwani, Sunil" userId="95b0a425-4eed-4b84-a7cf-34664c131309" providerId="ADAL" clId="{CC5F0CBF-77A6-4739-8FF3-8FB7DAFF4AC8}" dt="2025-12-17T09:15:34.883" v="538"/>
        <pc:sldMkLst>
          <pc:docMk/>
          <pc:sldMk cId="4080219613" sldId="375"/>
        </pc:sldMkLst>
      </pc:sldChg>
      <pc:sldChg chg="add ord">
        <pc:chgData name="Lalwani, Sunil" userId="95b0a425-4eed-4b84-a7cf-34664c131309" providerId="ADAL" clId="{CC5F0CBF-77A6-4739-8FF3-8FB7DAFF4AC8}" dt="2025-12-17T09:15:35.425" v="541"/>
        <pc:sldMkLst>
          <pc:docMk/>
          <pc:sldMk cId="2145226220" sldId="376"/>
        </pc:sldMkLst>
      </pc:sldChg>
      <pc:sldChg chg="add del">
        <pc:chgData name="Lalwani, Sunil" userId="95b0a425-4eed-4b84-a7cf-34664c131309" providerId="ADAL" clId="{CC5F0CBF-77A6-4739-8FF3-8FB7DAFF4AC8}" dt="2025-12-17T09:15:59.726" v="566" actId="2696"/>
        <pc:sldMkLst>
          <pc:docMk/>
          <pc:sldMk cId="2452728103" sldId="377"/>
        </pc:sldMkLst>
      </pc:sldChg>
      <pc:sldChg chg="add ord">
        <pc:chgData name="Lalwani, Sunil" userId="95b0a425-4eed-4b84-a7cf-34664c131309" providerId="ADAL" clId="{CC5F0CBF-77A6-4739-8FF3-8FB7DAFF4AC8}" dt="2025-12-17T09:15:58.200" v="561"/>
        <pc:sldMkLst>
          <pc:docMk/>
          <pc:sldMk cId="3486929067" sldId="378"/>
        </pc:sldMkLst>
      </pc:sldChg>
      <pc:sldChg chg="add">
        <pc:chgData name="Lalwani, Sunil" userId="95b0a425-4eed-4b84-a7cf-34664c131309" providerId="ADAL" clId="{CC5F0CBF-77A6-4739-8FF3-8FB7DAFF4AC8}" dt="2025-12-17T09:15:58.775" v="562"/>
        <pc:sldMkLst>
          <pc:docMk/>
          <pc:sldMk cId="4124552100" sldId="379"/>
        </pc:sldMkLst>
      </pc:sldChg>
      <pc:sldChg chg="add ord">
        <pc:chgData name="Lalwani, Sunil" userId="95b0a425-4eed-4b84-a7cf-34664c131309" providerId="ADAL" clId="{CC5F0CBF-77A6-4739-8FF3-8FB7DAFF4AC8}" dt="2025-12-17T09:15:59.295" v="565"/>
        <pc:sldMkLst>
          <pc:docMk/>
          <pc:sldMk cId="2998270746" sldId="380"/>
        </pc:sldMkLst>
      </pc:sldChg>
      <pc:sldChg chg="add del">
        <pc:chgData name="Lalwani, Sunil" userId="95b0a425-4eed-4b84-a7cf-34664c131309" providerId="ADAL" clId="{CC5F0CBF-77A6-4739-8FF3-8FB7DAFF4AC8}" dt="2025-12-17T09:16:21.757" v="579" actId="2696"/>
        <pc:sldMkLst>
          <pc:docMk/>
          <pc:sldMk cId="2914371184" sldId="381"/>
        </pc:sldMkLst>
      </pc:sldChg>
      <pc:sldChg chg="add ord">
        <pc:chgData name="Lalwani, Sunil" userId="95b0a425-4eed-4b84-a7cf-34664c131309" providerId="ADAL" clId="{CC5F0CBF-77A6-4739-8FF3-8FB7DAFF4AC8}" dt="2025-12-17T09:16:20.162" v="574"/>
        <pc:sldMkLst>
          <pc:docMk/>
          <pc:sldMk cId="2284582678" sldId="382"/>
        </pc:sldMkLst>
      </pc:sldChg>
      <pc:sldChg chg="add">
        <pc:chgData name="Lalwani, Sunil" userId="95b0a425-4eed-4b84-a7cf-34664c131309" providerId="ADAL" clId="{CC5F0CBF-77A6-4739-8FF3-8FB7DAFF4AC8}" dt="2025-12-17T09:16:20.763" v="575"/>
        <pc:sldMkLst>
          <pc:docMk/>
          <pc:sldMk cId="918437565" sldId="383"/>
        </pc:sldMkLst>
      </pc:sldChg>
      <pc:sldChg chg="add ord">
        <pc:chgData name="Lalwani, Sunil" userId="95b0a425-4eed-4b84-a7cf-34664c131309" providerId="ADAL" clId="{CC5F0CBF-77A6-4739-8FF3-8FB7DAFF4AC8}" dt="2025-12-17T09:16:21.323" v="578"/>
        <pc:sldMkLst>
          <pc:docMk/>
          <pc:sldMk cId="3391421608" sldId="384"/>
        </pc:sldMkLst>
      </pc:sldChg>
      <pc:sldChg chg="add del">
        <pc:chgData name="Lalwani, Sunil" userId="95b0a425-4eed-4b84-a7cf-34664c131309" providerId="ADAL" clId="{CC5F0CBF-77A6-4739-8FF3-8FB7DAFF4AC8}" dt="2025-12-17T09:16:44.222" v="592" actId="2696"/>
        <pc:sldMkLst>
          <pc:docMk/>
          <pc:sldMk cId="811810367" sldId="385"/>
        </pc:sldMkLst>
      </pc:sldChg>
      <pc:sldChg chg="add ord">
        <pc:chgData name="Lalwani, Sunil" userId="95b0a425-4eed-4b84-a7cf-34664c131309" providerId="ADAL" clId="{CC5F0CBF-77A6-4739-8FF3-8FB7DAFF4AC8}" dt="2025-12-17T09:16:42.599" v="587"/>
        <pc:sldMkLst>
          <pc:docMk/>
          <pc:sldMk cId="1305382322" sldId="386"/>
        </pc:sldMkLst>
      </pc:sldChg>
      <pc:sldChg chg="add">
        <pc:chgData name="Lalwani, Sunil" userId="95b0a425-4eed-4b84-a7cf-34664c131309" providerId="ADAL" clId="{CC5F0CBF-77A6-4739-8FF3-8FB7DAFF4AC8}" dt="2025-12-17T09:16:43.206" v="588"/>
        <pc:sldMkLst>
          <pc:docMk/>
          <pc:sldMk cId="4092272249" sldId="387"/>
        </pc:sldMkLst>
      </pc:sldChg>
      <pc:sldChg chg="add ord">
        <pc:chgData name="Lalwani, Sunil" userId="95b0a425-4eed-4b84-a7cf-34664c131309" providerId="ADAL" clId="{CC5F0CBF-77A6-4739-8FF3-8FB7DAFF4AC8}" dt="2025-12-17T09:16:43.775" v="591"/>
        <pc:sldMkLst>
          <pc:docMk/>
          <pc:sldMk cId="668431626" sldId="388"/>
        </pc:sldMkLst>
      </pc:sldChg>
      <pc:sldChg chg="add del">
        <pc:chgData name="Lalwani, Sunil" userId="95b0a425-4eed-4b84-a7cf-34664c131309" providerId="ADAL" clId="{CC5F0CBF-77A6-4739-8FF3-8FB7DAFF4AC8}" dt="2025-12-17T09:17:07.568" v="612" actId="2696"/>
        <pc:sldMkLst>
          <pc:docMk/>
          <pc:sldMk cId="1948663212" sldId="389"/>
        </pc:sldMkLst>
      </pc:sldChg>
      <pc:sldChg chg="add ord">
        <pc:chgData name="Lalwani, Sunil" userId="95b0a425-4eed-4b84-a7cf-34664c131309" providerId="ADAL" clId="{CC5F0CBF-77A6-4739-8FF3-8FB7DAFF4AC8}" dt="2025-12-17T09:17:05.934" v="607"/>
        <pc:sldMkLst>
          <pc:docMk/>
          <pc:sldMk cId="9116173" sldId="390"/>
        </pc:sldMkLst>
      </pc:sldChg>
      <pc:sldChg chg="add">
        <pc:chgData name="Lalwani, Sunil" userId="95b0a425-4eed-4b84-a7cf-34664c131309" providerId="ADAL" clId="{CC5F0CBF-77A6-4739-8FF3-8FB7DAFF4AC8}" dt="2025-12-17T09:17:06.582" v="608"/>
        <pc:sldMkLst>
          <pc:docMk/>
          <pc:sldMk cId="3727401714" sldId="391"/>
        </pc:sldMkLst>
      </pc:sldChg>
      <pc:sldChg chg="add ord">
        <pc:chgData name="Lalwani, Sunil" userId="95b0a425-4eed-4b84-a7cf-34664c131309" providerId="ADAL" clId="{CC5F0CBF-77A6-4739-8FF3-8FB7DAFF4AC8}" dt="2025-12-17T09:17:07.123" v="611"/>
        <pc:sldMkLst>
          <pc:docMk/>
          <pc:sldMk cId="3228292752" sldId="392"/>
        </pc:sldMkLst>
      </pc:sldChg>
      <pc:sldChg chg="add del">
        <pc:chgData name="Lalwani, Sunil" userId="95b0a425-4eed-4b84-a7cf-34664c131309" providerId="ADAL" clId="{CC5F0CBF-77A6-4739-8FF3-8FB7DAFF4AC8}" dt="2025-12-17T09:17:32.389" v="636" actId="2696"/>
        <pc:sldMkLst>
          <pc:docMk/>
          <pc:sldMk cId="2694974525" sldId="393"/>
        </pc:sldMkLst>
      </pc:sldChg>
      <pc:sldChg chg="add ord">
        <pc:chgData name="Lalwani, Sunil" userId="95b0a425-4eed-4b84-a7cf-34664c131309" providerId="ADAL" clId="{CC5F0CBF-77A6-4739-8FF3-8FB7DAFF4AC8}" dt="2025-12-17T09:17:30.770" v="631"/>
        <pc:sldMkLst>
          <pc:docMk/>
          <pc:sldMk cId="3234536415" sldId="394"/>
        </pc:sldMkLst>
      </pc:sldChg>
      <pc:sldChg chg="add">
        <pc:chgData name="Lalwani, Sunil" userId="95b0a425-4eed-4b84-a7cf-34664c131309" providerId="ADAL" clId="{CC5F0CBF-77A6-4739-8FF3-8FB7DAFF4AC8}" dt="2025-12-17T09:17:31.415" v="632"/>
        <pc:sldMkLst>
          <pc:docMk/>
          <pc:sldMk cId="4152996414" sldId="395"/>
        </pc:sldMkLst>
      </pc:sldChg>
      <pc:sldChg chg="add ord">
        <pc:chgData name="Lalwani, Sunil" userId="95b0a425-4eed-4b84-a7cf-34664c131309" providerId="ADAL" clId="{CC5F0CBF-77A6-4739-8FF3-8FB7DAFF4AC8}" dt="2025-12-17T09:17:31.958" v="635"/>
        <pc:sldMkLst>
          <pc:docMk/>
          <pc:sldMk cId="649124050" sldId="396"/>
        </pc:sldMkLst>
      </pc:sldChg>
      <pc:sldChg chg="add del">
        <pc:chgData name="Lalwani, Sunil" userId="95b0a425-4eed-4b84-a7cf-34664c131309" providerId="ADAL" clId="{CC5F0CBF-77A6-4739-8FF3-8FB7DAFF4AC8}" dt="2025-12-17T09:17:57.853" v="649" actId="2696"/>
        <pc:sldMkLst>
          <pc:docMk/>
          <pc:sldMk cId="785421342" sldId="397"/>
        </pc:sldMkLst>
      </pc:sldChg>
      <pc:sldChg chg="add ord">
        <pc:chgData name="Lalwani, Sunil" userId="95b0a425-4eed-4b84-a7cf-34664c131309" providerId="ADAL" clId="{CC5F0CBF-77A6-4739-8FF3-8FB7DAFF4AC8}" dt="2025-12-17T09:17:56.229" v="644"/>
        <pc:sldMkLst>
          <pc:docMk/>
          <pc:sldMk cId="3919740474" sldId="398"/>
        </pc:sldMkLst>
      </pc:sldChg>
      <pc:sldChg chg="add">
        <pc:chgData name="Lalwani, Sunil" userId="95b0a425-4eed-4b84-a7cf-34664c131309" providerId="ADAL" clId="{CC5F0CBF-77A6-4739-8FF3-8FB7DAFF4AC8}" dt="2025-12-17T09:17:56.837" v="645"/>
        <pc:sldMkLst>
          <pc:docMk/>
          <pc:sldMk cId="1404656360" sldId="399"/>
        </pc:sldMkLst>
      </pc:sldChg>
      <pc:sldChg chg="add ord">
        <pc:chgData name="Lalwani, Sunil" userId="95b0a425-4eed-4b84-a7cf-34664c131309" providerId="ADAL" clId="{CC5F0CBF-77A6-4739-8FF3-8FB7DAFF4AC8}" dt="2025-12-17T09:17:57.409" v="648"/>
        <pc:sldMkLst>
          <pc:docMk/>
          <pc:sldMk cId="2859322879" sldId="400"/>
        </pc:sldMkLst>
      </pc:sldChg>
      <pc:sldChg chg="add del">
        <pc:chgData name="Lalwani, Sunil" userId="95b0a425-4eed-4b84-a7cf-34664c131309" providerId="ADAL" clId="{CC5F0CBF-77A6-4739-8FF3-8FB7DAFF4AC8}" dt="2025-12-17T09:18:22.355" v="662" actId="2696"/>
        <pc:sldMkLst>
          <pc:docMk/>
          <pc:sldMk cId="3848913536" sldId="401"/>
        </pc:sldMkLst>
      </pc:sldChg>
      <pc:sldChg chg="add ord">
        <pc:chgData name="Lalwani, Sunil" userId="95b0a425-4eed-4b84-a7cf-34664c131309" providerId="ADAL" clId="{CC5F0CBF-77A6-4739-8FF3-8FB7DAFF4AC8}" dt="2025-12-17T09:18:20.734" v="657"/>
        <pc:sldMkLst>
          <pc:docMk/>
          <pc:sldMk cId="1690037773" sldId="402"/>
        </pc:sldMkLst>
      </pc:sldChg>
      <pc:sldChg chg="add">
        <pc:chgData name="Lalwani, Sunil" userId="95b0a425-4eed-4b84-a7cf-34664c131309" providerId="ADAL" clId="{CC5F0CBF-77A6-4739-8FF3-8FB7DAFF4AC8}" dt="2025-12-17T09:18:21.398" v="658"/>
        <pc:sldMkLst>
          <pc:docMk/>
          <pc:sldMk cId="376347362" sldId="403"/>
        </pc:sldMkLst>
      </pc:sldChg>
      <pc:sldChg chg="add ord">
        <pc:chgData name="Lalwani, Sunil" userId="95b0a425-4eed-4b84-a7cf-34664c131309" providerId="ADAL" clId="{CC5F0CBF-77A6-4739-8FF3-8FB7DAFF4AC8}" dt="2025-12-17T09:18:21.910" v="661"/>
        <pc:sldMkLst>
          <pc:docMk/>
          <pc:sldMk cId="1878648103" sldId="404"/>
        </pc:sldMkLst>
      </pc:sldChg>
      <pc:sldChg chg="add del">
        <pc:chgData name="Lalwani, Sunil" userId="95b0a425-4eed-4b84-a7cf-34664c131309" providerId="ADAL" clId="{CC5F0CBF-77A6-4739-8FF3-8FB7DAFF4AC8}" dt="2025-12-17T09:18:48.011" v="681" actId="2696"/>
        <pc:sldMkLst>
          <pc:docMk/>
          <pc:sldMk cId="4240977445" sldId="405"/>
        </pc:sldMkLst>
      </pc:sldChg>
      <pc:sldChg chg="add ord">
        <pc:chgData name="Lalwani, Sunil" userId="95b0a425-4eed-4b84-a7cf-34664c131309" providerId="ADAL" clId="{CC5F0CBF-77A6-4739-8FF3-8FB7DAFF4AC8}" dt="2025-12-17T09:18:46.380" v="676"/>
        <pc:sldMkLst>
          <pc:docMk/>
          <pc:sldMk cId="3461837496" sldId="406"/>
        </pc:sldMkLst>
      </pc:sldChg>
      <pc:sldChg chg="add">
        <pc:chgData name="Lalwani, Sunil" userId="95b0a425-4eed-4b84-a7cf-34664c131309" providerId="ADAL" clId="{CC5F0CBF-77A6-4739-8FF3-8FB7DAFF4AC8}" dt="2025-12-17T09:18:46.999" v="677"/>
        <pc:sldMkLst>
          <pc:docMk/>
          <pc:sldMk cId="2325118801" sldId="407"/>
        </pc:sldMkLst>
      </pc:sldChg>
      <pc:sldChg chg="add ord">
        <pc:chgData name="Lalwani, Sunil" userId="95b0a425-4eed-4b84-a7cf-34664c131309" providerId="ADAL" clId="{CC5F0CBF-77A6-4739-8FF3-8FB7DAFF4AC8}" dt="2025-12-17T09:18:47.557" v="680"/>
        <pc:sldMkLst>
          <pc:docMk/>
          <pc:sldMk cId="3264627887" sldId="408"/>
        </pc:sldMkLst>
      </pc:sldChg>
      <pc:sldChg chg="add del">
        <pc:chgData name="Lalwani, Sunil" userId="95b0a425-4eed-4b84-a7cf-34664c131309" providerId="ADAL" clId="{CC5F0CBF-77A6-4739-8FF3-8FB7DAFF4AC8}" dt="2025-12-17T09:19:12.242" v="705" actId="2696"/>
        <pc:sldMkLst>
          <pc:docMk/>
          <pc:sldMk cId="2793099587" sldId="409"/>
        </pc:sldMkLst>
      </pc:sldChg>
      <pc:sldChg chg="add ord">
        <pc:chgData name="Lalwani, Sunil" userId="95b0a425-4eed-4b84-a7cf-34664c131309" providerId="ADAL" clId="{CC5F0CBF-77A6-4739-8FF3-8FB7DAFF4AC8}" dt="2025-12-17T09:19:10.650" v="700"/>
        <pc:sldMkLst>
          <pc:docMk/>
          <pc:sldMk cId="1715263313" sldId="410"/>
        </pc:sldMkLst>
      </pc:sldChg>
      <pc:sldChg chg="add">
        <pc:chgData name="Lalwani, Sunil" userId="95b0a425-4eed-4b84-a7cf-34664c131309" providerId="ADAL" clId="{CC5F0CBF-77A6-4739-8FF3-8FB7DAFF4AC8}" dt="2025-12-17T09:19:11.265" v="701"/>
        <pc:sldMkLst>
          <pc:docMk/>
          <pc:sldMk cId="2186315494" sldId="411"/>
        </pc:sldMkLst>
      </pc:sldChg>
      <pc:sldChg chg="add ord">
        <pc:chgData name="Lalwani, Sunil" userId="95b0a425-4eed-4b84-a7cf-34664c131309" providerId="ADAL" clId="{CC5F0CBF-77A6-4739-8FF3-8FB7DAFF4AC8}" dt="2025-12-17T09:19:11.793" v="704"/>
        <pc:sldMkLst>
          <pc:docMk/>
          <pc:sldMk cId="1442334004" sldId="412"/>
        </pc:sldMkLst>
      </pc:sldChg>
      <pc:sldChg chg="add del">
        <pc:chgData name="Lalwani, Sunil" userId="95b0a425-4eed-4b84-a7cf-34664c131309" providerId="ADAL" clId="{CC5F0CBF-77A6-4739-8FF3-8FB7DAFF4AC8}" dt="2025-12-17T09:19:34.943" v="718" actId="2696"/>
        <pc:sldMkLst>
          <pc:docMk/>
          <pc:sldMk cId="434278108" sldId="413"/>
        </pc:sldMkLst>
      </pc:sldChg>
      <pc:sldChg chg="add ord">
        <pc:chgData name="Lalwani, Sunil" userId="95b0a425-4eed-4b84-a7cf-34664c131309" providerId="ADAL" clId="{CC5F0CBF-77A6-4739-8FF3-8FB7DAFF4AC8}" dt="2025-12-17T09:19:33.302" v="713"/>
        <pc:sldMkLst>
          <pc:docMk/>
          <pc:sldMk cId="2325770132" sldId="414"/>
        </pc:sldMkLst>
      </pc:sldChg>
      <pc:sldChg chg="add">
        <pc:chgData name="Lalwani, Sunil" userId="95b0a425-4eed-4b84-a7cf-34664c131309" providerId="ADAL" clId="{CC5F0CBF-77A6-4739-8FF3-8FB7DAFF4AC8}" dt="2025-12-17T09:19:33.916" v="714"/>
        <pc:sldMkLst>
          <pc:docMk/>
          <pc:sldMk cId="3489848620" sldId="415"/>
        </pc:sldMkLst>
      </pc:sldChg>
      <pc:sldChg chg="add ord">
        <pc:chgData name="Lalwani, Sunil" userId="95b0a425-4eed-4b84-a7cf-34664c131309" providerId="ADAL" clId="{CC5F0CBF-77A6-4739-8FF3-8FB7DAFF4AC8}" dt="2025-12-17T09:19:34.493" v="717"/>
        <pc:sldMkLst>
          <pc:docMk/>
          <pc:sldMk cId="3762583233" sldId="416"/>
        </pc:sldMkLst>
      </pc:sldChg>
      <pc:sldChg chg="add del">
        <pc:chgData name="Lalwani, Sunil" userId="95b0a425-4eed-4b84-a7cf-34664c131309" providerId="ADAL" clId="{CC5F0CBF-77A6-4739-8FF3-8FB7DAFF4AC8}" dt="2025-12-17T09:20:00.591" v="731" actId="2696"/>
        <pc:sldMkLst>
          <pc:docMk/>
          <pc:sldMk cId="1178484963" sldId="417"/>
        </pc:sldMkLst>
      </pc:sldChg>
      <pc:sldChg chg="add ord">
        <pc:chgData name="Lalwani, Sunil" userId="95b0a425-4eed-4b84-a7cf-34664c131309" providerId="ADAL" clId="{CC5F0CBF-77A6-4739-8FF3-8FB7DAFF4AC8}" dt="2025-12-17T09:19:59.018" v="726"/>
        <pc:sldMkLst>
          <pc:docMk/>
          <pc:sldMk cId="4103458733" sldId="418"/>
        </pc:sldMkLst>
      </pc:sldChg>
      <pc:sldChg chg="add">
        <pc:chgData name="Lalwani, Sunil" userId="95b0a425-4eed-4b84-a7cf-34664c131309" providerId="ADAL" clId="{CC5F0CBF-77A6-4739-8FF3-8FB7DAFF4AC8}" dt="2025-12-17T09:19:59.616" v="727"/>
        <pc:sldMkLst>
          <pc:docMk/>
          <pc:sldMk cId="3734617083" sldId="419"/>
        </pc:sldMkLst>
      </pc:sldChg>
      <pc:sldChg chg="add ord">
        <pc:chgData name="Lalwani, Sunil" userId="95b0a425-4eed-4b84-a7cf-34664c131309" providerId="ADAL" clId="{CC5F0CBF-77A6-4739-8FF3-8FB7DAFF4AC8}" dt="2025-12-17T09:20:00.141" v="730"/>
        <pc:sldMkLst>
          <pc:docMk/>
          <pc:sldMk cId="2682213901" sldId="420"/>
        </pc:sldMkLst>
      </pc:sldChg>
      <pc:sldChg chg="add del">
        <pc:chgData name="Lalwani, Sunil" userId="95b0a425-4eed-4b84-a7cf-34664c131309" providerId="ADAL" clId="{CC5F0CBF-77A6-4739-8FF3-8FB7DAFF4AC8}" dt="2025-12-17T09:20:27.036" v="750" actId="2696"/>
        <pc:sldMkLst>
          <pc:docMk/>
          <pc:sldMk cId="2636219838" sldId="421"/>
        </pc:sldMkLst>
      </pc:sldChg>
      <pc:sldChg chg="add ord">
        <pc:chgData name="Lalwani, Sunil" userId="95b0a425-4eed-4b84-a7cf-34664c131309" providerId="ADAL" clId="{CC5F0CBF-77A6-4739-8FF3-8FB7DAFF4AC8}" dt="2025-12-17T09:20:25.400" v="745"/>
        <pc:sldMkLst>
          <pc:docMk/>
          <pc:sldMk cId="1323832426" sldId="422"/>
        </pc:sldMkLst>
      </pc:sldChg>
      <pc:sldChg chg="add">
        <pc:chgData name="Lalwani, Sunil" userId="95b0a425-4eed-4b84-a7cf-34664c131309" providerId="ADAL" clId="{CC5F0CBF-77A6-4739-8FF3-8FB7DAFF4AC8}" dt="2025-12-17T09:20:25.998" v="746"/>
        <pc:sldMkLst>
          <pc:docMk/>
          <pc:sldMk cId="3350529302" sldId="423"/>
        </pc:sldMkLst>
      </pc:sldChg>
      <pc:sldChg chg="add ord">
        <pc:chgData name="Lalwani, Sunil" userId="95b0a425-4eed-4b84-a7cf-34664c131309" providerId="ADAL" clId="{CC5F0CBF-77A6-4739-8FF3-8FB7DAFF4AC8}" dt="2025-12-17T09:20:26.592" v="749"/>
        <pc:sldMkLst>
          <pc:docMk/>
          <pc:sldMk cId="143361916" sldId="424"/>
        </pc:sldMkLst>
      </pc:sldChg>
      <pc:sldChg chg="add del">
        <pc:chgData name="Lalwani, Sunil" userId="95b0a425-4eed-4b84-a7cf-34664c131309" providerId="ADAL" clId="{CC5F0CBF-77A6-4739-8FF3-8FB7DAFF4AC8}" dt="2025-12-17T09:20:54.931" v="774" actId="2696"/>
        <pc:sldMkLst>
          <pc:docMk/>
          <pc:sldMk cId="2577971404" sldId="425"/>
        </pc:sldMkLst>
      </pc:sldChg>
      <pc:sldChg chg="add ord">
        <pc:chgData name="Lalwani, Sunil" userId="95b0a425-4eed-4b84-a7cf-34664c131309" providerId="ADAL" clId="{CC5F0CBF-77A6-4739-8FF3-8FB7DAFF4AC8}" dt="2025-12-17T09:20:53.283" v="769"/>
        <pc:sldMkLst>
          <pc:docMk/>
          <pc:sldMk cId="3846073525" sldId="426"/>
        </pc:sldMkLst>
      </pc:sldChg>
      <pc:sldChg chg="add">
        <pc:chgData name="Lalwani, Sunil" userId="95b0a425-4eed-4b84-a7cf-34664c131309" providerId="ADAL" clId="{CC5F0CBF-77A6-4739-8FF3-8FB7DAFF4AC8}" dt="2025-12-17T09:20:53.880" v="770"/>
        <pc:sldMkLst>
          <pc:docMk/>
          <pc:sldMk cId="192525851" sldId="427"/>
        </pc:sldMkLst>
      </pc:sldChg>
      <pc:sldChg chg="add ord">
        <pc:chgData name="Lalwani, Sunil" userId="95b0a425-4eed-4b84-a7cf-34664c131309" providerId="ADAL" clId="{CC5F0CBF-77A6-4739-8FF3-8FB7DAFF4AC8}" dt="2025-12-17T09:20:54.473" v="773"/>
        <pc:sldMkLst>
          <pc:docMk/>
          <pc:sldMk cId="2538267682" sldId="428"/>
        </pc:sldMkLst>
      </pc:sldChg>
      <pc:sldChg chg="add del">
        <pc:chgData name="Lalwani, Sunil" userId="95b0a425-4eed-4b84-a7cf-34664c131309" providerId="ADAL" clId="{CC5F0CBF-77A6-4739-8FF3-8FB7DAFF4AC8}" dt="2025-12-17T09:21:19.168" v="787" actId="2696"/>
        <pc:sldMkLst>
          <pc:docMk/>
          <pc:sldMk cId="2774705741" sldId="429"/>
        </pc:sldMkLst>
      </pc:sldChg>
      <pc:sldChg chg="add ord">
        <pc:chgData name="Lalwani, Sunil" userId="95b0a425-4eed-4b84-a7cf-34664c131309" providerId="ADAL" clId="{CC5F0CBF-77A6-4739-8FF3-8FB7DAFF4AC8}" dt="2025-12-17T09:21:17.577" v="782"/>
        <pc:sldMkLst>
          <pc:docMk/>
          <pc:sldMk cId="1384695922" sldId="430"/>
        </pc:sldMkLst>
      </pc:sldChg>
      <pc:sldChg chg="add">
        <pc:chgData name="Lalwani, Sunil" userId="95b0a425-4eed-4b84-a7cf-34664c131309" providerId="ADAL" clId="{CC5F0CBF-77A6-4739-8FF3-8FB7DAFF4AC8}" dt="2025-12-17T09:21:18.157" v="783"/>
        <pc:sldMkLst>
          <pc:docMk/>
          <pc:sldMk cId="428518603" sldId="431"/>
        </pc:sldMkLst>
      </pc:sldChg>
      <pc:sldChg chg="add ord">
        <pc:chgData name="Lalwani, Sunil" userId="95b0a425-4eed-4b84-a7cf-34664c131309" providerId="ADAL" clId="{CC5F0CBF-77A6-4739-8FF3-8FB7DAFF4AC8}" dt="2025-12-17T09:21:18.720" v="786"/>
        <pc:sldMkLst>
          <pc:docMk/>
          <pc:sldMk cId="3222275206" sldId="432"/>
        </pc:sldMkLst>
      </pc:sldChg>
      <pc:sldChg chg="add del">
        <pc:chgData name="Lalwani, Sunil" userId="95b0a425-4eed-4b84-a7cf-34664c131309" providerId="ADAL" clId="{CC5F0CBF-77A6-4739-8FF3-8FB7DAFF4AC8}" dt="2025-12-17T09:21:45.350" v="800" actId="2696"/>
        <pc:sldMkLst>
          <pc:docMk/>
          <pc:sldMk cId="701965556" sldId="433"/>
        </pc:sldMkLst>
      </pc:sldChg>
      <pc:sldChg chg="add ord">
        <pc:chgData name="Lalwani, Sunil" userId="95b0a425-4eed-4b84-a7cf-34664c131309" providerId="ADAL" clId="{CC5F0CBF-77A6-4739-8FF3-8FB7DAFF4AC8}" dt="2025-12-17T09:21:43.735" v="795"/>
        <pc:sldMkLst>
          <pc:docMk/>
          <pc:sldMk cId="1382029047" sldId="434"/>
        </pc:sldMkLst>
      </pc:sldChg>
      <pc:sldChg chg="add">
        <pc:chgData name="Lalwani, Sunil" userId="95b0a425-4eed-4b84-a7cf-34664c131309" providerId="ADAL" clId="{CC5F0CBF-77A6-4739-8FF3-8FB7DAFF4AC8}" dt="2025-12-17T09:21:44.348" v="796"/>
        <pc:sldMkLst>
          <pc:docMk/>
          <pc:sldMk cId="2283726347" sldId="435"/>
        </pc:sldMkLst>
      </pc:sldChg>
      <pc:sldChg chg="add ord">
        <pc:chgData name="Lalwani, Sunil" userId="95b0a425-4eed-4b84-a7cf-34664c131309" providerId="ADAL" clId="{CC5F0CBF-77A6-4739-8FF3-8FB7DAFF4AC8}" dt="2025-12-17T09:21:44.905" v="799"/>
        <pc:sldMkLst>
          <pc:docMk/>
          <pc:sldMk cId="3571370869" sldId="436"/>
        </pc:sldMkLst>
      </pc:sldChg>
      <pc:sldChg chg="add del">
        <pc:chgData name="Lalwani, Sunil" userId="95b0a425-4eed-4b84-a7cf-34664c131309" providerId="ADAL" clId="{CC5F0CBF-77A6-4739-8FF3-8FB7DAFF4AC8}" dt="2025-12-17T09:22:11.787" v="818" actId="2696"/>
        <pc:sldMkLst>
          <pc:docMk/>
          <pc:sldMk cId="657548456" sldId="437"/>
        </pc:sldMkLst>
      </pc:sldChg>
      <pc:sldChg chg="add ord">
        <pc:chgData name="Lalwani, Sunil" userId="95b0a425-4eed-4b84-a7cf-34664c131309" providerId="ADAL" clId="{CC5F0CBF-77A6-4739-8FF3-8FB7DAFF4AC8}" dt="2025-12-17T09:22:10.117" v="813"/>
        <pc:sldMkLst>
          <pc:docMk/>
          <pc:sldMk cId="615820076" sldId="438"/>
        </pc:sldMkLst>
      </pc:sldChg>
      <pc:sldChg chg="add">
        <pc:chgData name="Lalwani, Sunil" userId="95b0a425-4eed-4b84-a7cf-34664c131309" providerId="ADAL" clId="{CC5F0CBF-77A6-4739-8FF3-8FB7DAFF4AC8}" dt="2025-12-17T09:22:10.731" v="814"/>
        <pc:sldMkLst>
          <pc:docMk/>
          <pc:sldMk cId="3443738884" sldId="439"/>
        </pc:sldMkLst>
      </pc:sldChg>
      <pc:sldChg chg="add ord">
        <pc:chgData name="Lalwani, Sunil" userId="95b0a425-4eed-4b84-a7cf-34664c131309" providerId="ADAL" clId="{CC5F0CBF-77A6-4739-8FF3-8FB7DAFF4AC8}" dt="2025-12-17T09:22:11.290" v="817"/>
        <pc:sldMkLst>
          <pc:docMk/>
          <pc:sldMk cId="3757906826" sldId="440"/>
        </pc:sldMkLst>
      </pc:sldChg>
      <pc:sldChg chg="add del">
        <pc:chgData name="Lalwani, Sunil" userId="95b0a425-4eed-4b84-a7cf-34664c131309" providerId="ADAL" clId="{CC5F0CBF-77A6-4739-8FF3-8FB7DAFF4AC8}" dt="2025-12-17T09:22:39.253" v="842" actId="2696"/>
        <pc:sldMkLst>
          <pc:docMk/>
          <pc:sldMk cId="2634812836" sldId="441"/>
        </pc:sldMkLst>
      </pc:sldChg>
      <pc:sldChg chg="add ord">
        <pc:chgData name="Lalwani, Sunil" userId="95b0a425-4eed-4b84-a7cf-34664c131309" providerId="ADAL" clId="{CC5F0CBF-77A6-4739-8FF3-8FB7DAFF4AC8}" dt="2025-12-17T09:22:37.650" v="837"/>
        <pc:sldMkLst>
          <pc:docMk/>
          <pc:sldMk cId="1401349623" sldId="442"/>
        </pc:sldMkLst>
      </pc:sldChg>
      <pc:sldChg chg="add">
        <pc:chgData name="Lalwani, Sunil" userId="95b0a425-4eed-4b84-a7cf-34664c131309" providerId="ADAL" clId="{CC5F0CBF-77A6-4739-8FF3-8FB7DAFF4AC8}" dt="2025-12-17T09:22:38.261" v="838"/>
        <pc:sldMkLst>
          <pc:docMk/>
          <pc:sldMk cId="3380617273" sldId="443"/>
        </pc:sldMkLst>
      </pc:sldChg>
      <pc:sldChg chg="add ord">
        <pc:chgData name="Lalwani, Sunil" userId="95b0a425-4eed-4b84-a7cf-34664c131309" providerId="ADAL" clId="{CC5F0CBF-77A6-4739-8FF3-8FB7DAFF4AC8}" dt="2025-12-17T09:22:38.807" v="841"/>
        <pc:sldMkLst>
          <pc:docMk/>
          <pc:sldMk cId="1383548683" sldId="444"/>
        </pc:sldMkLst>
      </pc:sldChg>
      <pc:sldChg chg="add del">
        <pc:chgData name="Lalwani, Sunil" userId="95b0a425-4eed-4b84-a7cf-34664c131309" providerId="ADAL" clId="{CC5F0CBF-77A6-4739-8FF3-8FB7DAFF4AC8}" dt="2025-12-17T09:23:04.437" v="855" actId="2696"/>
        <pc:sldMkLst>
          <pc:docMk/>
          <pc:sldMk cId="2558393266" sldId="445"/>
        </pc:sldMkLst>
      </pc:sldChg>
      <pc:sldChg chg="add ord">
        <pc:chgData name="Lalwani, Sunil" userId="95b0a425-4eed-4b84-a7cf-34664c131309" providerId="ADAL" clId="{CC5F0CBF-77A6-4739-8FF3-8FB7DAFF4AC8}" dt="2025-12-17T09:23:02.813" v="850"/>
        <pc:sldMkLst>
          <pc:docMk/>
          <pc:sldMk cId="2553083498" sldId="446"/>
        </pc:sldMkLst>
      </pc:sldChg>
      <pc:sldChg chg="add">
        <pc:chgData name="Lalwani, Sunil" userId="95b0a425-4eed-4b84-a7cf-34664c131309" providerId="ADAL" clId="{CC5F0CBF-77A6-4739-8FF3-8FB7DAFF4AC8}" dt="2025-12-17T09:23:03.430" v="851"/>
        <pc:sldMkLst>
          <pc:docMk/>
          <pc:sldMk cId="1737992405" sldId="447"/>
        </pc:sldMkLst>
      </pc:sldChg>
      <pc:sldChg chg="add ord">
        <pc:chgData name="Lalwani, Sunil" userId="95b0a425-4eed-4b84-a7cf-34664c131309" providerId="ADAL" clId="{CC5F0CBF-77A6-4739-8FF3-8FB7DAFF4AC8}" dt="2025-12-17T09:23:03.989" v="854"/>
        <pc:sldMkLst>
          <pc:docMk/>
          <pc:sldMk cId="885874646" sldId="448"/>
        </pc:sldMkLst>
      </pc:sldChg>
      <pc:sldChg chg="add del">
        <pc:chgData name="Lalwani, Sunil" userId="95b0a425-4eed-4b84-a7cf-34664c131309" providerId="ADAL" clId="{CC5F0CBF-77A6-4739-8FF3-8FB7DAFF4AC8}" dt="2025-12-17T09:23:30.319" v="868" actId="2696"/>
        <pc:sldMkLst>
          <pc:docMk/>
          <pc:sldMk cId="4135850805" sldId="449"/>
        </pc:sldMkLst>
      </pc:sldChg>
      <pc:sldChg chg="add ord">
        <pc:chgData name="Lalwani, Sunil" userId="95b0a425-4eed-4b84-a7cf-34664c131309" providerId="ADAL" clId="{CC5F0CBF-77A6-4739-8FF3-8FB7DAFF4AC8}" dt="2025-12-17T09:23:28.663" v="863"/>
        <pc:sldMkLst>
          <pc:docMk/>
          <pc:sldMk cId="22307545" sldId="450"/>
        </pc:sldMkLst>
      </pc:sldChg>
      <pc:sldChg chg="add">
        <pc:chgData name="Lalwani, Sunil" userId="95b0a425-4eed-4b84-a7cf-34664c131309" providerId="ADAL" clId="{CC5F0CBF-77A6-4739-8FF3-8FB7DAFF4AC8}" dt="2025-12-17T09:23:29.265" v="864"/>
        <pc:sldMkLst>
          <pc:docMk/>
          <pc:sldMk cId="224666663" sldId="451"/>
        </pc:sldMkLst>
      </pc:sldChg>
      <pc:sldChg chg="add ord">
        <pc:chgData name="Lalwani, Sunil" userId="95b0a425-4eed-4b84-a7cf-34664c131309" providerId="ADAL" clId="{CC5F0CBF-77A6-4739-8FF3-8FB7DAFF4AC8}" dt="2025-12-17T09:23:29.857" v="867"/>
        <pc:sldMkLst>
          <pc:docMk/>
          <pc:sldMk cId="1260500359" sldId="452"/>
        </pc:sldMkLst>
      </pc:sldChg>
      <pc:sldChg chg="add del">
        <pc:chgData name="Lalwani, Sunil" userId="95b0a425-4eed-4b84-a7cf-34664c131309" providerId="ADAL" clId="{CC5F0CBF-77A6-4739-8FF3-8FB7DAFF4AC8}" dt="2025-12-17T09:23:57.566" v="885" actId="2696"/>
        <pc:sldMkLst>
          <pc:docMk/>
          <pc:sldMk cId="3329588903" sldId="453"/>
        </pc:sldMkLst>
      </pc:sldChg>
      <pc:sldChg chg="add ord">
        <pc:chgData name="Lalwani, Sunil" userId="95b0a425-4eed-4b84-a7cf-34664c131309" providerId="ADAL" clId="{CC5F0CBF-77A6-4739-8FF3-8FB7DAFF4AC8}" dt="2025-12-17T09:23:55.916" v="880"/>
        <pc:sldMkLst>
          <pc:docMk/>
          <pc:sldMk cId="3741549426" sldId="454"/>
        </pc:sldMkLst>
      </pc:sldChg>
      <pc:sldChg chg="add">
        <pc:chgData name="Lalwani, Sunil" userId="95b0a425-4eed-4b84-a7cf-34664c131309" providerId="ADAL" clId="{CC5F0CBF-77A6-4739-8FF3-8FB7DAFF4AC8}" dt="2025-12-17T09:23:56.517" v="881"/>
        <pc:sldMkLst>
          <pc:docMk/>
          <pc:sldMk cId="3716187506" sldId="455"/>
        </pc:sldMkLst>
      </pc:sldChg>
      <pc:sldChg chg="add ord">
        <pc:chgData name="Lalwani, Sunil" userId="95b0a425-4eed-4b84-a7cf-34664c131309" providerId="ADAL" clId="{CC5F0CBF-77A6-4739-8FF3-8FB7DAFF4AC8}" dt="2025-12-17T09:23:57.126" v="884"/>
        <pc:sldMkLst>
          <pc:docMk/>
          <pc:sldMk cId="1297313918" sldId="456"/>
        </pc:sldMkLst>
      </pc:sldChg>
      <pc:sldChg chg="add">
        <pc:chgData name="Lalwani, Sunil" userId="95b0a425-4eed-4b84-a7cf-34664c131309" providerId="ADAL" clId="{CC5F0CBF-77A6-4739-8FF3-8FB7DAFF4AC8}" dt="2025-12-17T09:23:58.887" v="887"/>
        <pc:sldMkLst>
          <pc:docMk/>
          <pc:sldMk cId="294617958" sldId="4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8732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63509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90084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67405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67405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674054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674054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900840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900840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635092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635092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674054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674054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900840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900840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635092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635092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674054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674054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900840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900840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635092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635092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674054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674054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9008400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9008400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635092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6350928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6740540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6740540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9008400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9008400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6350928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6350928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6740540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6740540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9008400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9008400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6350928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6350928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6740540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6740540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9008400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9008400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6350928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6350928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6740540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6740540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9008400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9008400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6350928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6350928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6740540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6740540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9008400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9008400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6350928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63509289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67405402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6740540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90084000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9008400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63509289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63509289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67405402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6740540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90084000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90084000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63509289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63509289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67405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5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5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5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5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5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0356"/>
            <a:ext cx="87746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Inter Bold" pitchFamily="34" charset="-122"/>
                <a:cs typeface="Inter Bold" pitchFamily="34" charset="-120"/>
              </a:rPr>
              <a:t>Supply Chain Risk Management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0276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457807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3790" y="26321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Identification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122533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Mapping vulnerabilities across suppliers, geography, and operations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10276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457807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28548" y="26321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Assessment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122533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Quantifying impact and probability of disruptions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600218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790" y="4774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Mitigation Strategy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26494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resilience through diversification and redundancy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600218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774525"/>
            <a:ext cx="3183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26494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tracking of risk indicators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133951" y="63081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COVID-19 exposed global supply chain fragility—companies with resilience strategies recovered 3x faster than those without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93790" y="6053018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0477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617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C0CAC756-4C3D-28E7-19D7-455FD7CD8871}"/>
              </a:ext>
            </a:extLst>
          </p:cNvPr>
          <p:cNvGrpSpPr/>
          <p:nvPr/>
        </p:nvGrpSpPr>
        <p:grpSpPr>
          <a:xfrm>
            <a:off x="793790" y="940355"/>
            <a:ext cx="6861572" cy="3588306"/>
            <a:chOff x="793790" y="940355"/>
            <a:chExt cx="6861572" cy="3588306"/>
          </a:xfrm>
          <a:solidFill>
            <a:srgbClr val="C07000"/>
          </a:solidFill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1EB7A99-2046-D348-44B1-B828F05EFEE6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6407944" cy="4687492"/>
            </a:xfrm>
            <a:grpFill/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63FDB83B-85D3-80ED-3D43-A760CE97B08D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4572000" cy="4188500"/>
              </a:xfrm>
              <a:grpFill/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21433AB7-F823-357C-D8D3-586963ECD08E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6407944" cy="3690343"/>
                </a:xfrm>
                <a:grpFill/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1E15474F-6ED0-6B58-760A-A9EE859C7D5D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940355"/>
                    <a:ext cx="4572000" cy="1371600"/>
                    <a:chOff x="793790" y="940355"/>
                    <a:chExt cx="4572000" cy="3588306"/>
                  </a:xfrm>
                  <a:grpFill/>
                </p:grpSpPr>
                <p:grpSp>
                  <p:nvGrpSpPr>
                    <p:cNvPr id="28" name="Group 27">
                      <a:extLst>
                        <a:ext uri="{FF2B5EF4-FFF2-40B4-BE49-F238E27FC236}">
                          <a16:creationId xmlns:a16="http://schemas.microsoft.com/office/drawing/2014/main" id="{C3361F63-1AC6-FF28-8C77-412D719C369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940355"/>
                      <a:ext cx="4572000" cy="1371600"/>
                      <a:chOff x="793790" y="940355"/>
                      <a:chExt cx="13042821" cy="2545081"/>
                    </a:xfrm>
                    <a:grpFill/>
                  </p:grpSpPr>
                  <p:grpSp>
                    <p:nvGrpSpPr>
                      <p:cNvPr id="27" name="Group 26">
                        <a:extLst>
                          <a:ext uri="{FF2B5EF4-FFF2-40B4-BE49-F238E27FC236}">
                            <a16:creationId xmlns:a16="http://schemas.microsoft.com/office/drawing/2014/main" id="{AF379D67-3A50-1128-FDD6-B8C1EA14813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940355"/>
                        <a:ext cx="4572000" cy="1371600"/>
                        <a:chOff x="793790" y="940355"/>
                        <a:chExt cx="9469993" cy="2046090"/>
                      </a:xfrm>
                      <a:grpFill/>
                    </p:grpSpPr>
                    <p:grpSp>
                      <p:nvGrpSpPr>
                        <p:cNvPr id="26" name="Group 25">
                          <a:extLst>
                            <a:ext uri="{FF2B5EF4-FFF2-40B4-BE49-F238E27FC236}">
                              <a16:creationId xmlns:a16="http://schemas.microsoft.com/office/drawing/2014/main" id="{C6B52A38-6749-D7A4-1347-12C8C30602C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940355"/>
                          <a:ext cx="4572000" cy="1371600"/>
                          <a:chOff x="793790" y="940355"/>
                          <a:chExt cx="13042821" cy="1547932"/>
                        </a:xfrm>
                        <a:grpFill/>
                      </p:grpSpPr>
                      <p:grpSp>
                        <p:nvGrpSpPr>
                          <p:cNvPr id="25" name="Group 24">
                            <a:extLst>
                              <a:ext uri="{FF2B5EF4-FFF2-40B4-BE49-F238E27FC236}">
                                <a16:creationId xmlns:a16="http://schemas.microsoft.com/office/drawing/2014/main" id="{1AC2FCA6-02B3-B08B-BB04-F10148B0347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940355"/>
                            <a:ext cx="4572000" cy="1371600"/>
                            <a:chOff x="793790" y="940355"/>
                            <a:chExt cx="6861572" cy="1445896"/>
                          </a:xfrm>
                          <a:grpFill/>
                        </p:grpSpPr>
                        <p:grpSp>
                          <p:nvGrpSpPr>
                            <p:cNvPr id="24" name="Group 23">
                              <a:extLst>
                                <a:ext uri="{FF2B5EF4-FFF2-40B4-BE49-F238E27FC236}">
                                  <a16:creationId xmlns:a16="http://schemas.microsoft.com/office/drawing/2014/main" id="{F575363F-5C69-4EC4-64F7-C1F4169A900A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940355"/>
                              <a:ext cx="4572000" cy="1371600"/>
                              <a:chOff x="793790" y="940355"/>
                              <a:chExt cx="6407944" cy="2907983"/>
                            </a:xfrm>
                            <a:grpFill/>
                          </p:grpSpPr>
                          <p:grpSp>
                            <p:nvGrpSpPr>
                              <p:cNvPr id="23" name="Group 22">
                                <a:extLst>
                                  <a:ext uri="{FF2B5EF4-FFF2-40B4-BE49-F238E27FC236}">
                                    <a16:creationId xmlns:a16="http://schemas.microsoft.com/office/drawing/2014/main" id="{620B5FF3-F11E-65FB-50F0-B5C8D573AB90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93790" y="940355"/>
                                <a:ext cx="4572000" cy="1371600"/>
                                <a:chOff x="793790" y="940355"/>
                                <a:chExt cx="4572000" cy="2046090"/>
                              </a:xfrm>
                              <a:grpFill/>
                            </p:grpSpPr>
                            <p:grpSp>
                              <p:nvGrpSpPr>
                                <p:cNvPr id="22" name="Group 21">
                                  <a:extLst>
                                    <a:ext uri="{FF2B5EF4-FFF2-40B4-BE49-F238E27FC236}">
                                      <a16:creationId xmlns:a16="http://schemas.microsoft.com/office/drawing/2014/main" id="{D802C984-E8E5-3ECC-DCCA-83EBD3013274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93790" y="940355"/>
                                  <a:ext cx="4572000" cy="1371600"/>
                                  <a:chOff x="793790" y="940355"/>
                                  <a:chExt cx="6407944" cy="1547932"/>
                                </a:xfrm>
                                <a:grpFill/>
                              </p:grpSpPr>
                              <p:grpSp>
                                <p:nvGrpSpPr>
                                  <p:cNvPr id="21" name="Group 20">
                                    <a:extLst>
                                      <a:ext uri="{FF2B5EF4-FFF2-40B4-BE49-F238E27FC236}">
                                        <a16:creationId xmlns:a16="http://schemas.microsoft.com/office/drawing/2014/main" id="{05D54FA1-63AD-FA7D-67DC-5A3ED4B1D55B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793790" y="940355"/>
                                    <a:ext cx="4572000" cy="1371600"/>
                                    <a:chOff x="793790" y="940355"/>
                                    <a:chExt cx="4572000" cy="1445896"/>
                                  </a:xfrm>
                                  <a:grpFill/>
                                </p:grpSpPr>
                                <p:sp>
                                  <p:nvSpPr>
                                    <p:cNvPr id="2" name="Text 0"/>
                                    <p:cNvSpPr/>
                                    <p:nvPr/>
                                  </p:nvSpPr>
                                  <p:spPr>
                                    <a:xfrm>
                                      <a:off x="793790" y="940355"/>
                                      <a:ext cx="4572000" cy="1371600"/>
                                    </a:xfrm>
                                    <a:prstGeom prst="rect">
                                      <a:avLst/>
                                    </a:prstGeom>
                                    <a:grpFill/>
                                    <a:ln w="12700">
                                      <a:solidFill>
                                        <a:srgbClr val="000000"/>
                                      </a:solidFill>
                                    </a:ln>
                                  </p:spPr>
                                  <p:txBody>
                                    <a:bodyPr wrap="none" lIns="0" tIns="0" rIns="0" bIns="0" rtlCol="0" anchor="t"/>
                                    <a:lstStyle/>
                                    <a:p>
                                      <a:pPr marL="0" indent="0" algn="l">
                                        <a:lnSpc>
                                          <a:spcPts val="5550"/>
                                        </a:lnSpc>
                                        <a:buNone/>
                                      </a:pPr>
                                      <a:r>
                                        <a:rPr lang="en-US" sz="3200" b="1" dirty="0">
                                          <a:solidFill>
                                            <a:srgbClr val="000000"/>
                                          </a:solidFill>
                                          <a:latin typeface="Calibri" panose="020F0502020204030204" pitchFamily="34" charset="0"/>
                                          <a:ea typeface="Inter Bold" pitchFamily="34" charset="-122"/>
                                          <a:cs typeface="Inter Bold" pitchFamily="34" charset="-120"/>
                                        </a:rPr>
                                        <a:t>Supply Chain Risk Management</a:t>
                                      </a:r>
                                      <a:endParaRPr lang="en-US" sz="4450" dirty="0">
                                        <a:latin typeface="Calibri" panose="020F0502020204030204" pitchFamily="34" charset="0"/>
                                      </a:endParaRPr>
                                    </a:p>
                                  </p:txBody>
                                </p:sp>
                                <p:sp>
                                  <p:nvSpPr>
                                    <p:cNvPr id="3" name="Text 1"/>
                                    <p:cNvSpPr/>
                                    <p:nvPr/>
                                  </p:nvSpPr>
                                  <p:spPr>
                                    <a:xfrm>
                                      <a:off x="793790" y="2102763"/>
                                      <a:ext cx="226814" cy="283488"/>
                                    </a:xfrm>
                                    <a:prstGeom prst="rect">
                                      <a:avLst/>
                                    </a:prstGeom>
                                    <a:grpFill/>
                                    <a:ln w="12700">
                                      <a:solidFill>
                                        <a:srgbClr val="000000"/>
                                      </a:solidFill>
                                    </a:ln>
                                  </p:spPr>
                                  <p:txBody>
                                    <a:bodyPr wrap="none" lIns="0" tIns="0" rIns="0" bIns="0" rtlCol="0" anchor="t"/>
                                    <a:lstStyle/>
                                    <a:p>
                                      <a:pPr marL="0" indent="0" algn="l">
                                        <a:lnSpc>
                                          <a:spcPts val="2850"/>
                                        </a:lnSpc>
                                        <a:buNone/>
                                      </a:pPr>
                                      <a:r>
                                        <a:rPr lang="en-US" sz="1750" dirty="0">
                                          <a:solidFill>
                                            <a:srgbClr val="272525"/>
                                          </a:solidFill>
                                          <a:latin typeface="Calibri" panose="020F0502020204030204" pitchFamily="34" charset="0"/>
                                          <a:ea typeface="Inter Light" pitchFamily="34" charset="-122"/>
                                          <a:cs typeface="Inter Light" pitchFamily="34" charset="-120"/>
                                        </a:rPr>
                                        <a:t>01</a:t>
                                      </a:r>
                                      <a:endParaRPr lang="en-US" sz="1750" dirty="0">
                                        <a:latin typeface="Calibri" panose="020F0502020204030204" pitchFamily="34" charset="0"/>
                                      </a:endParaRPr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4" name="Shape 2" descr="Decorative – no critical information"/>
                                  <p:cNvSpPr/>
                                  <p:nvPr/>
                                </p:nvSpPr>
                                <p:spPr>
                                  <a:xfrm>
                                    <a:off x="793790" y="2457807"/>
                                    <a:ext cx="6407944" cy="30480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5" name="Text 3" descr="Decorative – no critical information"/>
                                <p:cNvSpPr/>
                                <p:nvPr/>
                              </p:nvSpPr>
                              <p:spPr>
                                <a:xfrm>
                                  <a:off x="793790" y="2632115"/>
                                  <a:ext cx="2835235" cy="354330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2750"/>
                                    </a:lnSpc>
                                    <a:buNone/>
                                  </a:pPr>
                                  <a:r>
                                    <a:rPr lang="en-US" sz="2200" b="1" dirty="0">
                                      <a:solidFill>
                                        <a:srgbClr val="272525"/>
                                      </a:solidFill>
                                      <a:latin typeface="Calibri" panose="020F0502020204030204" pitchFamily="34" charset="0"/>
                                      <a:ea typeface="Inter Bold" pitchFamily="34" charset="-122"/>
                                      <a:cs typeface="Inter Bold" pitchFamily="34" charset="-120"/>
                                    </a:rPr>
                                    <a:t>Risk Identification</a:t>
                                  </a:r>
                                  <a:endParaRPr lang="en-US" sz="220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6" name="Text 4" descr="Decorative – no critical information"/>
                              <p:cNvSpPr/>
                              <p:nvPr/>
                            </p:nvSpPr>
                            <p:spPr>
                              <a:xfrm>
                                <a:off x="793790" y="3122533"/>
                                <a:ext cx="6407944" cy="725805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squar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2850"/>
                                  </a:lnSpc>
                                  <a:buNone/>
                                </a:pPr>
                                <a:r>
                                  <a:rPr lang="en-US" sz="1750" dirty="0">
                                    <a:solidFill>
                                      <a:srgbClr val="272525"/>
                                    </a:solidFill>
                                    <a:latin typeface="Calibri" panose="020F0502020204030204" pitchFamily="34" charset="0"/>
                                    <a:ea typeface="Inter" pitchFamily="34" charset="-122"/>
                                    <a:cs typeface="Inter" pitchFamily="34" charset="-120"/>
                                  </a:rPr>
                                  <a:t>Mapping vulnerabilities across suppliers, geography, and operations</a:t>
                                </a:r>
                                <a:endParaRPr lang="en-US" sz="17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7" name="Text 5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7428548" y="2102763"/>
                              <a:ext cx="226814" cy="283488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2850"/>
                                </a:lnSpc>
                                <a:buNone/>
                              </a:pPr>
                              <a:r>
                                <a:rPr lang="en-US" sz="175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 Light" pitchFamily="34" charset="-122"/>
                                  <a:cs typeface="Inter Light" pitchFamily="34" charset="-120"/>
                                </a:rPr>
                                <a:t>02</a:t>
                              </a:r>
                              <a:endParaRPr lang="en-US" sz="17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8" name="Shape 6" descr="Decorative – no critical information"/>
                          <p:cNvSpPr/>
                          <p:nvPr/>
                        </p:nvSpPr>
                        <p:spPr>
                          <a:xfrm>
                            <a:off x="7428548" y="2457807"/>
                            <a:ext cx="6408063" cy="3048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9" name="Text 7" descr="Decorative – no critical information"/>
                        <p:cNvSpPr/>
                        <p:nvPr/>
                      </p:nvSpPr>
                      <p:spPr>
                        <a:xfrm>
                          <a:off x="7428548" y="2632115"/>
                          <a:ext cx="2835235" cy="35433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275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Risk Assessment</a:t>
                          </a:r>
                          <a:endParaRPr lang="en-US" sz="2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10" name="Text 8" descr="Decorative – no critical information"/>
                      <p:cNvSpPr/>
                      <p:nvPr/>
                    </p:nvSpPr>
                    <p:spPr>
                      <a:xfrm>
                        <a:off x="7428548" y="3122533"/>
                        <a:ext cx="6408063" cy="362903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850"/>
                          </a:lnSpc>
                          <a:buNone/>
                        </a:pPr>
                        <a:r>
                          <a:rPr lang="en-US" sz="17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Quantifying impact and probability of disruptions</a:t>
                        </a:r>
                        <a:endParaRPr lang="en-US" sz="17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11" name="Text 9" descr="Decorative – no critical information"/>
                    <p:cNvSpPr/>
                    <p:nvPr/>
                  </p:nvSpPr>
                  <p:spPr>
                    <a:xfrm>
                      <a:off x="793790" y="4245173"/>
                      <a:ext cx="226814" cy="283488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Light" pitchFamily="34" charset="-122"/>
                          <a:cs typeface="Inter Light" pitchFamily="34" charset="-120"/>
                        </a:rPr>
                        <a:t>03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2" name="Shape 10" descr="Decorative – no critical information"/>
                  <p:cNvSpPr/>
                  <p:nvPr/>
                </p:nvSpPr>
                <p:spPr>
                  <a:xfrm>
                    <a:off x="793790" y="4600218"/>
                    <a:ext cx="6407944" cy="3048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3" name="Text 11" descr="Decorative – no critical information"/>
                <p:cNvSpPr/>
                <p:nvPr/>
              </p:nvSpPr>
              <p:spPr>
                <a:xfrm>
                  <a:off x="793790" y="4774525"/>
                  <a:ext cx="2835235" cy="35433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750"/>
                    </a:lnSpc>
                    <a:buNone/>
                  </a:pPr>
                  <a:r>
                    <a:rPr lang="en-US" sz="22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Mitigation Strategy</a:t>
                  </a:r>
                  <a:endParaRPr lang="en-US" sz="2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4" name="Text 12" descr="Decorative – no critical information"/>
              <p:cNvSpPr/>
              <p:nvPr/>
            </p:nvSpPr>
            <p:spPr>
              <a:xfrm>
                <a:off x="793790" y="5264944"/>
                <a:ext cx="6407944" cy="362903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Building resilience through diversification and redundancy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5" name="Text 13" descr="Decorative – no critical information"/>
            <p:cNvSpPr/>
            <p:nvPr/>
          </p:nvSpPr>
          <p:spPr>
            <a:xfrm>
              <a:off x="7428548" y="4245173"/>
              <a:ext cx="226814" cy="283488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 Light" pitchFamily="34" charset="-122"/>
                  <a:cs typeface="Inter Light" pitchFamily="34" charset="-120"/>
                </a:rPr>
                <a:t>04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sp>
        <p:nvSpPr>
          <p:cNvPr id="16" name="Shape 14" descr="Decorative – no critical information"/>
          <p:cNvSpPr/>
          <p:nvPr/>
        </p:nvSpPr>
        <p:spPr>
          <a:xfrm>
            <a:off x="7428548" y="4600218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774525"/>
            <a:ext cx="3183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28548" y="526494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of risk indicators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951" y="63081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COVID-19 exposed global supply chain fragility—companies with resilience strategies recovered 3x faster than those without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3790" y="6053018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032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3655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6566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8A57C8A-B3D0-60EB-A15B-D3B80464FDD6}"/>
              </a:ext>
            </a:extLst>
          </p:cNvPr>
          <p:cNvGrpSpPr/>
          <p:nvPr/>
        </p:nvGrpSpPr>
        <p:grpSpPr>
          <a:xfrm>
            <a:off x="793790" y="940355"/>
            <a:ext cx="6407944" cy="1547932"/>
            <a:chOff x="793790" y="940355"/>
            <a:chExt cx="6407944" cy="1547932"/>
          </a:xfrm>
          <a:solidFill>
            <a:srgbClr val="C07000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6412F51-50A7-5CFC-DA93-26EF900F01DB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4572000" cy="1445896"/>
            </a:xfrm>
            <a:grpFill/>
          </p:grpSpPr>
          <p:sp>
            <p:nvSpPr>
              <p:cNvPr id="5" name="Text 0">
                <a:extLst>
                  <a:ext uri="{FF2B5EF4-FFF2-40B4-BE49-F238E27FC236}">
                    <a16:creationId xmlns:a16="http://schemas.microsoft.com/office/drawing/2014/main" id="{5AE5B6C8-1F94-E8CC-9208-C5AEACEDA950}"/>
                  </a:ext>
                </a:extLst>
              </p:cNvPr>
              <p:cNvSpPr/>
              <p:nvPr/>
            </p:nvSpPr>
            <p:spPr>
              <a:xfrm>
                <a:off x="793790" y="940355"/>
                <a:ext cx="45720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Supply Chain Risk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6" name="Text 1">
                <a:extLst>
                  <a:ext uri="{FF2B5EF4-FFF2-40B4-BE49-F238E27FC236}">
                    <a16:creationId xmlns:a16="http://schemas.microsoft.com/office/drawing/2014/main" id="{443348D7-DE80-0291-D936-CCC567E03DB6}"/>
                  </a:ext>
                </a:extLst>
              </p:cNvPr>
              <p:cNvSpPr/>
              <p:nvPr/>
            </p:nvSpPr>
            <p:spPr>
              <a:xfrm>
                <a:off x="793790" y="2102763"/>
                <a:ext cx="226814" cy="28348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Light" pitchFamily="34" charset="-122"/>
                    <a:cs typeface="Inter Light" pitchFamily="34" charset="-120"/>
                  </a:rPr>
                  <a:t>01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Shape 2" descr="Decorative – no critical information">
              <a:extLst>
                <a:ext uri="{FF2B5EF4-FFF2-40B4-BE49-F238E27FC236}">
                  <a16:creationId xmlns:a16="http://schemas.microsoft.com/office/drawing/2014/main" id="{7BEC84FA-80C4-61CD-8F93-E5097EAEF2F6}"/>
                </a:ext>
              </a:extLst>
            </p:cNvPr>
            <p:cNvSpPr/>
            <p:nvPr/>
          </p:nvSpPr>
          <p:spPr>
            <a:xfrm>
              <a:off x="793790" y="2457807"/>
              <a:ext cx="6407944" cy="3048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4DA9135-66C0-BEAC-F09B-C9A9D3AA3F91}"/>
              </a:ext>
            </a:extLst>
          </p:cNvPr>
          <p:cNvGrpSpPr/>
          <p:nvPr/>
        </p:nvGrpSpPr>
        <p:grpSpPr>
          <a:xfrm>
            <a:off x="793790" y="940355"/>
            <a:ext cx="4572000" cy="2046090"/>
            <a:chOff x="793790" y="940355"/>
            <a:chExt cx="4572000" cy="2046090"/>
          </a:xfrm>
          <a:solidFill>
            <a:srgbClr val="C07000"/>
          </a:solidFill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16BA0AE-72A5-01CC-1545-3C44AACE2DF8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6407944" cy="1547932"/>
            </a:xfrm>
            <a:grpFill/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6D26B15F-BA10-D300-645A-BC3F0942177F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4572000" cy="1445896"/>
              </a:xfrm>
              <a:grpFill/>
            </p:grpSpPr>
            <p:sp>
              <p:nvSpPr>
                <p:cNvPr id="12" name="Text 0">
                  <a:extLst>
                    <a:ext uri="{FF2B5EF4-FFF2-40B4-BE49-F238E27FC236}">
                      <a16:creationId xmlns:a16="http://schemas.microsoft.com/office/drawing/2014/main" id="{91050843-3035-1412-3C48-A96FDFB6EC2F}"/>
                    </a:ext>
                  </a:extLst>
                </p:cNvPr>
                <p:cNvSpPr/>
                <p:nvPr/>
              </p:nvSpPr>
              <p:spPr>
                <a:xfrm>
                  <a:off x="793790" y="940355"/>
                  <a:ext cx="4572000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555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Supply Chain Risk Management</a:t>
                  </a:r>
                  <a:endParaRPr lang="en-US" sz="445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3" name="Text 1">
                  <a:extLst>
                    <a:ext uri="{FF2B5EF4-FFF2-40B4-BE49-F238E27FC236}">
                      <a16:creationId xmlns:a16="http://schemas.microsoft.com/office/drawing/2014/main" id="{34992D68-38CC-65B4-6107-ABBABAC8B3E2}"/>
                    </a:ext>
                  </a:extLst>
                </p:cNvPr>
                <p:cNvSpPr/>
                <p:nvPr/>
              </p:nvSpPr>
              <p:spPr>
                <a:xfrm>
                  <a:off x="793790" y="2102763"/>
                  <a:ext cx="226814" cy="283488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Light" pitchFamily="34" charset="-122"/>
                      <a:cs typeface="Inter Light" pitchFamily="34" charset="-120"/>
                    </a:rPr>
                    <a:t>01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1" name="Shape 2" descr="Decorative – no critical information">
                <a:extLst>
                  <a:ext uri="{FF2B5EF4-FFF2-40B4-BE49-F238E27FC236}">
                    <a16:creationId xmlns:a16="http://schemas.microsoft.com/office/drawing/2014/main" id="{F8B3970D-9E34-0870-0DB3-9457D4B13554}"/>
                  </a:ext>
                </a:extLst>
              </p:cNvPr>
              <p:cNvSpPr/>
              <p:nvPr/>
            </p:nvSpPr>
            <p:spPr>
              <a:xfrm>
                <a:off x="793790" y="2457807"/>
                <a:ext cx="6407944" cy="3048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" name="Text 3" descr="Decorative – no critical information">
              <a:extLst>
                <a:ext uri="{FF2B5EF4-FFF2-40B4-BE49-F238E27FC236}">
                  <a16:creationId xmlns:a16="http://schemas.microsoft.com/office/drawing/2014/main" id="{13142080-B7EA-D82C-7311-3BEA9976CBA7}"/>
                </a:ext>
              </a:extLst>
            </p:cNvPr>
            <p:cNvSpPr/>
            <p:nvPr/>
          </p:nvSpPr>
          <p:spPr>
            <a:xfrm>
              <a:off x="793790" y="2632115"/>
              <a:ext cx="2835235" cy="35433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Risk Identification</a:t>
              </a:r>
              <a:endParaRPr lang="en-US" sz="22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24CA578-7320-45DE-1DE2-CE31503B2861}"/>
              </a:ext>
            </a:extLst>
          </p:cNvPr>
          <p:cNvGrpSpPr/>
          <p:nvPr/>
        </p:nvGrpSpPr>
        <p:grpSpPr>
          <a:xfrm>
            <a:off x="793790" y="940355"/>
            <a:ext cx="6407944" cy="2907983"/>
            <a:chOff x="793790" y="940355"/>
            <a:chExt cx="6407944" cy="2907983"/>
          </a:xfrm>
          <a:solidFill>
            <a:srgbClr val="C07000"/>
          </a:solidFill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716AE2E-517F-FD79-CDA0-90C97B6BC799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4572000" cy="2046090"/>
            </a:xfrm>
            <a:grpFill/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888369B6-3832-B364-E922-29A65FAC001D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6407944" cy="1547932"/>
              </a:xfrm>
              <a:grpFill/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CBCBF624-53E7-2C15-EF1A-2A4D2DF7966D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4572000" cy="1445896"/>
                </a:xfrm>
                <a:grpFill/>
              </p:grpSpPr>
              <p:sp>
                <p:nvSpPr>
                  <p:cNvPr id="21" name="Text 0">
                    <a:extLst>
                      <a:ext uri="{FF2B5EF4-FFF2-40B4-BE49-F238E27FC236}">
                        <a16:creationId xmlns:a16="http://schemas.microsoft.com/office/drawing/2014/main" id="{3BEFC566-A3F2-4E32-395E-B7BBA49C5651}"/>
                      </a:ext>
                    </a:extLst>
                  </p:cNvPr>
                  <p:cNvSpPr/>
                  <p:nvPr/>
                </p:nvSpPr>
                <p:spPr>
                  <a:xfrm>
                    <a:off x="793790" y="940355"/>
                    <a:ext cx="4572000" cy="137160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5550"/>
                      </a:lnSpc>
                      <a:buNone/>
                    </a:pPr>
                    <a:r>
                      <a:rPr lang="en-US" sz="32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Supply Chain Risk Management</a:t>
                    </a:r>
                    <a:endParaRPr lang="en-US" sz="4450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22" name="Text 1">
                    <a:extLst>
                      <a:ext uri="{FF2B5EF4-FFF2-40B4-BE49-F238E27FC236}">
                        <a16:creationId xmlns:a16="http://schemas.microsoft.com/office/drawing/2014/main" id="{0AC00B8D-F212-7326-4A74-43290A327782}"/>
                      </a:ext>
                    </a:extLst>
                  </p:cNvPr>
                  <p:cNvSpPr/>
                  <p:nvPr/>
                </p:nvSpPr>
                <p:spPr>
                  <a:xfrm>
                    <a:off x="793790" y="2102763"/>
                    <a:ext cx="226814" cy="283488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Light" pitchFamily="34" charset="-122"/>
                        <a:cs typeface="Inter Light" pitchFamily="34" charset="-120"/>
                      </a:rPr>
                      <a:t>01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20" name="Shape 2" descr="Decorative – no critical information">
                  <a:extLst>
                    <a:ext uri="{FF2B5EF4-FFF2-40B4-BE49-F238E27FC236}">
                      <a16:creationId xmlns:a16="http://schemas.microsoft.com/office/drawing/2014/main" id="{12D8F9FC-7136-EAD5-1BC0-0523DE3BB7F5}"/>
                    </a:ext>
                  </a:extLst>
                </p:cNvPr>
                <p:cNvSpPr/>
                <p:nvPr/>
              </p:nvSpPr>
              <p:spPr>
                <a:xfrm>
                  <a:off x="793790" y="2457807"/>
                  <a:ext cx="6407944" cy="3048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" name="Text 3" descr="Decorative – no critical information">
                <a:extLst>
                  <a:ext uri="{FF2B5EF4-FFF2-40B4-BE49-F238E27FC236}">
                    <a16:creationId xmlns:a16="http://schemas.microsoft.com/office/drawing/2014/main" id="{62C26CED-AF9A-BB0A-46EB-604F0975D591}"/>
                  </a:ext>
                </a:extLst>
              </p:cNvPr>
              <p:cNvSpPr/>
              <p:nvPr/>
            </p:nvSpPr>
            <p:spPr>
              <a:xfrm>
                <a:off x="793790" y="2632115"/>
                <a:ext cx="2835235" cy="35433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Risk Identification</a:t>
                </a:r>
                <a:endParaRPr lang="en-US" sz="2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6" name="Text 4" descr="Decorative – no critical information">
              <a:extLst>
                <a:ext uri="{FF2B5EF4-FFF2-40B4-BE49-F238E27FC236}">
                  <a16:creationId xmlns:a16="http://schemas.microsoft.com/office/drawing/2014/main" id="{1DB79979-D22E-349B-143F-A74D63463B8D}"/>
                </a:ext>
              </a:extLst>
            </p:cNvPr>
            <p:cNvSpPr/>
            <p:nvPr/>
          </p:nvSpPr>
          <p:spPr>
            <a:xfrm>
              <a:off x="793790" y="3122533"/>
              <a:ext cx="6407944" cy="72580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Mapping vulnerabilities across suppliers, geography, and operations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99B091B-4B26-CBFE-6863-57F26D841EDB}"/>
              </a:ext>
            </a:extLst>
          </p:cNvPr>
          <p:cNvGrpSpPr/>
          <p:nvPr/>
        </p:nvGrpSpPr>
        <p:grpSpPr>
          <a:xfrm>
            <a:off x="793790" y="940355"/>
            <a:ext cx="6861572" cy="1445896"/>
            <a:chOff x="793790" y="940355"/>
            <a:chExt cx="6861572" cy="1445896"/>
          </a:xfrm>
          <a:solidFill>
            <a:srgbClr val="C07000"/>
          </a:solid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FBB36F4-2FB2-72B6-BB49-41E1CB8B9FA4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6407944" cy="2907983"/>
            </a:xfrm>
            <a:grpFill/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2011C41A-3722-A259-E0B2-BCED12C26C1D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4572000" cy="2046090"/>
              </a:xfrm>
              <a:grpFill/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F3983089-EF62-664B-CAEB-30F0C2543A3D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6407944" cy="1547932"/>
                </a:xfrm>
                <a:grpFill/>
              </p:grpSpPr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33316AD4-66B3-ADD0-47C8-017ACEDCBD99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940355"/>
                    <a:ext cx="4572000" cy="1371600"/>
                    <a:chOff x="793790" y="940355"/>
                    <a:chExt cx="4572000" cy="1445896"/>
                  </a:xfrm>
                  <a:grpFill/>
                </p:grpSpPr>
                <p:sp>
                  <p:nvSpPr>
                    <p:cNvPr id="32" name="Text 0">
                      <a:extLst>
                        <a:ext uri="{FF2B5EF4-FFF2-40B4-BE49-F238E27FC236}">
                          <a16:creationId xmlns:a16="http://schemas.microsoft.com/office/drawing/2014/main" id="{44C569DD-2C84-E9E6-8041-6FA2CFCFD6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790" y="940355"/>
                      <a:ext cx="4572000" cy="137160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5550"/>
                        </a:lnSpc>
                        <a:buNone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Supply Chain Risk Management</a:t>
                      </a:r>
                      <a:endParaRPr lang="en-US" sz="4450" dirty="0">
                        <a:latin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33" name="Text 1">
                      <a:extLst>
                        <a:ext uri="{FF2B5EF4-FFF2-40B4-BE49-F238E27FC236}">
                          <a16:creationId xmlns:a16="http://schemas.microsoft.com/office/drawing/2014/main" id="{8315469D-1E8D-213C-4F5D-340045FED9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790" y="2102763"/>
                      <a:ext cx="226814" cy="283488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Light" pitchFamily="34" charset="-122"/>
                          <a:cs typeface="Inter Light" pitchFamily="34" charset="-120"/>
                        </a:rPr>
                        <a:t>01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31" name="Shape 2" descr="Decorative – no critical information">
                    <a:extLst>
                      <a:ext uri="{FF2B5EF4-FFF2-40B4-BE49-F238E27FC236}">
                        <a16:creationId xmlns:a16="http://schemas.microsoft.com/office/drawing/2014/main" id="{18242227-56DD-FCBC-4B16-6B3AE9CAE98E}"/>
                      </a:ext>
                    </a:extLst>
                  </p:cNvPr>
                  <p:cNvSpPr/>
                  <p:nvPr/>
                </p:nvSpPr>
                <p:spPr>
                  <a:xfrm>
                    <a:off x="793790" y="2457807"/>
                    <a:ext cx="6407944" cy="3048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9" name="Text 3" descr="Decorative – no critical information">
                  <a:extLst>
                    <a:ext uri="{FF2B5EF4-FFF2-40B4-BE49-F238E27FC236}">
                      <a16:creationId xmlns:a16="http://schemas.microsoft.com/office/drawing/2014/main" id="{95A4D2D1-BEB9-4DCD-D4A4-3F575E804F4B}"/>
                    </a:ext>
                  </a:extLst>
                </p:cNvPr>
                <p:cNvSpPr/>
                <p:nvPr/>
              </p:nvSpPr>
              <p:spPr>
                <a:xfrm>
                  <a:off x="793790" y="2632115"/>
                  <a:ext cx="2835235" cy="35433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750"/>
                    </a:lnSpc>
                    <a:buNone/>
                  </a:pPr>
                  <a:r>
                    <a:rPr lang="en-US" sz="22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Risk Identification</a:t>
                  </a:r>
                  <a:endParaRPr lang="en-US" sz="2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27" name="Text 4" descr="Decorative – no critical information">
                <a:extLst>
                  <a:ext uri="{FF2B5EF4-FFF2-40B4-BE49-F238E27FC236}">
                    <a16:creationId xmlns:a16="http://schemas.microsoft.com/office/drawing/2014/main" id="{3A66EE58-ACF9-DB08-5191-24C2906EF14D}"/>
                  </a:ext>
                </a:extLst>
              </p:cNvPr>
              <p:cNvSpPr/>
              <p:nvPr/>
            </p:nvSpPr>
            <p:spPr>
              <a:xfrm>
                <a:off x="793790" y="3122533"/>
                <a:ext cx="6407944" cy="72580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Mapping vulnerabilities across suppliers, geography, and operations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5" name="Text 5" descr="Decorative – no critical information">
              <a:extLst>
                <a:ext uri="{FF2B5EF4-FFF2-40B4-BE49-F238E27FC236}">
                  <a16:creationId xmlns:a16="http://schemas.microsoft.com/office/drawing/2014/main" id="{B4F5C038-531D-6C7F-7CBE-1C2F7900471A}"/>
                </a:ext>
              </a:extLst>
            </p:cNvPr>
            <p:cNvSpPr/>
            <p:nvPr/>
          </p:nvSpPr>
          <p:spPr>
            <a:xfrm>
              <a:off x="7428548" y="2102763"/>
              <a:ext cx="226814" cy="283488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 Light" pitchFamily="34" charset="-122"/>
                  <a:cs typeface="Inter Light" pitchFamily="34" charset="-120"/>
                </a:rPr>
                <a:t>02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8A7FB9C-3C7D-B0A0-EFC3-128D2829784C}"/>
              </a:ext>
            </a:extLst>
          </p:cNvPr>
          <p:cNvGrpSpPr/>
          <p:nvPr/>
        </p:nvGrpSpPr>
        <p:grpSpPr>
          <a:xfrm>
            <a:off x="793790" y="940355"/>
            <a:ext cx="13042821" cy="1547932"/>
            <a:chOff x="793790" y="940355"/>
            <a:chExt cx="13042821" cy="1547932"/>
          </a:xfrm>
          <a:solidFill>
            <a:srgbClr val="C07000"/>
          </a:solidFill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F2558ED-FA57-5B27-F157-92A4A3240331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6861572" cy="1445896"/>
            </a:xfrm>
            <a:grpFill/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10EC6457-EB5E-49F2-5AEC-5F3E1E60F777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6407944" cy="2907983"/>
              </a:xfrm>
              <a:grpFill/>
            </p:grpSpPr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5BF8EA73-B47B-FC09-4DF2-F46D2F3005CC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4572000" cy="2046090"/>
                </a:xfrm>
                <a:grpFill/>
              </p:grpSpPr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94705A32-7381-9E60-2308-9B642A99F20A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940355"/>
                    <a:ext cx="4572000" cy="1371600"/>
                    <a:chOff x="793790" y="940355"/>
                    <a:chExt cx="6407944" cy="1547932"/>
                  </a:xfrm>
                  <a:grpFill/>
                </p:grpSpPr>
                <p:grpSp>
                  <p:nvGrpSpPr>
                    <p:cNvPr id="43" name="Group 42">
                      <a:extLst>
                        <a:ext uri="{FF2B5EF4-FFF2-40B4-BE49-F238E27FC236}">
                          <a16:creationId xmlns:a16="http://schemas.microsoft.com/office/drawing/2014/main" id="{1CE0546B-EA02-3299-9441-A01D276865E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940355"/>
                      <a:ext cx="4572000" cy="1371600"/>
                      <a:chOff x="793790" y="940355"/>
                      <a:chExt cx="4572000" cy="1445896"/>
                    </a:xfrm>
                    <a:grpFill/>
                  </p:grpSpPr>
                  <p:sp>
                    <p:nvSpPr>
                      <p:cNvPr id="45" name="Text 0">
                        <a:extLst>
                          <a:ext uri="{FF2B5EF4-FFF2-40B4-BE49-F238E27FC236}">
                            <a16:creationId xmlns:a16="http://schemas.microsoft.com/office/drawing/2014/main" id="{9562083F-77E7-F10A-B414-F0EA15F82A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3790" y="940355"/>
                        <a:ext cx="4572000" cy="13716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5550"/>
                          </a:lnSpc>
                          <a:buNone/>
                        </a:pPr>
                        <a:r>
                          <a:rPr lang="en-US" sz="3200" b="1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Supply Chain Risk Management</a:t>
                        </a:r>
                        <a:endParaRPr lang="en-US" sz="4450" dirty="0">
                          <a:latin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46" name="Text 1">
                        <a:extLst>
                          <a:ext uri="{FF2B5EF4-FFF2-40B4-BE49-F238E27FC236}">
                            <a16:creationId xmlns:a16="http://schemas.microsoft.com/office/drawing/2014/main" id="{664AE040-C7AE-C3DE-1391-721C880C93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3790" y="2102763"/>
                        <a:ext cx="226814" cy="283488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850"/>
                          </a:lnSpc>
                          <a:buNone/>
                        </a:pPr>
                        <a:r>
                          <a:rPr lang="en-US" sz="17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Light" pitchFamily="34" charset="-122"/>
                            <a:cs typeface="Inter Light" pitchFamily="34" charset="-120"/>
                          </a:rPr>
                          <a:t>01</a:t>
                        </a:r>
                        <a:endParaRPr lang="en-US" sz="17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4" name="Shape 2" descr="Decorative – no critical information">
                      <a:extLst>
                        <a:ext uri="{FF2B5EF4-FFF2-40B4-BE49-F238E27FC236}">
                          <a16:creationId xmlns:a16="http://schemas.microsoft.com/office/drawing/2014/main" id="{DA89BEC1-ABEF-C6F8-9847-DBB63AA07C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790" y="2457807"/>
                      <a:ext cx="6407944" cy="3048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42" name="Text 3" descr="Decorative – no critical information">
                    <a:extLst>
                      <a:ext uri="{FF2B5EF4-FFF2-40B4-BE49-F238E27FC236}">
                        <a16:creationId xmlns:a16="http://schemas.microsoft.com/office/drawing/2014/main" id="{42F490E2-9162-0CE1-40F2-7B9F725410D7}"/>
                      </a:ext>
                    </a:extLst>
                  </p:cNvPr>
                  <p:cNvSpPr/>
                  <p:nvPr/>
                </p:nvSpPr>
                <p:spPr>
                  <a:xfrm>
                    <a:off x="793790" y="2632115"/>
                    <a:ext cx="2835235" cy="35433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750"/>
                      </a:lnSpc>
                      <a:buNone/>
                    </a:pPr>
                    <a:r>
                      <a:rPr lang="en-US" sz="22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Risk Identification</a:t>
                    </a:r>
                    <a:endParaRPr lang="en-US" sz="22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0" name="Text 4" descr="Decorative – no critical information">
                  <a:extLst>
                    <a:ext uri="{FF2B5EF4-FFF2-40B4-BE49-F238E27FC236}">
                      <a16:creationId xmlns:a16="http://schemas.microsoft.com/office/drawing/2014/main" id="{EBE9B430-A484-20AA-72C2-4FABE35D934F}"/>
                    </a:ext>
                  </a:extLst>
                </p:cNvPr>
                <p:cNvSpPr/>
                <p:nvPr/>
              </p:nvSpPr>
              <p:spPr>
                <a:xfrm>
                  <a:off x="793790" y="3122533"/>
                  <a:ext cx="6407944" cy="72580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Mapping vulnerabilities across suppliers, geography, and operations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38" name="Text 5" descr="Decorative – no critical information">
                <a:extLst>
                  <a:ext uri="{FF2B5EF4-FFF2-40B4-BE49-F238E27FC236}">
                    <a16:creationId xmlns:a16="http://schemas.microsoft.com/office/drawing/2014/main" id="{93D16250-C9D9-5E5E-124C-7435E7D22CD7}"/>
                  </a:ext>
                </a:extLst>
              </p:cNvPr>
              <p:cNvSpPr/>
              <p:nvPr/>
            </p:nvSpPr>
            <p:spPr>
              <a:xfrm>
                <a:off x="7428548" y="2102763"/>
                <a:ext cx="226814" cy="28348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Light" pitchFamily="34" charset="-122"/>
                    <a:cs typeface="Inter Light" pitchFamily="34" charset="-120"/>
                  </a:rPr>
                  <a:t>02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36" name="Shape 6" descr="Decorative – no critical information">
              <a:extLst>
                <a:ext uri="{FF2B5EF4-FFF2-40B4-BE49-F238E27FC236}">
                  <a16:creationId xmlns:a16="http://schemas.microsoft.com/office/drawing/2014/main" id="{529A2A4D-020F-79E2-95EF-6A3105B6CD9C}"/>
                </a:ext>
              </a:extLst>
            </p:cNvPr>
            <p:cNvSpPr/>
            <p:nvPr/>
          </p:nvSpPr>
          <p:spPr>
            <a:xfrm>
              <a:off x="7428548" y="2457807"/>
              <a:ext cx="6408063" cy="3048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A7E9476-4F2F-F385-0EA3-FEBB90475681}"/>
              </a:ext>
            </a:extLst>
          </p:cNvPr>
          <p:cNvGrpSpPr/>
          <p:nvPr/>
        </p:nvGrpSpPr>
        <p:grpSpPr>
          <a:xfrm>
            <a:off x="793790" y="940355"/>
            <a:ext cx="9469993" cy="2046090"/>
            <a:chOff x="793790" y="940355"/>
            <a:chExt cx="9469993" cy="2046090"/>
          </a:xfrm>
          <a:solidFill>
            <a:srgbClr val="C07000"/>
          </a:solidFill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099AE128-EF86-CB93-10CC-05726B0ADDDD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13042821" cy="1547932"/>
            </a:xfrm>
            <a:grpFill/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F904B1E7-DBCE-D627-C755-71919B307C21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6861572" cy="1445896"/>
              </a:xfrm>
              <a:grpFill/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C9723DF4-A3F5-94EE-6E25-9B579654D8B3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6407944" cy="2907983"/>
                </a:xfrm>
                <a:grpFill/>
              </p:grpSpPr>
              <p:grpSp>
                <p:nvGrpSpPr>
                  <p:cNvPr id="54" name="Group 53">
                    <a:extLst>
                      <a:ext uri="{FF2B5EF4-FFF2-40B4-BE49-F238E27FC236}">
                        <a16:creationId xmlns:a16="http://schemas.microsoft.com/office/drawing/2014/main" id="{AC34C75F-0100-B5B8-8E17-1C82418F7D38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940355"/>
                    <a:ext cx="4572000" cy="1371600"/>
                    <a:chOff x="793790" y="940355"/>
                    <a:chExt cx="4572000" cy="2046090"/>
                  </a:xfrm>
                  <a:grpFill/>
                </p:grpSpPr>
                <p:grpSp>
                  <p:nvGrpSpPr>
                    <p:cNvPr id="56" name="Group 55">
                      <a:extLst>
                        <a:ext uri="{FF2B5EF4-FFF2-40B4-BE49-F238E27FC236}">
                          <a16:creationId xmlns:a16="http://schemas.microsoft.com/office/drawing/2014/main" id="{84731156-916E-FF6C-6F62-8173E9B6106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940355"/>
                      <a:ext cx="4572000" cy="1371600"/>
                      <a:chOff x="793790" y="940355"/>
                      <a:chExt cx="6407944" cy="1547932"/>
                    </a:xfrm>
                    <a:grpFill/>
                  </p:grpSpPr>
                  <p:grpSp>
                    <p:nvGrpSpPr>
                      <p:cNvPr id="58" name="Group 57">
                        <a:extLst>
                          <a:ext uri="{FF2B5EF4-FFF2-40B4-BE49-F238E27FC236}">
                            <a16:creationId xmlns:a16="http://schemas.microsoft.com/office/drawing/2014/main" id="{17F7AAC7-B60B-EF93-8179-3AD193B6B3F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940355"/>
                        <a:ext cx="4572000" cy="1371600"/>
                        <a:chOff x="793790" y="940355"/>
                        <a:chExt cx="4572000" cy="1445896"/>
                      </a:xfrm>
                      <a:grpFill/>
                    </p:grpSpPr>
                    <p:sp>
                      <p:nvSpPr>
                        <p:cNvPr id="60" name="Text 0">
                          <a:extLst>
                            <a:ext uri="{FF2B5EF4-FFF2-40B4-BE49-F238E27FC236}">
                              <a16:creationId xmlns:a16="http://schemas.microsoft.com/office/drawing/2014/main" id="{A0F109BE-EC0D-29F2-71BC-66EA5788A5B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93790" y="940355"/>
                          <a:ext cx="4572000" cy="137160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5550"/>
                            </a:lnSpc>
                            <a:buNone/>
                          </a:pPr>
                          <a:r>
                            <a:rPr lang="en-US" sz="32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Supply Chain Risk Management</a:t>
                          </a:r>
                          <a:endParaRPr lang="en-US" sz="44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  <p:sp>
                      <p:nvSpPr>
                        <p:cNvPr id="61" name="Text 1">
                          <a:extLst>
                            <a:ext uri="{FF2B5EF4-FFF2-40B4-BE49-F238E27FC236}">
                              <a16:creationId xmlns:a16="http://schemas.microsoft.com/office/drawing/2014/main" id="{4B4B3C07-FCE8-CEEA-443D-3B388FC7A05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93790" y="2102763"/>
                          <a:ext cx="226814" cy="283488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2850"/>
                            </a:lnSpc>
                            <a:buNone/>
                          </a:pPr>
                          <a:r>
                            <a:rPr lang="en-US" sz="175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Light" pitchFamily="34" charset="-122"/>
                              <a:cs typeface="Inter Light" pitchFamily="34" charset="-120"/>
                            </a:rPr>
                            <a:t>01</a:t>
                          </a:r>
                          <a:endParaRPr lang="en-US" sz="17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59" name="Shape 2" descr="Decorative – no critical information">
                        <a:extLst>
                          <a:ext uri="{FF2B5EF4-FFF2-40B4-BE49-F238E27FC236}">
                            <a16:creationId xmlns:a16="http://schemas.microsoft.com/office/drawing/2014/main" id="{28018C7C-34B8-53AB-E388-3F3741629B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3790" y="2457807"/>
                        <a:ext cx="6407944" cy="3048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57" name="Text 3" descr="Decorative – no critical information">
                      <a:extLst>
                        <a:ext uri="{FF2B5EF4-FFF2-40B4-BE49-F238E27FC236}">
                          <a16:creationId xmlns:a16="http://schemas.microsoft.com/office/drawing/2014/main" id="{5BB43DA6-F072-AF10-F0FF-7F33D4E94A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790" y="2632115"/>
                      <a:ext cx="2835235" cy="35433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750"/>
                        </a:lnSpc>
                        <a:buNone/>
                      </a:pPr>
                      <a:r>
                        <a:rPr lang="en-US" sz="22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Risk Identification</a:t>
                      </a:r>
                      <a:endParaRPr lang="en-US" sz="2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55" name="Text 4" descr="Decorative – no critical information">
                    <a:extLst>
                      <a:ext uri="{FF2B5EF4-FFF2-40B4-BE49-F238E27FC236}">
                        <a16:creationId xmlns:a16="http://schemas.microsoft.com/office/drawing/2014/main" id="{FE9CBF8B-B4F3-5B8F-8E06-B2E7A2ED569A}"/>
                      </a:ext>
                    </a:extLst>
                  </p:cNvPr>
                  <p:cNvSpPr/>
                  <p:nvPr/>
                </p:nvSpPr>
                <p:spPr>
                  <a:xfrm>
                    <a:off x="793790" y="3122533"/>
                    <a:ext cx="6407944" cy="72580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Mapping vulnerabilities across suppliers, geography, and operations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53" name="Text 5" descr="Decorative – no critical information">
                  <a:extLst>
                    <a:ext uri="{FF2B5EF4-FFF2-40B4-BE49-F238E27FC236}">
                      <a16:creationId xmlns:a16="http://schemas.microsoft.com/office/drawing/2014/main" id="{FF80D15C-170A-1A5E-A82E-9AE7551CFD43}"/>
                    </a:ext>
                  </a:extLst>
                </p:cNvPr>
                <p:cNvSpPr/>
                <p:nvPr/>
              </p:nvSpPr>
              <p:spPr>
                <a:xfrm>
                  <a:off x="7428548" y="2102763"/>
                  <a:ext cx="226814" cy="283488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Light" pitchFamily="34" charset="-122"/>
                      <a:cs typeface="Inter Light" pitchFamily="34" charset="-120"/>
                    </a:rPr>
                    <a:t>02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51" name="Shape 6" descr="Decorative – no critical information">
                <a:extLst>
                  <a:ext uri="{FF2B5EF4-FFF2-40B4-BE49-F238E27FC236}">
                    <a16:creationId xmlns:a16="http://schemas.microsoft.com/office/drawing/2014/main" id="{03653036-451C-0E10-B9BC-FA320877AA5C}"/>
                  </a:ext>
                </a:extLst>
              </p:cNvPr>
              <p:cNvSpPr/>
              <p:nvPr/>
            </p:nvSpPr>
            <p:spPr>
              <a:xfrm>
                <a:off x="7428548" y="2457807"/>
                <a:ext cx="6408063" cy="3048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9" name="Text 7" descr="Decorative – no critical information">
              <a:extLst>
                <a:ext uri="{FF2B5EF4-FFF2-40B4-BE49-F238E27FC236}">
                  <a16:creationId xmlns:a16="http://schemas.microsoft.com/office/drawing/2014/main" id="{3636F866-BC3A-6ED7-D2D2-3B8747B6E819}"/>
                </a:ext>
              </a:extLst>
            </p:cNvPr>
            <p:cNvSpPr/>
            <p:nvPr/>
          </p:nvSpPr>
          <p:spPr>
            <a:xfrm>
              <a:off x="7428548" y="2632115"/>
              <a:ext cx="2835235" cy="35433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Risk Assessment</a:t>
              </a:r>
              <a:endParaRPr lang="en-US" sz="22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80607B0-38F4-5168-0400-49FF166ADA63}"/>
              </a:ext>
            </a:extLst>
          </p:cNvPr>
          <p:cNvGrpSpPr/>
          <p:nvPr/>
        </p:nvGrpSpPr>
        <p:grpSpPr>
          <a:xfrm>
            <a:off x="793790" y="940355"/>
            <a:ext cx="13042821" cy="2545081"/>
            <a:chOff x="793790" y="940355"/>
            <a:chExt cx="13042821" cy="2545081"/>
          </a:xfrm>
          <a:solidFill>
            <a:srgbClr val="C07000"/>
          </a:solidFill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771C6B1-C154-ABFD-B876-5CAD3314EDDC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9469993" cy="2046090"/>
            </a:xfrm>
            <a:grpFill/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667D0A3E-1606-48DC-0DE2-3D78DFD13418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13042821" cy="1547932"/>
              </a:xfrm>
              <a:grpFill/>
            </p:grpSpPr>
            <p:grpSp>
              <p:nvGrpSpPr>
                <p:cNvPr id="67" name="Group 66">
                  <a:extLst>
                    <a:ext uri="{FF2B5EF4-FFF2-40B4-BE49-F238E27FC236}">
                      <a16:creationId xmlns:a16="http://schemas.microsoft.com/office/drawing/2014/main" id="{3C62EDB9-A9BD-A48C-9C5D-D199696A04C4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6861572" cy="1445896"/>
                </a:xfrm>
                <a:grpFill/>
              </p:grpSpPr>
              <p:grpSp>
                <p:nvGrpSpPr>
                  <p:cNvPr id="69" name="Group 68">
                    <a:extLst>
                      <a:ext uri="{FF2B5EF4-FFF2-40B4-BE49-F238E27FC236}">
                        <a16:creationId xmlns:a16="http://schemas.microsoft.com/office/drawing/2014/main" id="{5AC7E3EA-841E-C2ED-9C21-056DD7960239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940355"/>
                    <a:ext cx="4572000" cy="1371600"/>
                    <a:chOff x="793790" y="940355"/>
                    <a:chExt cx="6407944" cy="2907983"/>
                  </a:xfrm>
                  <a:grpFill/>
                </p:grpSpPr>
                <p:grpSp>
                  <p:nvGrpSpPr>
                    <p:cNvPr id="71" name="Group 70">
                      <a:extLst>
                        <a:ext uri="{FF2B5EF4-FFF2-40B4-BE49-F238E27FC236}">
                          <a16:creationId xmlns:a16="http://schemas.microsoft.com/office/drawing/2014/main" id="{B826FA77-6D40-8401-5DFF-84CA2FB5C8D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940355"/>
                      <a:ext cx="4572000" cy="1371600"/>
                      <a:chOff x="793790" y="940355"/>
                      <a:chExt cx="4572000" cy="2046090"/>
                    </a:xfrm>
                    <a:grpFill/>
                  </p:grpSpPr>
                  <p:grpSp>
                    <p:nvGrpSpPr>
                      <p:cNvPr id="73" name="Group 72">
                        <a:extLst>
                          <a:ext uri="{FF2B5EF4-FFF2-40B4-BE49-F238E27FC236}">
                            <a16:creationId xmlns:a16="http://schemas.microsoft.com/office/drawing/2014/main" id="{E3C6F297-507F-0D7D-307F-766168CCDA9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940355"/>
                        <a:ext cx="4572000" cy="1371600"/>
                        <a:chOff x="793790" y="940355"/>
                        <a:chExt cx="6407944" cy="1547932"/>
                      </a:xfrm>
                      <a:grpFill/>
                    </p:grpSpPr>
                    <p:grpSp>
                      <p:nvGrpSpPr>
                        <p:cNvPr id="75" name="Group 74">
                          <a:extLst>
                            <a:ext uri="{FF2B5EF4-FFF2-40B4-BE49-F238E27FC236}">
                              <a16:creationId xmlns:a16="http://schemas.microsoft.com/office/drawing/2014/main" id="{523E8142-1BC9-08B9-5209-0461C9AE498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940355"/>
                          <a:ext cx="4572000" cy="1371600"/>
                          <a:chOff x="793790" y="940355"/>
                          <a:chExt cx="4572000" cy="1445896"/>
                        </a:xfrm>
                        <a:grpFill/>
                      </p:grpSpPr>
                      <p:sp>
                        <p:nvSpPr>
                          <p:cNvPr id="77" name="Text 0">
                            <a:extLst>
                              <a:ext uri="{FF2B5EF4-FFF2-40B4-BE49-F238E27FC236}">
                                <a16:creationId xmlns:a16="http://schemas.microsoft.com/office/drawing/2014/main" id="{B35B219E-9493-820D-4414-5A9A9575F8B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93790" y="940355"/>
                            <a:ext cx="4572000" cy="137160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5550"/>
                              </a:lnSpc>
                              <a:buNone/>
                            </a:pPr>
                            <a:r>
                              <a:rPr lang="en-US" sz="3200" b="1" dirty="0">
                                <a:solidFill>
                                  <a:srgbClr val="000000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Supply Chain Risk Management</a:t>
                            </a:r>
                            <a:endParaRPr lang="en-US" sz="44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78" name="Text 1">
                            <a:extLst>
                              <a:ext uri="{FF2B5EF4-FFF2-40B4-BE49-F238E27FC236}">
                                <a16:creationId xmlns:a16="http://schemas.microsoft.com/office/drawing/2014/main" id="{4C0CD816-6F1E-55A7-89AC-BACBC696377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93790" y="2102763"/>
                            <a:ext cx="226814" cy="283488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850"/>
                              </a:lnSpc>
                              <a:buNone/>
                            </a:pPr>
                            <a:r>
                              <a:rPr lang="en-US" sz="175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 Light" pitchFamily="34" charset="-122"/>
                                <a:cs typeface="Inter Light" pitchFamily="34" charset="-120"/>
                              </a:rPr>
                              <a:t>01</a:t>
                            </a:r>
                            <a:endParaRPr lang="en-US" sz="17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76" name="Shape 2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2922E80C-B70D-687D-5FC2-9F1FED5FE55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93790" y="2457807"/>
                          <a:ext cx="6407944" cy="3048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74" name="Text 3" descr="Decorative – no critical information">
                        <a:extLst>
                          <a:ext uri="{FF2B5EF4-FFF2-40B4-BE49-F238E27FC236}">
                            <a16:creationId xmlns:a16="http://schemas.microsoft.com/office/drawing/2014/main" id="{FC533BB5-15C0-FBEA-E301-D22095691C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3790" y="2632115"/>
                        <a:ext cx="2835235" cy="35433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750"/>
                          </a:lnSpc>
                          <a:buNone/>
                        </a:pPr>
                        <a:r>
                          <a:rPr lang="en-US" sz="220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Risk Identification</a:t>
                        </a:r>
                        <a:endParaRPr lang="en-US" sz="2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72" name="Text 4" descr="Decorative – no critical information">
                      <a:extLst>
                        <a:ext uri="{FF2B5EF4-FFF2-40B4-BE49-F238E27FC236}">
                          <a16:creationId xmlns:a16="http://schemas.microsoft.com/office/drawing/2014/main" id="{CE2F3EF9-B65B-45B4-F9BA-77F2652796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790" y="3122533"/>
                      <a:ext cx="6407944" cy="72580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Mapping vulnerabilities across suppliers, geography, and operations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70" name="Text 5" descr="Decorative – no critical information">
                    <a:extLst>
                      <a:ext uri="{FF2B5EF4-FFF2-40B4-BE49-F238E27FC236}">
                        <a16:creationId xmlns:a16="http://schemas.microsoft.com/office/drawing/2014/main" id="{58060D45-8D32-6E8A-4B48-357EB6243D3D}"/>
                      </a:ext>
                    </a:extLst>
                  </p:cNvPr>
                  <p:cNvSpPr/>
                  <p:nvPr/>
                </p:nvSpPr>
                <p:spPr>
                  <a:xfrm>
                    <a:off x="7428548" y="2102763"/>
                    <a:ext cx="226814" cy="283488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Light" pitchFamily="34" charset="-122"/>
                        <a:cs typeface="Inter Light" pitchFamily="34" charset="-120"/>
                      </a:rPr>
                      <a:t>02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8" name="Shape 6" descr="Decorative – no critical information">
                  <a:extLst>
                    <a:ext uri="{FF2B5EF4-FFF2-40B4-BE49-F238E27FC236}">
                      <a16:creationId xmlns:a16="http://schemas.microsoft.com/office/drawing/2014/main" id="{A6942C68-FE3C-5799-3C38-6AAB75346157}"/>
                    </a:ext>
                  </a:extLst>
                </p:cNvPr>
                <p:cNvSpPr/>
                <p:nvPr/>
              </p:nvSpPr>
              <p:spPr>
                <a:xfrm>
                  <a:off x="7428548" y="2457807"/>
                  <a:ext cx="6408063" cy="3048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6" name="Text 7" descr="Decorative – no critical information">
                <a:extLst>
                  <a:ext uri="{FF2B5EF4-FFF2-40B4-BE49-F238E27FC236}">
                    <a16:creationId xmlns:a16="http://schemas.microsoft.com/office/drawing/2014/main" id="{2B4C3F3B-C35B-341B-C179-CF6FEFD4DB2F}"/>
                  </a:ext>
                </a:extLst>
              </p:cNvPr>
              <p:cNvSpPr/>
              <p:nvPr/>
            </p:nvSpPr>
            <p:spPr>
              <a:xfrm>
                <a:off x="7428548" y="2632115"/>
                <a:ext cx="2835235" cy="35433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Risk Assessment</a:t>
                </a:r>
                <a:endParaRPr lang="en-US" sz="2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64" name="Text 8" descr="Decorative – no critical information">
              <a:extLst>
                <a:ext uri="{FF2B5EF4-FFF2-40B4-BE49-F238E27FC236}">
                  <a16:creationId xmlns:a16="http://schemas.microsoft.com/office/drawing/2014/main" id="{529D75C9-7112-A478-522C-B8643BED035E}"/>
                </a:ext>
              </a:extLst>
            </p:cNvPr>
            <p:cNvSpPr/>
            <p:nvPr/>
          </p:nvSpPr>
          <p:spPr>
            <a:xfrm>
              <a:off x="7428548" y="3122533"/>
              <a:ext cx="6408063" cy="362903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Quantifying impact and probability of disruptions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B627C4E-080B-7B3E-CE09-E59F41D7E65C}"/>
              </a:ext>
            </a:extLst>
          </p:cNvPr>
          <p:cNvGrpSpPr/>
          <p:nvPr/>
        </p:nvGrpSpPr>
        <p:grpSpPr>
          <a:xfrm>
            <a:off x="793790" y="940355"/>
            <a:ext cx="4572000" cy="3588306"/>
            <a:chOff x="793790" y="940355"/>
            <a:chExt cx="4572000" cy="3588306"/>
          </a:xfrm>
          <a:solidFill>
            <a:srgbClr val="C07000"/>
          </a:solidFill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EEBEE4E7-7788-FC32-6C4A-4CED6DE5E121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13042821" cy="2545081"/>
            </a:xfrm>
            <a:grpFill/>
          </p:grpSpPr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2D18A56B-9876-B783-D45B-CDB1BBA9A6D8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9469993" cy="2046090"/>
              </a:xfrm>
              <a:grpFill/>
            </p:grpSpPr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49B30ED1-6DC9-56C4-898B-F1DEA8DE86EC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13042821" cy="1547932"/>
                </a:xfrm>
                <a:grpFill/>
              </p:grpSpPr>
              <p:grpSp>
                <p:nvGrpSpPr>
                  <p:cNvPr id="86" name="Group 85">
                    <a:extLst>
                      <a:ext uri="{FF2B5EF4-FFF2-40B4-BE49-F238E27FC236}">
                        <a16:creationId xmlns:a16="http://schemas.microsoft.com/office/drawing/2014/main" id="{7344C6CB-6CB2-5B20-5BED-A1BF46C322E7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940355"/>
                    <a:ext cx="4572000" cy="1371600"/>
                    <a:chOff x="793790" y="940355"/>
                    <a:chExt cx="6861572" cy="1445896"/>
                  </a:xfrm>
                  <a:grpFill/>
                </p:grpSpPr>
                <p:grpSp>
                  <p:nvGrpSpPr>
                    <p:cNvPr id="88" name="Group 87">
                      <a:extLst>
                        <a:ext uri="{FF2B5EF4-FFF2-40B4-BE49-F238E27FC236}">
                          <a16:creationId xmlns:a16="http://schemas.microsoft.com/office/drawing/2014/main" id="{88281BE2-93B3-5B49-5A87-ED53B05DA82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940355"/>
                      <a:ext cx="4572000" cy="1371600"/>
                      <a:chOff x="793790" y="940355"/>
                      <a:chExt cx="6407944" cy="2907983"/>
                    </a:xfrm>
                    <a:grpFill/>
                  </p:grpSpPr>
                  <p:grpSp>
                    <p:nvGrpSpPr>
                      <p:cNvPr id="90" name="Group 89">
                        <a:extLst>
                          <a:ext uri="{FF2B5EF4-FFF2-40B4-BE49-F238E27FC236}">
                            <a16:creationId xmlns:a16="http://schemas.microsoft.com/office/drawing/2014/main" id="{F1E90F48-970E-40DE-6434-F0F4C7233CC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940355"/>
                        <a:ext cx="4572000" cy="1371600"/>
                        <a:chOff x="793790" y="940355"/>
                        <a:chExt cx="4572000" cy="2046090"/>
                      </a:xfrm>
                      <a:grpFill/>
                    </p:grpSpPr>
                    <p:grpSp>
                      <p:nvGrpSpPr>
                        <p:cNvPr id="92" name="Group 91">
                          <a:extLst>
                            <a:ext uri="{FF2B5EF4-FFF2-40B4-BE49-F238E27FC236}">
                              <a16:creationId xmlns:a16="http://schemas.microsoft.com/office/drawing/2014/main" id="{2EACBFDC-393C-6A69-52C2-DEFA52A3852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940355"/>
                          <a:ext cx="4572000" cy="1371600"/>
                          <a:chOff x="793790" y="940355"/>
                          <a:chExt cx="6407944" cy="1547932"/>
                        </a:xfrm>
                        <a:grpFill/>
                      </p:grpSpPr>
                      <p:grpSp>
                        <p:nvGrpSpPr>
                          <p:cNvPr id="94" name="Group 93">
                            <a:extLst>
                              <a:ext uri="{FF2B5EF4-FFF2-40B4-BE49-F238E27FC236}">
                                <a16:creationId xmlns:a16="http://schemas.microsoft.com/office/drawing/2014/main" id="{4341515D-5820-29A3-3089-2A4924E73C1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940355"/>
                            <a:ext cx="4572000" cy="1371600"/>
                            <a:chOff x="793790" y="940355"/>
                            <a:chExt cx="4572000" cy="1445896"/>
                          </a:xfrm>
                          <a:grpFill/>
                        </p:grpSpPr>
                        <p:sp>
                          <p:nvSpPr>
                            <p:cNvPr id="96" name="Text 0">
                              <a:extLst>
                                <a:ext uri="{FF2B5EF4-FFF2-40B4-BE49-F238E27FC236}">
                                  <a16:creationId xmlns:a16="http://schemas.microsoft.com/office/drawing/2014/main" id="{1CE9065E-B783-2338-7FA8-A159A4A17F2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793790" y="940355"/>
                              <a:ext cx="4572000" cy="137160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5550"/>
                                </a:lnSpc>
                                <a:buNone/>
                              </a:pPr>
                              <a:r>
                                <a:rPr lang="en-US" sz="3200" b="1" dirty="0">
                                  <a:solidFill>
                                    <a:srgbClr val="000000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Supply Chain Risk Management</a:t>
                              </a:r>
                              <a:endParaRPr lang="en-US" sz="44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97" name="Text 1">
                              <a:extLst>
                                <a:ext uri="{FF2B5EF4-FFF2-40B4-BE49-F238E27FC236}">
                                  <a16:creationId xmlns:a16="http://schemas.microsoft.com/office/drawing/2014/main" id="{DEA9F1B1-5430-8892-A095-EB3358D8A38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793790" y="2102763"/>
                              <a:ext cx="226814" cy="283488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2850"/>
                                </a:lnSpc>
                                <a:buNone/>
                              </a:pPr>
                              <a:r>
                                <a:rPr lang="en-US" sz="175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 Light" pitchFamily="34" charset="-122"/>
                                  <a:cs typeface="Inter Light" pitchFamily="34" charset="-120"/>
                                </a:rPr>
                                <a:t>01</a:t>
                              </a:r>
                              <a:endParaRPr lang="en-US" sz="17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95" name="Shape 2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B2F401AA-FACC-6C0B-BD19-D3EBBF9A60B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93790" y="2457807"/>
                            <a:ext cx="6407944" cy="3048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93" name="Text 3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090B19FF-BCCE-B989-0FCE-810068C6CAB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93790" y="2632115"/>
                          <a:ext cx="2835235" cy="35433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275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Risk Identification</a:t>
                          </a:r>
                          <a:endParaRPr lang="en-US" sz="2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91" name="Text 4" descr="Decorative – no critical information">
                        <a:extLst>
                          <a:ext uri="{FF2B5EF4-FFF2-40B4-BE49-F238E27FC236}">
                            <a16:creationId xmlns:a16="http://schemas.microsoft.com/office/drawing/2014/main" id="{85884810-24B8-D476-8E16-7DE9970AD7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3790" y="3122533"/>
                        <a:ext cx="6407944" cy="725805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ts val="2850"/>
                          </a:lnSpc>
                          <a:buNone/>
                        </a:pPr>
                        <a:r>
                          <a:rPr lang="en-US" sz="17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Mapping vulnerabilities across suppliers, geography, and operations</a:t>
                        </a:r>
                        <a:endParaRPr lang="en-US" sz="17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89" name="Text 5" descr="Decorative – no critical information">
                      <a:extLst>
                        <a:ext uri="{FF2B5EF4-FFF2-40B4-BE49-F238E27FC236}">
                          <a16:creationId xmlns:a16="http://schemas.microsoft.com/office/drawing/2014/main" id="{99D8CD6B-C564-45F6-8009-E317EEEA69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8548" y="2102763"/>
                      <a:ext cx="226814" cy="283488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Light" pitchFamily="34" charset="-122"/>
                          <a:cs typeface="Inter Light" pitchFamily="34" charset="-120"/>
                        </a:rPr>
                        <a:t>02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87" name="Shape 6" descr="Decorative – no critical information">
                    <a:extLst>
                      <a:ext uri="{FF2B5EF4-FFF2-40B4-BE49-F238E27FC236}">
                        <a16:creationId xmlns:a16="http://schemas.microsoft.com/office/drawing/2014/main" id="{7076842C-29A5-444E-12CA-4B0BF7F1F837}"/>
                      </a:ext>
                    </a:extLst>
                  </p:cNvPr>
                  <p:cNvSpPr/>
                  <p:nvPr/>
                </p:nvSpPr>
                <p:spPr>
                  <a:xfrm>
                    <a:off x="7428548" y="2457807"/>
                    <a:ext cx="6408063" cy="3048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85" name="Text 7" descr="Decorative – no critical information">
                  <a:extLst>
                    <a:ext uri="{FF2B5EF4-FFF2-40B4-BE49-F238E27FC236}">
                      <a16:creationId xmlns:a16="http://schemas.microsoft.com/office/drawing/2014/main" id="{91F023A0-F230-190D-6167-AB78CD4C1155}"/>
                    </a:ext>
                  </a:extLst>
                </p:cNvPr>
                <p:cNvSpPr/>
                <p:nvPr/>
              </p:nvSpPr>
              <p:spPr>
                <a:xfrm>
                  <a:off x="7428548" y="2632115"/>
                  <a:ext cx="2835235" cy="35433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750"/>
                    </a:lnSpc>
                    <a:buNone/>
                  </a:pPr>
                  <a:r>
                    <a:rPr lang="en-US" sz="22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Risk Assessment</a:t>
                  </a:r>
                  <a:endParaRPr lang="en-US" sz="2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83" name="Text 8" descr="Decorative – no critical information">
                <a:extLst>
                  <a:ext uri="{FF2B5EF4-FFF2-40B4-BE49-F238E27FC236}">
                    <a16:creationId xmlns:a16="http://schemas.microsoft.com/office/drawing/2014/main" id="{15852956-4228-3936-6531-F74F2F36C6E1}"/>
                  </a:ext>
                </a:extLst>
              </p:cNvPr>
              <p:cNvSpPr/>
              <p:nvPr/>
            </p:nvSpPr>
            <p:spPr>
              <a:xfrm>
                <a:off x="7428548" y="3122533"/>
                <a:ext cx="6408063" cy="362903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Quantifying impact and probability of disruptions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81" name="Text 9" descr="Decorative – no critical information">
              <a:extLst>
                <a:ext uri="{FF2B5EF4-FFF2-40B4-BE49-F238E27FC236}">
                  <a16:creationId xmlns:a16="http://schemas.microsoft.com/office/drawing/2014/main" id="{75BE4A22-44AA-1F14-056B-28E6B53CEA76}"/>
                </a:ext>
              </a:extLst>
            </p:cNvPr>
            <p:cNvSpPr/>
            <p:nvPr/>
          </p:nvSpPr>
          <p:spPr>
            <a:xfrm>
              <a:off x="793790" y="4245173"/>
              <a:ext cx="226814" cy="283488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 Light" pitchFamily="34" charset="-122"/>
                  <a:cs typeface="Inter Light" pitchFamily="34" charset="-120"/>
                </a:rPr>
                <a:t>03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6E58267-98CD-7CAE-3D3D-FDF48647006E}"/>
              </a:ext>
            </a:extLst>
          </p:cNvPr>
          <p:cNvGrpSpPr/>
          <p:nvPr/>
        </p:nvGrpSpPr>
        <p:grpSpPr>
          <a:xfrm>
            <a:off x="793790" y="940355"/>
            <a:ext cx="6407944" cy="3690343"/>
            <a:chOff x="793790" y="940355"/>
            <a:chExt cx="6407944" cy="3690343"/>
          </a:xfrm>
          <a:solidFill>
            <a:srgbClr val="C07000"/>
          </a:solidFill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2AEE6A37-812B-54AF-71F6-B879ED495BCD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4572000" cy="3588306"/>
            </a:xfrm>
            <a:grpFill/>
          </p:grpSpPr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1786FB25-F62D-B674-E300-DD21BC4A40D6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13042821" cy="2545081"/>
              </a:xfrm>
              <a:grpFill/>
            </p:grpSpPr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BDC4EDA9-F9E6-39CD-3015-F8B7A6658B3F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9469993" cy="2046090"/>
                </a:xfrm>
                <a:grpFill/>
              </p:grpSpPr>
              <p:grpSp>
                <p:nvGrpSpPr>
                  <p:cNvPr id="105" name="Group 104">
                    <a:extLst>
                      <a:ext uri="{FF2B5EF4-FFF2-40B4-BE49-F238E27FC236}">
                        <a16:creationId xmlns:a16="http://schemas.microsoft.com/office/drawing/2014/main" id="{A0C39735-A4F9-9755-7F77-28E5331EA6CC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940355"/>
                    <a:ext cx="4572000" cy="1371600"/>
                    <a:chOff x="793790" y="940355"/>
                    <a:chExt cx="13042821" cy="1547932"/>
                  </a:xfrm>
                  <a:grpFill/>
                </p:grpSpPr>
                <p:grpSp>
                  <p:nvGrpSpPr>
                    <p:cNvPr id="107" name="Group 106">
                      <a:extLst>
                        <a:ext uri="{FF2B5EF4-FFF2-40B4-BE49-F238E27FC236}">
                          <a16:creationId xmlns:a16="http://schemas.microsoft.com/office/drawing/2014/main" id="{1CACBAA4-5B53-798A-7F99-06404E5A696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940355"/>
                      <a:ext cx="4572000" cy="1371600"/>
                      <a:chOff x="793790" y="940355"/>
                      <a:chExt cx="6861572" cy="1445896"/>
                    </a:xfrm>
                    <a:grpFill/>
                  </p:grpSpPr>
                  <p:grpSp>
                    <p:nvGrpSpPr>
                      <p:cNvPr id="109" name="Group 108">
                        <a:extLst>
                          <a:ext uri="{FF2B5EF4-FFF2-40B4-BE49-F238E27FC236}">
                            <a16:creationId xmlns:a16="http://schemas.microsoft.com/office/drawing/2014/main" id="{5676CBA2-9ACA-19B1-3E40-FBDD432110B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940355"/>
                        <a:ext cx="4572000" cy="1371600"/>
                        <a:chOff x="793790" y="940355"/>
                        <a:chExt cx="6407944" cy="2907983"/>
                      </a:xfrm>
                      <a:grpFill/>
                    </p:grpSpPr>
                    <p:grpSp>
                      <p:nvGrpSpPr>
                        <p:cNvPr id="111" name="Group 110">
                          <a:extLst>
                            <a:ext uri="{FF2B5EF4-FFF2-40B4-BE49-F238E27FC236}">
                              <a16:creationId xmlns:a16="http://schemas.microsoft.com/office/drawing/2014/main" id="{2BCB1E84-51D4-613E-40DC-B5E4FED2B3A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940355"/>
                          <a:ext cx="4572000" cy="1371600"/>
                          <a:chOff x="793790" y="940355"/>
                          <a:chExt cx="4572000" cy="2046090"/>
                        </a:xfrm>
                        <a:grpFill/>
                      </p:grpSpPr>
                      <p:grpSp>
                        <p:nvGrpSpPr>
                          <p:cNvPr id="113" name="Group 112">
                            <a:extLst>
                              <a:ext uri="{FF2B5EF4-FFF2-40B4-BE49-F238E27FC236}">
                                <a16:creationId xmlns:a16="http://schemas.microsoft.com/office/drawing/2014/main" id="{030DEB13-F896-462A-4E33-FDDC7C50E8E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940355"/>
                            <a:ext cx="4572000" cy="1371600"/>
                            <a:chOff x="793790" y="940355"/>
                            <a:chExt cx="6407944" cy="1547932"/>
                          </a:xfrm>
                          <a:grpFill/>
                        </p:grpSpPr>
                        <p:grpSp>
                          <p:nvGrpSpPr>
                            <p:cNvPr id="115" name="Group 114">
                              <a:extLst>
                                <a:ext uri="{FF2B5EF4-FFF2-40B4-BE49-F238E27FC236}">
                                  <a16:creationId xmlns:a16="http://schemas.microsoft.com/office/drawing/2014/main" id="{31552DF0-688D-5E81-0EE2-09E097AEF5E8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940355"/>
                              <a:ext cx="4572000" cy="1371600"/>
                              <a:chOff x="793790" y="940355"/>
                              <a:chExt cx="4572000" cy="1445896"/>
                            </a:xfrm>
                            <a:grpFill/>
                          </p:grpSpPr>
                          <p:sp>
                            <p:nvSpPr>
                              <p:cNvPr id="117" name="Text 0">
                                <a:extLst>
                                  <a:ext uri="{FF2B5EF4-FFF2-40B4-BE49-F238E27FC236}">
                                    <a16:creationId xmlns:a16="http://schemas.microsoft.com/office/drawing/2014/main" id="{0C1C6B41-3C2F-D0EE-1BC7-12083D3CF1C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793790" y="940355"/>
                                <a:ext cx="4572000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555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Supply Chain Risk Management</a:t>
                                </a:r>
                                <a:endParaRPr lang="en-US" sz="44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118" name="Text 1">
                                <a:extLst>
                                  <a:ext uri="{FF2B5EF4-FFF2-40B4-BE49-F238E27FC236}">
                                    <a16:creationId xmlns:a16="http://schemas.microsoft.com/office/drawing/2014/main" id="{3E34EDD8-4D34-5EB5-683B-BF7A2C62BE94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793790" y="2102763"/>
                                <a:ext cx="226814" cy="283488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2850"/>
                                  </a:lnSpc>
                                  <a:buNone/>
                                </a:pPr>
                                <a:r>
                                  <a:rPr lang="en-US" sz="1750" dirty="0">
                                    <a:solidFill>
                                      <a:srgbClr val="272525"/>
                                    </a:solidFill>
                                    <a:latin typeface="Calibri" panose="020F0502020204030204" pitchFamily="34" charset="0"/>
                                    <a:ea typeface="Inter Light" pitchFamily="34" charset="-122"/>
                                    <a:cs typeface="Inter Light" pitchFamily="34" charset="-120"/>
                                  </a:rPr>
                                  <a:t>01</a:t>
                                </a:r>
                                <a:endParaRPr lang="en-US" sz="17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116" name="Shape 2" descr="Decorative – no critical information">
                              <a:extLst>
                                <a:ext uri="{FF2B5EF4-FFF2-40B4-BE49-F238E27FC236}">
                                  <a16:creationId xmlns:a16="http://schemas.microsoft.com/office/drawing/2014/main" id="{E5094D9A-5017-A064-F3A7-0882830B9A6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793790" y="2457807"/>
                              <a:ext cx="6407944" cy="3048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sp>
                        <p:nvSpPr>
                          <p:cNvPr id="114" name="Text 3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7EF40A60-417E-805F-A34A-0EB16AFCF92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93790" y="2632115"/>
                            <a:ext cx="2835235" cy="35433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750"/>
                              </a:lnSpc>
                              <a:buNone/>
                            </a:pPr>
                            <a:r>
                              <a:rPr lang="en-US" sz="2200" b="1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Risk Identification</a:t>
                            </a:r>
                            <a:endParaRPr lang="en-US" sz="22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112" name="Text 4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A0330AC8-FA94-167D-E82E-8D4AA99E174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93790" y="3122533"/>
                          <a:ext cx="6407944" cy="725805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l">
                            <a:lnSpc>
                              <a:spcPts val="2850"/>
                            </a:lnSpc>
                            <a:buNone/>
                          </a:pPr>
                          <a:r>
                            <a:rPr lang="en-US" sz="175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Mapping vulnerabilities across suppliers, geography, and operations</a:t>
                          </a:r>
                          <a:endParaRPr lang="en-US" sz="17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110" name="Text 5" descr="Decorative – no critical information">
                        <a:extLst>
                          <a:ext uri="{FF2B5EF4-FFF2-40B4-BE49-F238E27FC236}">
                            <a16:creationId xmlns:a16="http://schemas.microsoft.com/office/drawing/2014/main" id="{32DECD55-4893-73A9-661F-FF0F971615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28548" y="2102763"/>
                        <a:ext cx="226814" cy="283488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850"/>
                          </a:lnSpc>
                          <a:buNone/>
                        </a:pPr>
                        <a:r>
                          <a:rPr lang="en-US" sz="17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Light" pitchFamily="34" charset="-122"/>
                            <a:cs typeface="Inter Light" pitchFamily="34" charset="-120"/>
                          </a:rPr>
                          <a:t>02</a:t>
                        </a:r>
                        <a:endParaRPr lang="en-US" sz="17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108" name="Shape 6" descr="Decorative – no critical information">
                      <a:extLst>
                        <a:ext uri="{FF2B5EF4-FFF2-40B4-BE49-F238E27FC236}">
                          <a16:creationId xmlns:a16="http://schemas.microsoft.com/office/drawing/2014/main" id="{C3CEECF0-A04F-BF04-4B6A-318CC7C72B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8548" y="2457807"/>
                      <a:ext cx="6408063" cy="3048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06" name="Text 7" descr="Decorative – no critical information">
                    <a:extLst>
                      <a:ext uri="{FF2B5EF4-FFF2-40B4-BE49-F238E27FC236}">
                        <a16:creationId xmlns:a16="http://schemas.microsoft.com/office/drawing/2014/main" id="{7D9D0329-4997-1EE9-709A-57B1520A8CA0}"/>
                      </a:ext>
                    </a:extLst>
                  </p:cNvPr>
                  <p:cNvSpPr/>
                  <p:nvPr/>
                </p:nvSpPr>
                <p:spPr>
                  <a:xfrm>
                    <a:off x="7428548" y="2632115"/>
                    <a:ext cx="2835235" cy="35433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750"/>
                      </a:lnSpc>
                      <a:buNone/>
                    </a:pPr>
                    <a:r>
                      <a:rPr lang="en-US" sz="22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Risk Assessment</a:t>
                    </a:r>
                    <a:endParaRPr lang="en-US" sz="22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04" name="Text 8" descr="Decorative – no critical information">
                  <a:extLst>
                    <a:ext uri="{FF2B5EF4-FFF2-40B4-BE49-F238E27FC236}">
                      <a16:creationId xmlns:a16="http://schemas.microsoft.com/office/drawing/2014/main" id="{310B5180-2EF5-2C8A-90E3-5DAB2A70FF85}"/>
                    </a:ext>
                  </a:extLst>
                </p:cNvPr>
                <p:cNvSpPr/>
                <p:nvPr/>
              </p:nvSpPr>
              <p:spPr>
                <a:xfrm>
                  <a:off x="7428548" y="3122533"/>
                  <a:ext cx="6408063" cy="362903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Quantifying impact and probability of disruptions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02" name="Text 9" descr="Decorative – no critical information">
                <a:extLst>
                  <a:ext uri="{FF2B5EF4-FFF2-40B4-BE49-F238E27FC236}">
                    <a16:creationId xmlns:a16="http://schemas.microsoft.com/office/drawing/2014/main" id="{83CB6C07-24DC-94F0-AC5D-0FABD634E078}"/>
                  </a:ext>
                </a:extLst>
              </p:cNvPr>
              <p:cNvSpPr/>
              <p:nvPr/>
            </p:nvSpPr>
            <p:spPr>
              <a:xfrm>
                <a:off x="793790" y="4245173"/>
                <a:ext cx="226814" cy="28348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Light" pitchFamily="34" charset="-122"/>
                    <a:cs typeface="Inter Light" pitchFamily="34" charset="-120"/>
                  </a:rPr>
                  <a:t>03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00" name="Shape 10" descr="Decorative – no critical information">
              <a:extLst>
                <a:ext uri="{FF2B5EF4-FFF2-40B4-BE49-F238E27FC236}">
                  <a16:creationId xmlns:a16="http://schemas.microsoft.com/office/drawing/2014/main" id="{9780269B-6B52-3575-5B6D-E2FBB5F4D20E}"/>
                </a:ext>
              </a:extLst>
            </p:cNvPr>
            <p:cNvSpPr/>
            <p:nvPr/>
          </p:nvSpPr>
          <p:spPr>
            <a:xfrm>
              <a:off x="793790" y="4600218"/>
              <a:ext cx="6407944" cy="3048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D36AAF02-B535-32C5-1149-39E2354BE80C}"/>
              </a:ext>
            </a:extLst>
          </p:cNvPr>
          <p:cNvGrpSpPr/>
          <p:nvPr/>
        </p:nvGrpSpPr>
        <p:grpSpPr>
          <a:xfrm>
            <a:off x="793790" y="940355"/>
            <a:ext cx="4572000" cy="4188500"/>
            <a:chOff x="793790" y="940355"/>
            <a:chExt cx="4572000" cy="4188500"/>
          </a:xfrm>
          <a:solidFill>
            <a:srgbClr val="C07000"/>
          </a:solidFill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879EDCC8-6DDA-29D2-9B18-BA1116CBCFBE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6407944" cy="3690343"/>
            </a:xfrm>
            <a:grpFill/>
          </p:grpSpPr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A79A90D7-6A45-4063-E929-A039E635D5F2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4572000" cy="3588306"/>
              </a:xfrm>
              <a:grpFill/>
            </p:grpSpPr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B79C3876-003B-5498-1E3A-A143A6DFEDDF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13042821" cy="2545081"/>
                </a:xfrm>
                <a:grpFill/>
              </p:grpSpPr>
              <p:grpSp>
                <p:nvGrpSpPr>
                  <p:cNvPr id="126" name="Group 125">
                    <a:extLst>
                      <a:ext uri="{FF2B5EF4-FFF2-40B4-BE49-F238E27FC236}">
                        <a16:creationId xmlns:a16="http://schemas.microsoft.com/office/drawing/2014/main" id="{C688E580-4056-F0B7-8AE0-3D8D2D7CAFAD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940355"/>
                    <a:ext cx="4572000" cy="1371600"/>
                    <a:chOff x="793790" y="940355"/>
                    <a:chExt cx="9469993" cy="2046090"/>
                  </a:xfrm>
                  <a:grpFill/>
                </p:grpSpPr>
                <p:grpSp>
                  <p:nvGrpSpPr>
                    <p:cNvPr id="128" name="Group 127">
                      <a:extLst>
                        <a:ext uri="{FF2B5EF4-FFF2-40B4-BE49-F238E27FC236}">
                          <a16:creationId xmlns:a16="http://schemas.microsoft.com/office/drawing/2014/main" id="{FD3DF3A7-E232-DA54-BAD5-F8E38BFCEB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940355"/>
                      <a:ext cx="4572000" cy="1371600"/>
                      <a:chOff x="793790" y="940355"/>
                      <a:chExt cx="13042821" cy="1547932"/>
                    </a:xfrm>
                    <a:grpFill/>
                  </p:grpSpPr>
                  <p:grpSp>
                    <p:nvGrpSpPr>
                      <p:cNvPr id="130" name="Group 129">
                        <a:extLst>
                          <a:ext uri="{FF2B5EF4-FFF2-40B4-BE49-F238E27FC236}">
                            <a16:creationId xmlns:a16="http://schemas.microsoft.com/office/drawing/2014/main" id="{70781559-B8C9-8DAC-E935-586CE50B9F1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940355"/>
                        <a:ext cx="4572000" cy="1371600"/>
                        <a:chOff x="793790" y="940355"/>
                        <a:chExt cx="6861572" cy="1445896"/>
                      </a:xfrm>
                      <a:grpFill/>
                    </p:grpSpPr>
                    <p:grpSp>
                      <p:nvGrpSpPr>
                        <p:cNvPr id="132" name="Group 131">
                          <a:extLst>
                            <a:ext uri="{FF2B5EF4-FFF2-40B4-BE49-F238E27FC236}">
                              <a16:creationId xmlns:a16="http://schemas.microsoft.com/office/drawing/2014/main" id="{BC9950A8-3404-72F0-65FD-F543FA70C19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940355"/>
                          <a:ext cx="4572000" cy="1371600"/>
                          <a:chOff x="793790" y="940355"/>
                          <a:chExt cx="6407944" cy="2907983"/>
                        </a:xfrm>
                        <a:grpFill/>
                      </p:grpSpPr>
                      <p:grpSp>
                        <p:nvGrpSpPr>
                          <p:cNvPr id="134" name="Group 133">
                            <a:extLst>
                              <a:ext uri="{FF2B5EF4-FFF2-40B4-BE49-F238E27FC236}">
                                <a16:creationId xmlns:a16="http://schemas.microsoft.com/office/drawing/2014/main" id="{DE4DC098-A8E6-E7FD-8F65-F2411B2E284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940355"/>
                            <a:ext cx="4572000" cy="1371600"/>
                            <a:chOff x="793790" y="940355"/>
                            <a:chExt cx="4572000" cy="2046090"/>
                          </a:xfrm>
                          <a:grpFill/>
                        </p:grpSpPr>
                        <p:grpSp>
                          <p:nvGrpSpPr>
                            <p:cNvPr id="136" name="Group 135">
                              <a:extLst>
                                <a:ext uri="{FF2B5EF4-FFF2-40B4-BE49-F238E27FC236}">
                                  <a16:creationId xmlns:a16="http://schemas.microsoft.com/office/drawing/2014/main" id="{E75A2190-747A-39A8-EC6C-5EA2C83E526E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940355"/>
                              <a:ext cx="4572000" cy="1371600"/>
                              <a:chOff x="793790" y="940355"/>
                              <a:chExt cx="6407944" cy="1547932"/>
                            </a:xfrm>
                            <a:grpFill/>
                          </p:grpSpPr>
                          <p:grpSp>
                            <p:nvGrpSpPr>
                              <p:cNvPr id="138" name="Group 137">
                                <a:extLst>
                                  <a:ext uri="{FF2B5EF4-FFF2-40B4-BE49-F238E27FC236}">
                                    <a16:creationId xmlns:a16="http://schemas.microsoft.com/office/drawing/2014/main" id="{4FE08E5A-1F5E-E3AD-B1D5-B2B5CFA8AF27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93790" y="940355"/>
                                <a:ext cx="4572000" cy="1371600"/>
                                <a:chOff x="793790" y="940355"/>
                                <a:chExt cx="4572000" cy="1445896"/>
                              </a:xfrm>
                              <a:grpFill/>
                            </p:grpSpPr>
                            <p:sp>
                              <p:nvSpPr>
                                <p:cNvPr id="140" name="Text 0">
                                  <a:extLst>
                                    <a:ext uri="{FF2B5EF4-FFF2-40B4-BE49-F238E27FC236}">
                                      <a16:creationId xmlns:a16="http://schemas.microsoft.com/office/drawing/2014/main" id="{69D8A6EB-4CF6-E786-CD6D-88FDB3BD4ECD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793790" y="940355"/>
                                  <a:ext cx="4572000" cy="1371600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5550"/>
                                    </a:lnSpc>
                                    <a:buNone/>
                                  </a:pPr>
                                  <a:r>
                                    <a:rPr lang="en-US" sz="3200" b="1" dirty="0">
                                      <a:solidFill>
                                        <a:srgbClr val="000000"/>
                                      </a:solidFill>
                                      <a:latin typeface="Calibri" panose="020F0502020204030204" pitchFamily="34" charset="0"/>
                                      <a:ea typeface="Inter Bold" pitchFamily="34" charset="-122"/>
                                      <a:cs typeface="Inter Bold" pitchFamily="34" charset="-120"/>
                                    </a:rPr>
                                    <a:t>Supply Chain Risk Management</a:t>
                                  </a:r>
                                  <a:endParaRPr lang="en-US" sz="445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141" name="Text 1">
                                  <a:extLst>
                                    <a:ext uri="{FF2B5EF4-FFF2-40B4-BE49-F238E27FC236}">
                                      <a16:creationId xmlns:a16="http://schemas.microsoft.com/office/drawing/2014/main" id="{E5436DA4-2512-0DC0-0C23-24253DB70EE1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793790" y="2102763"/>
                                  <a:ext cx="226814" cy="283488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2850"/>
                                    </a:lnSpc>
                                    <a:buNone/>
                                  </a:pPr>
                                  <a:r>
                                    <a:rPr lang="en-US" sz="1750" dirty="0">
                                      <a:solidFill>
                                        <a:srgbClr val="272525"/>
                                      </a:solidFill>
                                      <a:latin typeface="Calibri" panose="020F0502020204030204" pitchFamily="34" charset="0"/>
                                      <a:ea typeface="Inter Light" pitchFamily="34" charset="-122"/>
                                      <a:cs typeface="Inter Light" pitchFamily="34" charset="-120"/>
                                    </a:rPr>
                                    <a:t>01</a:t>
                                  </a:r>
                                  <a:endParaRPr lang="en-US" sz="175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139" name="Shape 2" descr="Decorative – no critical information">
                                <a:extLst>
                                  <a:ext uri="{FF2B5EF4-FFF2-40B4-BE49-F238E27FC236}">
                                    <a16:creationId xmlns:a16="http://schemas.microsoft.com/office/drawing/2014/main" id="{DD95E765-9C3B-021B-DEBA-31D1024ABAB0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793790" y="2457807"/>
                                <a:ext cx="6407944" cy="3048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sp>
                          <p:nvSpPr>
                            <p:cNvPr id="137" name="Text 3" descr="Decorative – no critical information">
                              <a:extLst>
                                <a:ext uri="{FF2B5EF4-FFF2-40B4-BE49-F238E27FC236}">
                                  <a16:creationId xmlns:a16="http://schemas.microsoft.com/office/drawing/2014/main" id="{8E9661B3-EED3-AFBB-A902-E47AF4C5C49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793790" y="2632115"/>
                              <a:ext cx="2835235" cy="35433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2750"/>
                                </a:lnSpc>
                                <a:buNone/>
                              </a:pPr>
                              <a:r>
                                <a:rPr lang="en-US" sz="2200" b="1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Risk Identification</a:t>
                              </a:r>
                              <a:endParaRPr lang="en-US" sz="22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35" name="Text 4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309CA5AE-7FF3-CE4F-CB6F-689DE02348C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93790" y="3122533"/>
                            <a:ext cx="6407944" cy="725805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squar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850"/>
                              </a:lnSpc>
                              <a:buNone/>
                            </a:pPr>
                            <a:r>
                              <a:rPr lang="en-US" sz="175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Mapping vulnerabilities across suppliers, geography, and operations</a:t>
                            </a:r>
                            <a:endParaRPr lang="en-US" sz="17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133" name="Text 5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BB3F31E6-CA83-C38D-2059-BA5FED3A3BB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428548" y="2102763"/>
                          <a:ext cx="226814" cy="283488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2850"/>
                            </a:lnSpc>
                            <a:buNone/>
                          </a:pPr>
                          <a:r>
                            <a:rPr lang="en-US" sz="175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Light" pitchFamily="34" charset="-122"/>
                              <a:cs typeface="Inter Light" pitchFamily="34" charset="-120"/>
                            </a:rPr>
                            <a:t>02</a:t>
                          </a:r>
                          <a:endParaRPr lang="en-US" sz="17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131" name="Shape 6" descr="Decorative – no critical information">
                        <a:extLst>
                          <a:ext uri="{FF2B5EF4-FFF2-40B4-BE49-F238E27FC236}">
                            <a16:creationId xmlns:a16="http://schemas.microsoft.com/office/drawing/2014/main" id="{8774064D-2316-CF6C-34F6-51E20F4DFD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28548" y="2457807"/>
                        <a:ext cx="6408063" cy="3048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29" name="Text 7" descr="Decorative – no critical information">
                      <a:extLst>
                        <a:ext uri="{FF2B5EF4-FFF2-40B4-BE49-F238E27FC236}">
                          <a16:creationId xmlns:a16="http://schemas.microsoft.com/office/drawing/2014/main" id="{87D7E6A2-CEC0-423C-168C-C6E99A0494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8548" y="2632115"/>
                      <a:ext cx="2835235" cy="35433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750"/>
                        </a:lnSpc>
                        <a:buNone/>
                      </a:pPr>
                      <a:r>
                        <a:rPr lang="en-US" sz="22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Risk Assessment</a:t>
                      </a:r>
                      <a:endParaRPr lang="en-US" sz="2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27" name="Text 8" descr="Decorative – no critical information">
                    <a:extLst>
                      <a:ext uri="{FF2B5EF4-FFF2-40B4-BE49-F238E27FC236}">
                        <a16:creationId xmlns:a16="http://schemas.microsoft.com/office/drawing/2014/main" id="{589D99C1-E56D-70F0-5664-41E4E1721A85}"/>
                      </a:ext>
                    </a:extLst>
                  </p:cNvPr>
                  <p:cNvSpPr/>
                  <p:nvPr/>
                </p:nvSpPr>
                <p:spPr>
                  <a:xfrm>
                    <a:off x="7428548" y="3122533"/>
                    <a:ext cx="6408063" cy="362903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Quantifying impact and probability of disruptions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25" name="Text 9" descr="Decorative – no critical information">
                  <a:extLst>
                    <a:ext uri="{FF2B5EF4-FFF2-40B4-BE49-F238E27FC236}">
                      <a16:creationId xmlns:a16="http://schemas.microsoft.com/office/drawing/2014/main" id="{503C66DE-9BD0-D748-BEE3-CF7B06F29299}"/>
                    </a:ext>
                  </a:extLst>
                </p:cNvPr>
                <p:cNvSpPr/>
                <p:nvPr/>
              </p:nvSpPr>
              <p:spPr>
                <a:xfrm>
                  <a:off x="793790" y="4245173"/>
                  <a:ext cx="226814" cy="283488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Light" pitchFamily="34" charset="-122"/>
                      <a:cs typeface="Inter Light" pitchFamily="34" charset="-120"/>
                    </a:rPr>
                    <a:t>03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23" name="Shape 10" descr="Decorative – no critical information">
                <a:extLst>
                  <a:ext uri="{FF2B5EF4-FFF2-40B4-BE49-F238E27FC236}">
                    <a16:creationId xmlns:a16="http://schemas.microsoft.com/office/drawing/2014/main" id="{C1395C5D-C655-1041-E223-40FDEBC66E80}"/>
                  </a:ext>
                </a:extLst>
              </p:cNvPr>
              <p:cNvSpPr/>
              <p:nvPr/>
            </p:nvSpPr>
            <p:spPr>
              <a:xfrm>
                <a:off x="793790" y="4600218"/>
                <a:ext cx="6407944" cy="3048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1" name="Text 11" descr="Decorative – no critical information">
              <a:extLst>
                <a:ext uri="{FF2B5EF4-FFF2-40B4-BE49-F238E27FC236}">
                  <a16:creationId xmlns:a16="http://schemas.microsoft.com/office/drawing/2014/main" id="{938FEFDA-F329-0F34-8EB1-44BD7CFDFD4D}"/>
                </a:ext>
              </a:extLst>
            </p:cNvPr>
            <p:cNvSpPr/>
            <p:nvPr/>
          </p:nvSpPr>
          <p:spPr>
            <a:xfrm>
              <a:off x="793790" y="4774525"/>
              <a:ext cx="2835235" cy="35433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Mitigation Strategy</a:t>
              </a:r>
              <a:endParaRPr lang="en-US" sz="22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479FBA4D-D8B1-9B30-6AC7-BCC2CE6DEA58}"/>
              </a:ext>
            </a:extLst>
          </p:cNvPr>
          <p:cNvGrpSpPr/>
          <p:nvPr/>
        </p:nvGrpSpPr>
        <p:grpSpPr>
          <a:xfrm>
            <a:off x="793790" y="940355"/>
            <a:ext cx="6407944" cy="4687492"/>
            <a:chOff x="793790" y="940355"/>
            <a:chExt cx="6407944" cy="4687492"/>
          </a:xfrm>
          <a:solidFill>
            <a:srgbClr val="C07000"/>
          </a:solidFill>
        </p:grpSpPr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1CE0C077-C878-D563-E48D-12196A11B40D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4572000" cy="4188500"/>
            </a:xfrm>
            <a:grpFill/>
          </p:grpSpPr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E5631716-E1EB-F093-D57D-321E5CB98E9E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6407944" cy="3690343"/>
              </a:xfrm>
              <a:grpFill/>
            </p:grpSpPr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47EAE5E0-19A9-504F-EA88-2F93B804B4B9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4572000" cy="3588306"/>
                </a:xfrm>
                <a:grpFill/>
              </p:grpSpPr>
              <p:grpSp>
                <p:nvGrpSpPr>
                  <p:cNvPr id="149" name="Group 148">
                    <a:extLst>
                      <a:ext uri="{FF2B5EF4-FFF2-40B4-BE49-F238E27FC236}">
                        <a16:creationId xmlns:a16="http://schemas.microsoft.com/office/drawing/2014/main" id="{0C063870-EB00-D3AA-2D78-8376E66752BE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940355"/>
                    <a:ext cx="4572000" cy="1371600"/>
                    <a:chOff x="793790" y="940355"/>
                    <a:chExt cx="13042821" cy="2545081"/>
                  </a:xfrm>
                  <a:grpFill/>
                </p:grpSpPr>
                <p:grpSp>
                  <p:nvGrpSpPr>
                    <p:cNvPr id="151" name="Group 150">
                      <a:extLst>
                        <a:ext uri="{FF2B5EF4-FFF2-40B4-BE49-F238E27FC236}">
                          <a16:creationId xmlns:a16="http://schemas.microsoft.com/office/drawing/2014/main" id="{6715A4B2-9D44-55A3-2C6F-B271898715C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940355"/>
                      <a:ext cx="4572000" cy="1371600"/>
                      <a:chOff x="793790" y="940355"/>
                      <a:chExt cx="9469993" cy="2046090"/>
                    </a:xfrm>
                    <a:grpFill/>
                  </p:grpSpPr>
                  <p:grpSp>
                    <p:nvGrpSpPr>
                      <p:cNvPr id="153" name="Group 152">
                        <a:extLst>
                          <a:ext uri="{FF2B5EF4-FFF2-40B4-BE49-F238E27FC236}">
                            <a16:creationId xmlns:a16="http://schemas.microsoft.com/office/drawing/2014/main" id="{BBE6D890-CAD2-0022-35F9-1AC73F56715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940355"/>
                        <a:ext cx="4572000" cy="1371600"/>
                        <a:chOff x="793790" y="940355"/>
                        <a:chExt cx="13042821" cy="1547932"/>
                      </a:xfrm>
                      <a:grpFill/>
                    </p:grpSpPr>
                    <p:grpSp>
                      <p:nvGrpSpPr>
                        <p:cNvPr id="155" name="Group 154">
                          <a:extLst>
                            <a:ext uri="{FF2B5EF4-FFF2-40B4-BE49-F238E27FC236}">
                              <a16:creationId xmlns:a16="http://schemas.microsoft.com/office/drawing/2014/main" id="{6F644619-B0DD-5AA1-61B4-8166002C23B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940355"/>
                          <a:ext cx="4572000" cy="1371600"/>
                          <a:chOff x="793790" y="940355"/>
                          <a:chExt cx="6861572" cy="1445896"/>
                        </a:xfrm>
                        <a:grpFill/>
                      </p:grpSpPr>
                      <p:grpSp>
                        <p:nvGrpSpPr>
                          <p:cNvPr id="157" name="Group 156">
                            <a:extLst>
                              <a:ext uri="{FF2B5EF4-FFF2-40B4-BE49-F238E27FC236}">
                                <a16:creationId xmlns:a16="http://schemas.microsoft.com/office/drawing/2014/main" id="{3360E25A-E282-6B1F-8943-CD007E01BA0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940355"/>
                            <a:ext cx="4572000" cy="1371600"/>
                            <a:chOff x="793790" y="940355"/>
                            <a:chExt cx="6407944" cy="2907983"/>
                          </a:xfrm>
                          <a:grpFill/>
                        </p:grpSpPr>
                        <p:grpSp>
                          <p:nvGrpSpPr>
                            <p:cNvPr id="159" name="Group 158">
                              <a:extLst>
                                <a:ext uri="{FF2B5EF4-FFF2-40B4-BE49-F238E27FC236}">
                                  <a16:creationId xmlns:a16="http://schemas.microsoft.com/office/drawing/2014/main" id="{DB6CC3B3-C7BB-6E37-25CD-8E254165995E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940355"/>
                              <a:ext cx="4572000" cy="1371600"/>
                              <a:chOff x="793790" y="940355"/>
                              <a:chExt cx="4572000" cy="2046090"/>
                            </a:xfrm>
                            <a:grpFill/>
                          </p:grpSpPr>
                          <p:grpSp>
                            <p:nvGrpSpPr>
                              <p:cNvPr id="161" name="Group 160">
                                <a:extLst>
                                  <a:ext uri="{FF2B5EF4-FFF2-40B4-BE49-F238E27FC236}">
                                    <a16:creationId xmlns:a16="http://schemas.microsoft.com/office/drawing/2014/main" id="{EB41EF4B-EC85-CDAB-476E-E8D73255C674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93790" y="940355"/>
                                <a:ext cx="4572000" cy="1371600"/>
                                <a:chOff x="793790" y="940355"/>
                                <a:chExt cx="6407944" cy="1547932"/>
                              </a:xfrm>
                              <a:grpFill/>
                            </p:grpSpPr>
                            <p:grpSp>
                              <p:nvGrpSpPr>
                                <p:cNvPr id="163" name="Group 162">
                                  <a:extLst>
                                    <a:ext uri="{FF2B5EF4-FFF2-40B4-BE49-F238E27FC236}">
                                      <a16:creationId xmlns:a16="http://schemas.microsoft.com/office/drawing/2014/main" id="{F77EB48C-5F03-D81A-6E8A-5109034C62E2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93790" y="940355"/>
                                  <a:ext cx="4572000" cy="1371600"/>
                                  <a:chOff x="793790" y="940355"/>
                                  <a:chExt cx="4572000" cy="1445896"/>
                                </a:xfrm>
                                <a:grpFill/>
                              </p:grpSpPr>
                              <p:sp>
                                <p:nvSpPr>
                                  <p:cNvPr id="165" name="Text 0">
                                    <a:extLst>
                                      <a:ext uri="{FF2B5EF4-FFF2-40B4-BE49-F238E27FC236}">
                                        <a16:creationId xmlns:a16="http://schemas.microsoft.com/office/drawing/2014/main" id="{4A3F67A2-2BAA-9F3B-65AF-CC65E3231702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793790" y="940355"/>
                                    <a:ext cx="4572000" cy="1371600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none" lIns="0" tIns="0" rIns="0" bIns="0" rtlCol="0" anchor="t"/>
                                  <a:lstStyle/>
                                  <a:p>
                                    <a:pPr marL="0" indent="0" algn="l">
                                      <a:lnSpc>
                                        <a:spcPts val="5550"/>
                                      </a:lnSpc>
                                      <a:buNone/>
                                    </a:pPr>
                                    <a:r>
                                      <a:rPr lang="en-US" sz="3200" b="1" dirty="0">
                                        <a:solidFill>
                                          <a:srgbClr val="000000"/>
                                        </a:solidFill>
                                        <a:latin typeface="Calibri" panose="020F0502020204030204" pitchFamily="34" charset="0"/>
                                        <a:ea typeface="Inter Bold" pitchFamily="34" charset="-122"/>
                                        <a:cs typeface="Inter Bold" pitchFamily="34" charset="-120"/>
                                      </a:rPr>
                                      <a:t>Supply Chain Risk Management</a:t>
                                    </a:r>
                                    <a:endParaRPr lang="en-US" sz="445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166" name="Text 1">
                                    <a:extLst>
                                      <a:ext uri="{FF2B5EF4-FFF2-40B4-BE49-F238E27FC236}">
                                        <a16:creationId xmlns:a16="http://schemas.microsoft.com/office/drawing/2014/main" id="{C16A229F-9D29-691C-63D2-B611357B480A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793790" y="2102763"/>
                                    <a:ext cx="226814" cy="283488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none" lIns="0" tIns="0" rIns="0" bIns="0" rtlCol="0" anchor="t"/>
                                  <a:lstStyle/>
                                  <a:p>
                                    <a:pPr marL="0" indent="0" algn="l">
                                      <a:lnSpc>
                                        <a:spcPts val="2850"/>
                                      </a:lnSpc>
                                      <a:buNone/>
                                    </a:pPr>
                                    <a:r>
                                      <a:rPr lang="en-US" sz="1750" dirty="0">
                                        <a:solidFill>
                                          <a:srgbClr val="272525"/>
                                        </a:solidFill>
                                        <a:latin typeface="Calibri" panose="020F0502020204030204" pitchFamily="34" charset="0"/>
                                        <a:ea typeface="Inter Light" pitchFamily="34" charset="-122"/>
                                        <a:cs typeface="Inter Light" pitchFamily="34" charset="-120"/>
                                      </a:rPr>
                                      <a:t>01</a:t>
                                    </a:r>
                                    <a:endParaRPr lang="en-US" sz="175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164" name="Shape 2" descr="Decorative – no critical information">
                                  <a:extLst>
                                    <a:ext uri="{FF2B5EF4-FFF2-40B4-BE49-F238E27FC236}">
                                      <a16:creationId xmlns:a16="http://schemas.microsoft.com/office/drawing/2014/main" id="{68709CD8-F126-166C-F792-2A5962EDBDA5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793790" y="2457807"/>
                                  <a:ext cx="6407944" cy="30480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</p:grpSp>
                          <p:sp>
                            <p:nvSpPr>
                              <p:cNvPr id="162" name="Text 3" descr="Decorative – no critical information">
                                <a:extLst>
                                  <a:ext uri="{FF2B5EF4-FFF2-40B4-BE49-F238E27FC236}">
                                    <a16:creationId xmlns:a16="http://schemas.microsoft.com/office/drawing/2014/main" id="{D42ECEE6-4938-77B6-02C6-571D31FAF58B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793790" y="2632115"/>
                                <a:ext cx="2835235" cy="35433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2750"/>
                                  </a:lnSpc>
                                  <a:buNone/>
                                </a:pPr>
                                <a:r>
                                  <a:rPr lang="en-US" sz="2200" b="1" dirty="0">
                                    <a:solidFill>
                                      <a:srgbClr val="272525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Risk Identification</a:t>
                                </a:r>
                                <a:endParaRPr lang="en-US" sz="220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160" name="Text 4" descr="Decorative – no critical information">
                              <a:extLst>
                                <a:ext uri="{FF2B5EF4-FFF2-40B4-BE49-F238E27FC236}">
                                  <a16:creationId xmlns:a16="http://schemas.microsoft.com/office/drawing/2014/main" id="{51D4A817-0947-08EE-3333-A1757D284F2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793790" y="3122533"/>
                              <a:ext cx="6407944" cy="725805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squar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2850"/>
                                </a:lnSpc>
                                <a:buNone/>
                              </a:pPr>
                              <a:r>
                                <a:rPr lang="en-US" sz="175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" pitchFamily="34" charset="-122"/>
                                  <a:cs typeface="Inter" pitchFamily="34" charset="-120"/>
                                </a:rPr>
                                <a:t>Mapping vulnerabilities across suppliers, geography, and operations</a:t>
                              </a:r>
                              <a:endParaRPr lang="en-US" sz="17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58" name="Text 5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CABAB8A9-2326-BB24-518E-3260DA8B0FE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428548" y="2102763"/>
                            <a:ext cx="226814" cy="283488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850"/>
                              </a:lnSpc>
                              <a:buNone/>
                            </a:pPr>
                            <a:r>
                              <a:rPr lang="en-US" sz="175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 Light" pitchFamily="34" charset="-122"/>
                                <a:cs typeface="Inter Light" pitchFamily="34" charset="-120"/>
                              </a:rPr>
                              <a:t>02</a:t>
                            </a:r>
                            <a:endParaRPr lang="en-US" sz="17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156" name="Shape 6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1E01CA01-821E-BA80-C1AD-8D61B1861B6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428548" y="2457807"/>
                          <a:ext cx="6408063" cy="3048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154" name="Text 7" descr="Decorative – no critical information">
                        <a:extLst>
                          <a:ext uri="{FF2B5EF4-FFF2-40B4-BE49-F238E27FC236}">
                            <a16:creationId xmlns:a16="http://schemas.microsoft.com/office/drawing/2014/main" id="{225CC4A9-9A00-F592-8F96-E0EF10A813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28548" y="2632115"/>
                        <a:ext cx="2835235" cy="35433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750"/>
                          </a:lnSpc>
                          <a:buNone/>
                        </a:pPr>
                        <a:r>
                          <a:rPr lang="en-US" sz="220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Risk Assessment</a:t>
                        </a:r>
                        <a:endParaRPr lang="en-US" sz="2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152" name="Text 8" descr="Decorative – no critical information">
                      <a:extLst>
                        <a:ext uri="{FF2B5EF4-FFF2-40B4-BE49-F238E27FC236}">
                          <a16:creationId xmlns:a16="http://schemas.microsoft.com/office/drawing/2014/main" id="{CBA7171D-AA4A-2240-F38F-436538D3C6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8548" y="3122533"/>
                      <a:ext cx="6408063" cy="362903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Quantifying impact and probability of disruptions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50" name="Text 9" descr="Decorative – no critical information">
                    <a:extLst>
                      <a:ext uri="{FF2B5EF4-FFF2-40B4-BE49-F238E27FC236}">
                        <a16:creationId xmlns:a16="http://schemas.microsoft.com/office/drawing/2014/main" id="{FE77ED36-DAE8-D785-2422-2A82C8CE4FB2}"/>
                      </a:ext>
                    </a:extLst>
                  </p:cNvPr>
                  <p:cNvSpPr/>
                  <p:nvPr/>
                </p:nvSpPr>
                <p:spPr>
                  <a:xfrm>
                    <a:off x="793790" y="4245173"/>
                    <a:ext cx="226814" cy="283488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Light" pitchFamily="34" charset="-122"/>
                        <a:cs typeface="Inter Light" pitchFamily="34" charset="-120"/>
                      </a:rPr>
                      <a:t>03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48" name="Shape 10" descr="Decorative – no critical information">
                  <a:extLst>
                    <a:ext uri="{FF2B5EF4-FFF2-40B4-BE49-F238E27FC236}">
                      <a16:creationId xmlns:a16="http://schemas.microsoft.com/office/drawing/2014/main" id="{5C494438-1CDD-09F2-12C6-2E03727BF332}"/>
                    </a:ext>
                  </a:extLst>
                </p:cNvPr>
                <p:cNvSpPr/>
                <p:nvPr/>
              </p:nvSpPr>
              <p:spPr>
                <a:xfrm>
                  <a:off x="793790" y="4600218"/>
                  <a:ext cx="6407944" cy="3048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6" name="Text 11" descr="Decorative – no critical information">
                <a:extLst>
                  <a:ext uri="{FF2B5EF4-FFF2-40B4-BE49-F238E27FC236}">
                    <a16:creationId xmlns:a16="http://schemas.microsoft.com/office/drawing/2014/main" id="{D26C74A4-6306-3D34-E514-4AEFA0D93240}"/>
                  </a:ext>
                </a:extLst>
              </p:cNvPr>
              <p:cNvSpPr/>
              <p:nvPr/>
            </p:nvSpPr>
            <p:spPr>
              <a:xfrm>
                <a:off x="793790" y="4774525"/>
                <a:ext cx="2835235" cy="35433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Mitigation Strategy</a:t>
                </a:r>
                <a:endParaRPr lang="en-US" sz="2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44" name="Text 12" descr="Decorative – no critical information">
              <a:extLst>
                <a:ext uri="{FF2B5EF4-FFF2-40B4-BE49-F238E27FC236}">
                  <a16:creationId xmlns:a16="http://schemas.microsoft.com/office/drawing/2014/main" id="{A53504B3-CC4A-49BC-51CF-9BF3A245477D}"/>
                </a:ext>
              </a:extLst>
            </p:cNvPr>
            <p:cNvSpPr/>
            <p:nvPr/>
          </p:nvSpPr>
          <p:spPr>
            <a:xfrm>
              <a:off x="793790" y="5264944"/>
              <a:ext cx="6407944" cy="362903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Building resilience through diversification and redundancy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1C89795E-B579-7BFE-640B-FF6B00710C51}"/>
              </a:ext>
            </a:extLst>
          </p:cNvPr>
          <p:cNvGrpSpPr/>
          <p:nvPr/>
        </p:nvGrpSpPr>
        <p:grpSpPr>
          <a:xfrm>
            <a:off x="793790" y="940355"/>
            <a:ext cx="6861572" cy="3588306"/>
            <a:chOff x="793790" y="940355"/>
            <a:chExt cx="6861572" cy="3588306"/>
          </a:xfrm>
          <a:solidFill>
            <a:srgbClr val="C07000"/>
          </a:solidFill>
        </p:grpSpPr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C2B960A4-8F64-FEE3-3B9F-E0F6B8692B00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6407944" cy="4687492"/>
            </a:xfrm>
            <a:grpFill/>
          </p:grpSpPr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076CD551-8B4C-F2D9-EFDE-8C6A597D1FD2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4572000" cy="4188500"/>
              </a:xfrm>
              <a:grpFill/>
            </p:grpSpPr>
            <p:grpSp>
              <p:nvGrpSpPr>
                <p:cNvPr id="172" name="Group 171">
                  <a:extLst>
                    <a:ext uri="{FF2B5EF4-FFF2-40B4-BE49-F238E27FC236}">
                      <a16:creationId xmlns:a16="http://schemas.microsoft.com/office/drawing/2014/main" id="{5F9D7CBD-63A6-473C-52A4-282992B47F1A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6407944" cy="3690343"/>
                </a:xfrm>
                <a:grpFill/>
              </p:grpSpPr>
              <p:grpSp>
                <p:nvGrpSpPr>
                  <p:cNvPr id="174" name="Group 173">
                    <a:extLst>
                      <a:ext uri="{FF2B5EF4-FFF2-40B4-BE49-F238E27FC236}">
                        <a16:creationId xmlns:a16="http://schemas.microsoft.com/office/drawing/2014/main" id="{D71070DD-5E06-BA99-D0CF-FBA7B4BDA87C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940355"/>
                    <a:ext cx="4572000" cy="1371600"/>
                    <a:chOff x="793790" y="940355"/>
                    <a:chExt cx="4572000" cy="3588306"/>
                  </a:xfrm>
                  <a:grpFill/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C33BEDFD-D961-61D5-FBFF-4724F8ADF75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940355"/>
                      <a:ext cx="4572000" cy="1371600"/>
                      <a:chOff x="793790" y="940355"/>
                      <a:chExt cx="13042821" cy="2545081"/>
                    </a:xfrm>
                    <a:grpFill/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6F560A85-F5B0-5364-AF9A-3BDF67F4075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940355"/>
                        <a:ext cx="4572000" cy="1371600"/>
                        <a:chOff x="793790" y="940355"/>
                        <a:chExt cx="9469993" cy="2046090"/>
                      </a:xfrm>
                      <a:grpFill/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1462C8D4-920A-42EA-D70E-6F6483B933D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940355"/>
                          <a:ext cx="4572000" cy="1371600"/>
                          <a:chOff x="793790" y="940355"/>
                          <a:chExt cx="13042821" cy="1547932"/>
                        </a:xfrm>
                        <a:grpFill/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A953CFB4-C063-0CD3-3A5B-4C8AAD3045C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940355"/>
                            <a:ext cx="4572000" cy="1371600"/>
                            <a:chOff x="793790" y="940355"/>
                            <a:chExt cx="6861572" cy="1445896"/>
                          </a:xfrm>
                          <a:grpFill/>
                        </p:grpSpPr>
                        <p:grpSp>
                          <p:nvGrpSpPr>
                            <p:cNvPr id="184" name="Group 183">
                              <a:extLst>
                                <a:ext uri="{FF2B5EF4-FFF2-40B4-BE49-F238E27FC236}">
                                  <a16:creationId xmlns:a16="http://schemas.microsoft.com/office/drawing/2014/main" id="{ABA1FB5F-F40E-E3BD-57F4-C8BEA57EE917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940355"/>
                              <a:ext cx="4572000" cy="1371600"/>
                              <a:chOff x="793790" y="940355"/>
                              <a:chExt cx="6407944" cy="2907983"/>
                            </a:xfrm>
                            <a:grpFill/>
                          </p:grpSpPr>
                          <p:grpSp>
                            <p:nvGrpSpPr>
                              <p:cNvPr id="186" name="Group 185">
                                <a:extLst>
                                  <a:ext uri="{FF2B5EF4-FFF2-40B4-BE49-F238E27FC236}">
                                    <a16:creationId xmlns:a16="http://schemas.microsoft.com/office/drawing/2014/main" id="{48C424EB-4E10-4238-C679-F1DA4ED6F2DA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93790" y="940355"/>
                                <a:ext cx="4572000" cy="1371600"/>
                                <a:chOff x="793790" y="940355"/>
                                <a:chExt cx="4572000" cy="2046090"/>
                              </a:xfrm>
                              <a:grpFill/>
                            </p:grpSpPr>
                            <p:grpSp>
                              <p:nvGrpSpPr>
                                <p:cNvPr id="188" name="Group 187">
                                  <a:extLst>
                                    <a:ext uri="{FF2B5EF4-FFF2-40B4-BE49-F238E27FC236}">
                                      <a16:creationId xmlns:a16="http://schemas.microsoft.com/office/drawing/2014/main" id="{0A7FFF9E-E854-B883-135C-CD412BE0C8B1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93790" y="940355"/>
                                  <a:ext cx="4572000" cy="1371600"/>
                                  <a:chOff x="793790" y="940355"/>
                                  <a:chExt cx="6407944" cy="1547932"/>
                                </a:xfrm>
                                <a:grpFill/>
                              </p:grpSpPr>
                              <p:grpSp>
                                <p:nvGrpSpPr>
                                  <p:cNvPr id="190" name="Group 189">
                                    <a:extLst>
                                      <a:ext uri="{FF2B5EF4-FFF2-40B4-BE49-F238E27FC236}">
                                        <a16:creationId xmlns:a16="http://schemas.microsoft.com/office/drawing/2014/main" id="{9546ADF4-B35A-1BA0-18EF-AFBC8AEEE0D5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793790" y="940355"/>
                                    <a:ext cx="4572000" cy="1371600"/>
                                    <a:chOff x="793790" y="940355"/>
                                    <a:chExt cx="4572000" cy="1445896"/>
                                  </a:xfrm>
                                  <a:grpFill/>
                                </p:grpSpPr>
                                <p:sp>
                                  <p:nvSpPr>
                                    <p:cNvPr id="192" name="Text 0">
                                      <a:extLst>
                                        <a:ext uri="{FF2B5EF4-FFF2-40B4-BE49-F238E27FC236}">
                                          <a16:creationId xmlns:a16="http://schemas.microsoft.com/office/drawing/2014/main" id="{3FAB61EA-C7A5-A40A-1007-B010D28427C2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793790" y="940355"/>
                                      <a:ext cx="4572000" cy="1371600"/>
                                    </a:xfrm>
                                    <a:prstGeom prst="rect">
                                      <a:avLst/>
                                    </a:prstGeom>
                                    <a:grpFill/>
                                    <a:ln w="12700">
                                      <a:solidFill>
                                        <a:srgbClr val="000000"/>
                                      </a:solidFill>
                                    </a:ln>
                                  </p:spPr>
                                  <p:txBody>
                                    <a:bodyPr wrap="none" lIns="0" tIns="0" rIns="0" bIns="0" rtlCol="0" anchor="t"/>
                                    <a:lstStyle/>
                                    <a:p>
                                      <a:pPr marL="0" indent="0" algn="l">
                                        <a:lnSpc>
                                          <a:spcPts val="5550"/>
                                        </a:lnSpc>
                                        <a:buNone/>
                                      </a:pPr>
                                      <a:r>
                                        <a:rPr lang="en-US" sz="3200" b="1" dirty="0">
                                          <a:solidFill>
                                            <a:srgbClr val="000000"/>
                                          </a:solidFill>
                                          <a:latin typeface="Calibri" panose="020F0502020204030204" pitchFamily="34" charset="0"/>
                                          <a:ea typeface="Inter Bold" pitchFamily="34" charset="-122"/>
                                          <a:cs typeface="Inter Bold" pitchFamily="34" charset="-120"/>
                                        </a:rPr>
                                        <a:t>Supply Chain Risk Management</a:t>
                                      </a:r>
                                      <a:endParaRPr lang="en-US" sz="4450" dirty="0">
                                        <a:latin typeface="Calibri" panose="020F0502020204030204" pitchFamily="34" charset="0"/>
                                      </a:endParaRPr>
                                    </a:p>
                                  </p:txBody>
                                </p:sp>
                                <p:sp>
                                  <p:nvSpPr>
                                    <p:cNvPr id="193" name="Text 1">
                                      <a:extLst>
                                        <a:ext uri="{FF2B5EF4-FFF2-40B4-BE49-F238E27FC236}">
                                          <a16:creationId xmlns:a16="http://schemas.microsoft.com/office/drawing/2014/main" id="{F25941D4-63A9-7B4D-9D46-00CA2DA34AB5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793790" y="2102763"/>
                                      <a:ext cx="226814" cy="283488"/>
                                    </a:xfrm>
                                    <a:prstGeom prst="rect">
                                      <a:avLst/>
                                    </a:prstGeom>
                                    <a:grpFill/>
                                    <a:ln w="12700">
                                      <a:solidFill>
                                        <a:srgbClr val="000000"/>
                                      </a:solidFill>
                                    </a:ln>
                                  </p:spPr>
                                  <p:txBody>
                                    <a:bodyPr wrap="none" lIns="0" tIns="0" rIns="0" bIns="0" rtlCol="0" anchor="t"/>
                                    <a:lstStyle/>
                                    <a:p>
                                      <a:pPr marL="0" indent="0" algn="l">
                                        <a:lnSpc>
                                          <a:spcPts val="2850"/>
                                        </a:lnSpc>
                                        <a:buNone/>
                                      </a:pPr>
                                      <a:r>
                                        <a:rPr lang="en-US" sz="1750" dirty="0">
                                          <a:solidFill>
                                            <a:srgbClr val="272525"/>
                                          </a:solidFill>
                                          <a:latin typeface="Calibri" panose="020F0502020204030204" pitchFamily="34" charset="0"/>
                                          <a:ea typeface="Inter Light" pitchFamily="34" charset="-122"/>
                                          <a:cs typeface="Inter Light" pitchFamily="34" charset="-120"/>
                                        </a:rPr>
                                        <a:t>01</a:t>
                                      </a:r>
                                      <a:endParaRPr lang="en-US" sz="1750" dirty="0">
                                        <a:latin typeface="Calibri" panose="020F0502020204030204" pitchFamily="34" charset="0"/>
                                      </a:endParaRPr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191" name="Shape 2" descr="Decorative – no critical information">
                                    <a:extLst>
                                      <a:ext uri="{FF2B5EF4-FFF2-40B4-BE49-F238E27FC236}">
                                        <a16:creationId xmlns:a16="http://schemas.microsoft.com/office/drawing/2014/main" id="{D726B3AD-CDFC-4B90-386C-5CA71ECBB620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793790" y="2457807"/>
                                    <a:ext cx="6407944" cy="30480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189" name="Text 3" descr="Decorative – no critical information">
                                  <a:extLst>
                                    <a:ext uri="{FF2B5EF4-FFF2-40B4-BE49-F238E27FC236}">
                                      <a16:creationId xmlns:a16="http://schemas.microsoft.com/office/drawing/2014/main" id="{B1FDAAF1-D45E-0BE2-A885-D2C1E74BD2A0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793790" y="2632115"/>
                                  <a:ext cx="2835235" cy="354330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2750"/>
                                    </a:lnSpc>
                                    <a:buNone/>
                                  </a:pPr>
                                  <a:r>
                                    <a:rPr lang="en-US" sz="2200" b="1" dirty="0">
                                      <a:solidFill>
                                        <a:srgbClr val="272525"/>
                                      </a:solidFill>
                                      <a:latin typeface="Calibri" panose="020F0502020204030204" pitchFamily="34" charset="0"/>
                                      <a:ea typeface="Inter Bold" pitchFamily="34" charset="-122"/>
                                      <a:cs typeface="Inter Bold" pitchFamily="34" charset="-120"/>
                                    </a:rPr>
                                    <a:t>Risk Identification</a:t>
                                  </a:r>
                                  <a:endParaRPr lang="en-US" sz="220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187" name="Text 4" descr="Decorative – no critical information">
                                <a:extLst>
                                  <a:ext uri="{FF2B5EF4-FFF2-40B4-BE49-F238E27FC236}">
                                    <a16:creationId xmlns:a16="http://schemas.microsoft.com/office/drawing/2014/main" id="{7A1C496F-ED62-B8A1-F84E-94EFA0E05346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793790" y="3122533"/>
                                <a:ext cx="6407944" cy="725805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squar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2850"/>
                                  </a:lnSpc>
                                  <a:buNone/>
                                </a:pPr>
                                <a:r>
                                  <a:rPr lang="en-US" sz="1750" dirty="0">
                                    <a:solidFill>
                                      <a:srgbClr val="272525"/>
                                    </a:solidFill>
                                    <a:latin typeface="Calibri" panose="020F0502020204030204" pitchFamily="34" charset="0"/>
                                    <a:ea typeface="Inter" pitchFamily="34" charset="-122"/>
                                    <a:cs typeface="Inter" pitchFamily="34" charset="-120"/>
                                  </a:rPr>
                                  <a:t>Mapping vulnerabilities across suppliers, geography, and operations</a:t>
                                </a:r>
                                <a:endParaRPr lang="en-US" sz="17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185" name="Text 5" descr="Decorative – no critical information">
                              <a:extLst>
                                <a:ext uri="{FF2B5EF4-FFF2-40B4-BE49-F238E27FC236}">
                                  <a16:creationId xmlns:a16="http://schemas.microsoft.com/office/drawing/2014/main" id="{56CACA08-B034-9747-6B60-4865CAF1D63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7428548" y="2102763"/>
                              <a:ext cx="226814" cy="283488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2850"/>
                                </a:lnSpc>
                                <a:buNone/>
                              </a:pPr>
                              <a:r>
                                <a:rPr lang="en-US" sz="175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 Light" pitchFamily="34" charset="-122"/>
                                  <a:cs typeface="Inter Light" pitchFamily="34" charset="-120"/>
                                </a:rPr>
                                <a:t>02</a:t>
                              </a:r>
                              <a:endParaRPr lang="en-US" sz="17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83" name="Shape 6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52754494-52B0-1EE9-D328-656F3119863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428548" y="2457807"/>
                            <a:ext cx="6408063" cy="3048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181" name="Text 7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91D36CFE-F6D3-2995-F974-6D1E0A21614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428548" y="2632115"/>
                          <a:ext cx="2835235" cy="35433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275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Risk Assessment</a:t>
                          </a:r>
                          <a:endParaRPr lang="en-US" sz="2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179" name="Text 8" descr="Decorative – no critical information">
                        <a:extLst>
                          <a:ext uri="{FF2B5EF4-FFF2-40B4-BE49-F238E27FC236}">
                            <a16:creationId xmlns:a16="http://schemas.microsoft.com/office/drawing/2014/main" id="{1244D9D1-BECC-C4D2-0E65-7E87B53168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28548" y="3122533"/>
                        <a:ext cx="6408063" cy="362903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850"/>
                          </a:lnSpc>
                          <a:buNone/>
                        </a:pPr>
                        <a:r>
                          <a:rPr lang="en-US" sz="17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Quantifying impact and probability of disruptions</a:t>
                        </a:r>
                        <a:endParaRPr lang="en-US" sz="17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177" name="Text 9" descr="Decorative – no critical information">
                      <a:extLst>
                        <a:ext uri="{FF2B5EF4-FFF2-40B4-BE49-F238E27FC236}">
                          <a16:creationId xmlns:a16="http://schemas.microsoft.com/office/drawing/2014/main" id="{2C841CCA-81EB-DB57-2533-C9D964E53C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790" y="4245173"/>
                      <a:ext cx="226814" cy="283488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Light" pitchFamily="34" charset="-122"/>
                          <a:cs typeface="Inter Light" pitchFamily="34" charset="-120"/>
                        </a:rPr>
                        <a:t>03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75" name="Shape 10" descr="Decorative – no critical information">
                    <a:extLst>
                      <a:ext uri="{FF2B5EF4-FFF2-40B4-BE49-F238E27FC236}">
                        <a16:creationId xmlns:a16="http://schemas.microsoft.com/office/drawing/2014/main" id="{85F87E2A-CFAC-FDF8-89BC-CA80770CACED}"/>
                      </a:ext>
                    </a:extLst>
                  </p:cNvPr>
                  <p:cNvSpPr/>
                  <p:nvPr/>
                </p:nvSpPr>
                <p:spPr>
                  <a:xfrm>
                    <a:off x="793790" y="4600218"/>
                    <a:ext cx="6407944" cy="3048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73" name="Text 11" descr="Decorative – no critical information">
                  <a:extLst>
                    <a:ext uri="{FF2B5EF4-FFF2-40B4-BE49-F238E27FC236}">
                      <a16:creationId xmlns:a16="http://schemas.microsoft.com/office/drawing/2014/main" id="{556EB9C7-1A3E-2546-4FC6-484DCFBB37F0}"/>
                    </a:ext>
                  </a:extLst>
                </p:cNvPr>
                <p:cNvSpPr/>
                <p:nvPr/>
              </p:nvSpPr>
              <p:spPr>
                <a:xfrm>
                  <a:off x="793790" y="4774525"/>
                  <a:ext cx="2835235" cy="35433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750"/>
                    </a:lnSpc>
                    <a:buNone/>
                  </a:pPr>
                  <a:r>
                    <a:rPr lang="en-US" sz="22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Mitigation Strategy</a:t>
                  </a:r>
                  <a:endParaRPr lang="en-US" sz="2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71" name="Text 12" descr="Decorative – no critical information">
                <a:extLst>
                  <a:ext uri="{FF2B5EF4-FFF2-40B4-BE49-F238E27FC236}">
                    <a16:creationId xmlns:a16="http://schemas.microsoft.com/office/drawing/2014/main" id="{9A48D323-D865-706F-0553-C5B0A7F7AC48}"/>
                  </a:ext>
                </a:extLst>
              </p:cNvPr>
              <p:cNvSpPr/>
              <p:nvPr/>
            </p:nvSpPr>
            <p:spPr>
              <a:xfrm>
                <a:off x="793790" y="5264944"/>
                <a:ext cx="6407944" cy="362903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Building resilience through diversification and redundancy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69" name="Text 13" descr="Decorative – no critical information">
              <a:extLst>
                <a:ext uri="{FF2B5EF4-FFF2-40B4-BE49-F238E27FC236}">
                  <a16:creationId xmlns:a16="http://schemas.microsoft.com/office/drawing/2014/main" id="{280229C6-9BC4-E1BC-F820-41040FDBFC1B}"/>
                </a:ext>
              </a:extLst>
            </p:cNvPr>
            <p:cNvSpPr/>
            <p:nvPr/>
          </p:nvSpPr>
          <p:spPr>
            <a:xfrm>
              <a:off x="7428548" y="4245173"/>
              <a:ext cx="226814" cy="283488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 Light" pitchFamily="34" charset="-122"/>
                  <a:cs typeface="Inter Light" pitchFamily="34" charset="-120"/>
                </a:rPr>
                <a:t>04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3103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92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325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4311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794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05D54FA1-63AD-FA7D-67DC-5A3ED4B1D55B}"/>
              </a:ext>
            </a:extLst>
          </p:cNvPr>
          <p:cNvGrpSpPr/>
          <p:nvPr/>
        </p:nvGrpSpPr>
        <p:grpSpPr>
          <a:xfrm>
            <a:off x="793790" y="940355"/>
            <a:ext cx="4572000" cy="1445896"/>
            <a:chOff x="793790" y="940355"/>
            <a:chExt cx="4572000" cy="1445896"/>
          </a:xfrm>
          <a:solidFill>
            <a:srgbClr val="C07000"/>
          </a:solidFill>
        </p:grpSpPr>
        <p:sp>
          <p:nvSpPr>
            <p:cNvPr id="2" name="Text 0"/>
            <p:cNvSpPr/>
            <p:nvPr/>
          </p:nvSpPr>
          <p:spPr>
            <a:xfrm>
              <a:off x="793790" y="940355"/>
              <a:ext cx="4572000" cy="1371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550"/>
                </a:lnSpc>
                <a:buNone/>
              </a:pPr>
              <a:r>
                <a:rPr lang="en-US" sz="3200" b="1" dirty="0">
                  <a:solidFill>
                    <a:srgbClr val="000000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Supply Chain Risk Management</a:t>
              </a:r>
              <a:endParaRPr lang="en-US" sz="4450" dirty="0">
                <a:latin typeface="Calibri" panose="020F0502020204030204" pitchFamily="34" charset="0"/>
              </a:endParaRPr>
            </a:p>
          </p:txBody>
        </p:sp>
        <p:sp>
          <p:nvSpPr>
            <p:cNvPr id="3" name="Text 1"/>
            <p:cNvSpPr/>
            <p:nvPr/>
          </p:nvSpPr>
          <p:spPr>
            <a:xfrm>
              <a:off x="793790" y="2102763"/>
              <a:ext cx="226814" cy="283488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 Light" pitchFamily="34" charset="-122"/>
                  <a:cs typeface="Inter Light" pitchFamily="34" charset="-120"/>
                </a:rPr>
                <a:t>01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sp>
        <p:nvSpPr>
          <p:cNvPr id="4" name="Shape 2" descr="Decorative – no critical information"/>
          <p:cNvSpPr/>
          <p:nvPr/>
        </p:nvSpPr>
        <p:spPr>
          <a:xfrm>
            <a:off x="793790" y="2457807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3790" y="26321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Risk Identification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122533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Mapping vulnerabilities across suppliers, geography, and operations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28548" y="210276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28548" y="2457807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28548" y="26321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Risk Assessment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28548" y="3122533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Quantifying impact and probability of disruptions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600218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790" y="4774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Mitigation Strategy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526494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Building resilience through diversification and redundancy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8548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4600218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774525"/>
            <a:ext cx="3183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28548" y="526494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of risk indicators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951" y="63081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COVID-19 exposed global supply chain fragility—companies with resilience strategies recovered 3x faster than those without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3790" y="6053018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60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05D54FA1-63AD-FA7D-67DC-5A3ED4B1D55B}"/>
              </a:ext>
            </a:extLst>
          </p:cNvPr>
          <p:cNvGrpSpPr/>
          <p:nvPr/>
        </p:nvGrpSpPr>
        <p:grpSpPr>
          <a:xfrm>
            <a:off x="793790" y="940355"/>
            <a:ext cx="4572000" cy="1445896"/>
            <a:chOff x="793790" y="940355"/>
            <a:chExt cx="4572000" cy="1445896"/>
          </a:xfrm>
          <a:solidFill>
            <a:srgbClr val="C07000"/>
          </a:solidFill>
        </p:grpSpPr>
        <p:sp>
          <p:nvSpPr>
            <p:cNvPr id="2" name="Text 0"/>
            <p:cNvSpPr/>
            <p:nvPr/>
          </p:nvSpPr>
          <p:spPr>
            <a:xfrm>
              <a:off x="793790" y="940355"/>
              <a:ext cx="4572000" cy="1371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550"/>
                </a:lnSpc>
                <a:buNone/>
              </a:pPr>
              <a:r>
                <a:rPr lang="en-US" sz="3200" b="1" dirty="0">
                  <a:solidFill>
                    <a:srgbClr val="000000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Supply Chain Risk Management</a:t>
              </a:r>
              <a:endParaRPr lang="en-US" sz="4450" dirty="0">
                <a:latin typeface="Calibri" panose="020F0502020204030204" pitchFamily="34" charset="0"/>
              </a:endParaRPr>
            </a:p>
          </p:txBody>
        </p:sp>
        <p:sp>
          <p:nvSpPr>
            <p:cNvPr id="3" name="Text 1"/>
            <p:cNvSpPr/>
            <p:nvPr/>
          </p:nvSpPr>
          <p:spPr>
            <a:xfrm>
              <a:off x="793790" y="2102763"/>
              <a:ext cx="226814" cy="283488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 Light" pitchFamily="34" charset="-122"/>
                  <a:cs typeface="Inter Light" pitchFamily="34" charset="-120"/>
                </a:rPr>
                <a:t>01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sp>
        <p:nvSpPr>
          <p:cNvPr id="4" name="Shape 2" descr="Decorative – no critical information"/>
          <p:cNvSpPr/>
          <p:nvPr/>
        </p:nvSpPr>
        <p:spPr>
          <a:xfrm>
            <a:off x="793790" y="2457807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3790" y="26321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Risk Identification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122533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Mapping vulnerabilities across suppliers, geography, and operations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28548" y="210276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28548" y="2457807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28548" y="26321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Risk Assessment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28548" y="3122533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Quantifying impact and probability of disruptions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600218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790" y="4774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Mitigation Strategy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526494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Building resilience through diversification and redundancy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8548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4600218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774525"/>
            <a:ext cx="3183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28548" y="526494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of risk indicators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951" y="63081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COVID-19 exposed global supply chain fragility—companies with resilience strategies recovered 3x faster than those without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3790" y="6053018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483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0529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6942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3954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9395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3700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631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429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2757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2743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8304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802C984-E8E5-3ECC-DCCA-83EBD3013274}"/>
              </a:ext>
            </a:extLst>
          </p:cNvPr>
          <p:cNvGrpSpPr/>
          <p:nvPr/>
        </p:nvGrpSpPr>
        <p:grpSpPr>
          <a:xfrm>
            <a:off x="793790" y="940355"/>
            <a:ext cx="6407944" cy="1547932"/>
            <a:chOff x="793790" y="940355"/>
            <a:chExt cx="6407944" cy="1547932"/>
          </a:xfrm>
          <a:solidFill>
            <a:srgbClr val="C07000"/>
          </a:solidFill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5D54FA1-63AD-FA7D-67DC-5A3ED4B1D55B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4572000" cy="1445896"/>
            </a:xfrm>
            <a:grpFill/>
          </p:grpSpPr>
          <p:sp>
            <p:nvSpPr>
              <p:cNvPr id="2" name="Text 0"/>
              <p:cNvSpPr/>
              <p:nvPr/>
            </p:nvSpPr>
            <p:spPr>
              <a:xfrm>
                <a:off x="793790" y="940355"/>
                <a:ext cx="45720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Supply Chain Risk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3" name="Text 1"/>
              <p:cNvSpPr/>
              <p:nvPr/>
            </p:nvSpPr>
            <p:spPr>
              <a:xfrm>
                <a:off x="793790" y="2102763"/>
                <a:ext cx="226814" cy="28348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Light" pitchFamily="34" charset="-122"/>
                    <a:cs typeface="Inter Light" pitchFamily="34" charset="-120"/>
                  </a:rPr>
                  <a:t>01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Shape 2" descr="Decorative – no critical information"/>
            <p:cNvSpPr/>
            <p:nvPr/>
          </p:nvSpPr>
          <p:spPr>
            <a:xfrm>
              <a:off x="793790" y="2457807"/>
              <a:ext cx="6407944" cy="3048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 3" descr="Decorative – no critical information"/>
          <p:cNvSpPr/>
          <p:nvPr/>
        </p:nvSpPr>
        <p:spPr>
          <a:xfrm>
            <a:off x="793790" y="26321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Risk Identification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122533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Mapping vulnerabilities across suppliers, geography, and operations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28548" y="210276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28548" y="2457807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28548" y="26321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Risk Assessment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28548" y="3122533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Quantifying impact and probability of disruptions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600218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790" y="4774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Mitigation Strategy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526494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Building resilience through diversification and redundancy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8548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4600218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774525"/>
            <a:ext cx="3183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28548" y="526494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of risk indicators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951" y="63081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COVID-19 exposed global supply chain fragility—companies with resilience strategies recovered 3x faster than those without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3790" y="6053018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10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802C984-E8E5-3ECC-DCCA-83EBD3013274}"/>
              </a:ext>
            </a:extLst>
          </p:cNvPr>
          <p:cNvGrpSpPr/>
          <p:nvPr/>
        </p:nvGrpSpPr>
        <p:grpSpPr>
          <a:xfrm>
            <a:off x="793790" y="940355"/>
            <a:ext cx="6407944" cy="1547932"/>
            <a:chOff x="793790" y="940355"/>
            <a:chExt cx="6407944" cy="1547932"/>
          </a:xfrm>
          <a:solidFill>
            <a:srgbClr val="C07000"/>
          </a:solidFill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5D54FA1-63AD-FA7D-67DC-5A3ED4B1D55B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4572000" cy="1445896"/>
            </a:xfrm>
            <a:grpFill/>
          </p:grpSpPr>
          <p:sp>
            <p:nvSpPr>
              <p:cNvPr id="2" name="Text 0"/>
              <p:cNvSpPr/>
              <p:nvPr/>
            </p:nvSpPr>
            <p:spPr>
              <a:xfrm>
                <a:off x="793790" y="940355"/>
                <a:ext cx="45720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Supply Chain Risk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3" name="Text 1"/>
              <p:cNvSpPr/>
              <p:nvPr/>
            </p:nvSpPr>
            <p:spPr>
              <a:xfrm>
                <a:off x="793790" y="2102763"/>
                <a:ext cx="226814" cy="28348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Light" pitchFamily="34" charset="-122"/>
                    <a:cs typeface="Inter Light" pitchFamily="34" charset="-120"/>
                  </a:rPr>
                  <a:t>01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Shape 2" descr="Decorative – no critical information"/>
            <p:cNvSpPr/>
            <p:nvPr/>
          </p:nvSpPr>
          <p:spPr>
            <a:xfrm>
              <a:off x="793790" y="2457807"/>
              <a:ext cx="6407944" cy="3048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 3" descr="Decorative – no critical information"/>
          <p:cNvSpPr/>
          <p:nvPr/>
        </p:nvSpPr>
        <p:spPr>
          <a:xfrm>
            <a:off x="793790" y="26321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Risk Identification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122533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Mapping vulnerabilities across suppliers, geography, and operations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28548" y="210276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28548" y="2457807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28548" y="26321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Risk Assessment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28548" y="3122533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Quantifying impact and probability of disruptions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600218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790" y="4774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Mitigation Strategy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526494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Building resilience through diversification and redundancy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8548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4600218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774525"/>
            <a:ext cx="3183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28548" y="526494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of risk indicators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951" y="63081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COVID-19 exposed global supply chain fragility—companies with resilience strategies recovered 3x faster than those without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3790" y="6053018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90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82979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41118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33982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18539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73709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53007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53601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48839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4375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73258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620B5FF3-F11E-65FB-50F0-B5C8D573AB90}"/>
              </a:ext>
            </a:extLst>
          </p:cNvPr>
          <p:cNvGrpSpPr/>
          <p:nvPr/>
        </p:nvGrpSpPr>
        <p:grpSpPr>
          <a:xfrm>
            <a:off x="793790" y="940355"/>
            <a:ext cx="4572000" cy="2046090"/>
            <a:chOff x="793790" y="940355"/>
            <a:chExt cx="4572000" cy="2046090"/>
          </a:xfrm>
          <a:solidFill>
            <a:srgbClr val="C07000"/>
          </a:solidFill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802C984-E8E5-3ECC-DCCA-83EBD3013274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6407944" cy="1547932"/>
            </a:xfrm>
            <a:grpFill/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05D54FA1-63AD-FA7D-67DC-5A3ED4B1D55B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4572000" cy="1445896"/>
              </a:xfrm>
              <a:grpFill/>
            </p:grpSpPr>
            <p:sp>
              <p:nvSpPr>
                <p:cNvPr id="2" name="Text 0"/>
                <p:cNvSpPr/>
                <p:nvPr/>
              </p:nvSpPr>
              <p:spPr>
                <a:xfrm>
                  <a:off x="793790" y="940355"/>
                  <a:ext cx="4572000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555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Supply Chain Risk Management</a:t>
                  </a:r>
                  <a:endParaRPr lang="en-US" sz="445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" name="Text 1"/>
                <p:cNvSpPr/>
                <p:nvPr/>
              </p:nvSpPr>
              <p:spPr>
                <a:xfrm>
                  <a:off x="793790" y="2102763"/>
                  <a:ext cx="226814" cy="283488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Light" pitchFamily="34" charset="-122"/>
                      <a:cs typeface="Inter Light" pitchFamily="34" charset="-120"/>
                    </a:rPr>
                    <a:t>01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4" name="Shape 2" descr="Decorative – no critical information"/>
              <p:cNvSpPr/>
              <p:nvPr/>
            </p:nvSpPr>
            <p:spPr>
              <a:xfrm>
                <a:off x="793790" y="2457807"/>
                <a:ext cx="6407944" cy="3048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" name="Text 3" descr="Decorative – no critical information"/>
            <p:cNvSpPr/>
            <p:nvPr/>
          </p:nvSpPr>
          <p:spPr>
            <a:xfrm>
              <a:off x="793790" y="2632115"/>
              <a:ext cx="2835235" cy="35433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Risk Identification</a:t>
              </a:r>
              <a:endParaRPr lang="en-US" sz="2200" dirty="0">
                <a:latin typeface="Calibri" panose="020F0502020204030204" pitchFamily="34" charset="0"/>
              </a:endParaRPr>
            </a:p>
          </p:txBody>
        </p:sp>
      </p:grpSp>
      <p:sp>
        <p:nvSpPr>
          <p:cNvPr id="6" name="Text 4" descr="Decorative – no critical information"/>
          <p:cNvSpPr/>
          <p:nvPr/>
        </p:nvSpPr>
        <p:spPr>
          <a:xfrm>
            <a:off x="793790" y="3122533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Mapping vulnerabilities across suppliers, geography, and operations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28548" y="210276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28548" y="2457807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28548" y="26321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Risk Assessment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28548" y="3122533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Quantifying impact and probability of disruptions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600218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790" y="4774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Mitigation Strategy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526494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Building resilience through diversification and redundancy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8548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4600218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774525"/>
            <a:ext cx="3183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28548" y="526494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of risk indicators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951" y="63081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COVID-19 exposed global supply chain fragility—companies with resilience strategies recovered 3x faster than those without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3790" y="6053018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6480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620B5FF3-F11E-65FB-50F0-B5C8D573AB90}"/>
              </a:ext>
            </a:extLst>
          </p:cNvPr>
          <p:cNvGrpSpPr/>
          <p:nvPr/>
        </p:nvGrpSpPr>
        <p:grpSpPr>
          <a:xfrm>
            <a:off x="793790" y="940355"/>
            <a:ext cx="4572000" cy="2046090"/>
            <a:chOff x="793790" y="940355"/>
            <a:chExt cx="4572000" cy="2046090"/>
          </a:xfrm>
          <a:solidFill>
            <a:srgbClr val="C07000"/>
          </a:solidFill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802C984-E8E5-3ECC-DCCA-83EBD3013274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6407944" cy="1547932"/>
            </a:xfrm>
            <a:grpFill/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05D54FA1-63AD-FA7D-67DC-5A3ED4B1D55B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4572000" cy="1445896"/>
              </a:xfrm>
              <a:grpFill/>
            </p:grpSpPr>
            <p:sp>
              <p:nvSpPr>
                <p:cNvPr id="2" name="Text 0"/>
                <p:cNvSpPr/>
                <p:nvPr/>
              </p:nvSpPr>
              <p:spPr>
                <a:xfrm>
                  <a:off x="793790" y="940355"/>
                  <a:ext cx="4572000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555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Supply Chain Risk Management</a:t>
                  </a:r>
                  <a:endParaRPr lang="en-US" sz="445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" name="Text 1"/>
                <p:cNvSpPr/>
                <p:nvPr/>
              </p:nvSpPr>
              <p:spPr>
                <a:xfrm>
                  <a:off x="793790" y="2102763"/>
                  <a:ext cx="226814" cy="283488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Light" pitchFamily="34" charset="-122"/>
                      <a:cs typeface="Inter Light" pitchFamily="34" charset="-120"/>
                    </a:rPr>
                    <a:t>01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4" name="Shape 2" descr="Decorative – no critical information"/>
              <p:cNvSpPr/>
              <p:nvPr/>
            </p:nvSpPr>
            <p:spPr>
              <a:xfrm>
                <a:off x="793790" y="2457807"/>
                <a:ext cx="6407944" cy="3048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" name="Text 3" descr="Decorative – no critical information"/>
            <p:cNvSpPr/>
            <p:nvPr/>
          </p:nvSpPr>
          <p:spPr>
            <a:xfrm>
              <a:off x="793790" y="2632115"/>
              <a:ext cx="2835235" cy="35433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Risk Identification</a:t>
              </a:r>
              <a:endParaRPr lang="en-US" sz="2200" dirty="0">
                <a:latin typeface="Calibri" panose="020F0502020204030204" pitchFamily="34" charset="0"/>
              </a:endParaRPr>
            </a:p>
          </p:txBody>
        </p:sp>
      </p:grpSp>
      <p:sp>
        <p:nvSpPr>
          <p:cNvPr id="6" name="Text 4" descr="Decorative – no critical information"/>
          <p:cNvSpPr/>
          <p:nvPr/>
        </p:nvSpPr>
        <p:spPr>
          <a:xfrm>
            <a:off x="793790" y="3122533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Mapping vulnerabilities across suppliers, geography, and operations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28548" y="210276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28548" y="2457807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28548" y="26321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Risk Assessment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28548" y="3122533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Quantifying impact and probability of disruptions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600218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790" y="4774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Mitigation Strategy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526494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Building resilience through diversification and redundancy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8548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4600218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774525"/>
            <a:ext cx="3183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28548" y="526494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of risk indicators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951" y="63081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COVID-19 exposed global supply chain fragility—companies with resilience strategies recovered 3x faster than those without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3790" y="6053018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734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56693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38500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04988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62247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9596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26195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35738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8850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47191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79481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575363F-5C69-4EC4-64F7-C1F4169A900A}"/>
              </a:ext>
            </a:extLst>
          </p:cNvPr>
          <p:cNvGrpSpPr/>
          <p:nvPr/>
        </p:nvGrpSpPr>
        <p:grpSpPr>
          <a:xfrm>
            <a:off x="793790" y="940355"/>
            <a:ext cx="6407944" cy="2907983"/>
            <a:chOff x="793790" y="940355"/>
            <a:chExt cx="6407944" cy="2907983"/>
          </a:xfrm>
          <a:solidFill>
            <a:srgbClr val="C07000"/>
          </a:solid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20B5FF3-F11E-65FB-50F0-B5C8D573AB90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4572000" cy="2046090"/>
            </a:xfrm>
            <a:grpFill/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D802C984-E8E5-3ECC-DCCA-83EBD3013274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6407944" cy="1547932"/>
              </a:xfrm>
              <a:grpFill/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05D54FA1-63AD-FA7D-67DC-5A3ED4B1D55B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4572000" cy="1445896"/>
                </a:xfrm>
                <a:grpFill/>
              </p:grpSpPr>
              <p:sp>
                <p:nvSpPr>
                  <p:cNvPr id="2" name="Text 0"/>
                  <p:cNvSpPr/>
                  <p:nvPr/>
                </p:nvSpPr>
                <p:spPr>
                  <a:xfrm>
                    <a:off x="793790" y="940355"/>
                    <a:ext cx="4572000" cy="137160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5550"/>
                      </a:lnSpc>
                      <a:buNone/>
                    </a:pPr>
                    <a:r>
                      <a:rPr lang="en-US" sz="32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Supply Chain Risk Management</a:t>
                    </a:r>
                    <a:endParaRPr lang="en-US" sz="4450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" name="Text 1"/>
                  <p:cNvSpPr/>
                  <p:nvPr/>
                </p:nvSpPr>
                <p:spPr>
                  <a:xfrm>
                    <a:off x="793790" y="2102763"/>
                    <a:ext cx="226814" cy="283488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Light" pitchFamily="34" charset="-122"/>
                        <a:cs typeface="Inter Light" pitchFamily="34" charset="-120"/>
                      </a:rPr>
                      <a:t>01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" name="Shape 2" descr="Decorative – no critical information"/>
                <p:cNvSpPr/>
                <p:nvPr/>
              </p:nvSpPr>
              <p:spPr>
                <a:xfrm>
                  <a:off x="793790" y="2457807"/>
                  <a:ext cx="6407944" cy="3048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" name="Text 3" descr="Decorative – no critical information"/>
              <p:cNvSpPr/>
              <p:nvPr/>
            </p:nvSpPr>
            <p:spPr>
              <a:xfrm>
                <a:off x="793790" y="2632115"/>
                <a:ext cx="2835235" cy="35433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Risk Identification</a:t>
                </a:r>
                <a:endParaRPr lang="en-US" sz="2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6" name="Text 4" descr="Decorative – no critical information"/>
            <p:cNvSpPr/>
            <p:nvPr/>
          </p:nvSpPr>
          <p:spPr>
            <a:xfrm>
              <a:off x="793790" y="3122533"/>
              <a:ext cx="6407944" cy="72580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Mapping vulnerabilities across suppliers, geography, and operations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sp>
        <p:nvSpPr>
          <p:cNvPr id="7" name="Text 5" descr="Decorative – no critical information"/>
          <p:cNvSpPr/>
          <p:nvPr/>
        </p:nvSpPr>
        <p:spPr>
          <a:xfrm>
            <a:off x="7428548" y="210276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28548" y="2457807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28548" y="26321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Risk Assessment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28548" y="3122533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Quantifying impact and probability of disruptions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600218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790" y="4774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Mitigation Strategy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526494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Building resilience through diversification and redundancy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8548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4600218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774525"/>
            <a:ext cx="3183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28548" y="526494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of risk indicators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951" y="63081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COVID-19 exposed global supply chain fragility—companies with resilience strategies recovered 3x faster than those without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3790" y="6053018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7508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575363F-5C69-4EC4-64F7-C1F4169A900A}"/>
              </a:ext>
            </a:extLst>
          </p:cNvPr>
          <p:cNvGrpSpPr/>
          <p:nvPr/>
        </p:nvGrpSpPr>
        <p:grpSpPr>
          <a:xfrm>
            <a:off x="793790" y="940355"/>
            <a:ext cx="6407944" cy="2907983"/>
            <a:chOff x="793790" y="940355"/>
            <a:chExt cx="6407944" cy="2907983"/>
          </a:xfrm>
          <a:solidFill>
            <a:srgbClr val="C07000"/>
          </a:solid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20B5FF3-F11E-65FB-50F0-B5C8D573AB90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4572000" cy="2046090"/>
            </a:xfrm>
            <a:grpFill/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D802C984-E8E5-3ECC-DCCA-83EBD3013274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6407944" cy="1547932"/>
              </a:xfrm>
              <a:grpFill/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05D54FA1-63AD-FA7D-67DC-5A3ED4B1D55B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4572000" cy="1445896"/>
                </a:xfrm>
                <a:grpFill/>
              </p:grpSpPr>
              <p:sp>
                <p:nvSpPr>
                  <p:cNvPr id="2" name="Text 0"/>
                  <p:cNvSpPr/>
                  <p:nvPr/>
                </p:nvSpPr>
                <p:spPr>
                  <a:xfrm>
                    <a:off x="793790" y="940355"/>
                    <a:ext cx="4572000" cy="137160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5550"/>
                      </a:lnSpc>
                      <a:buNone/>
                    </a:pPr>
                    <a:r>
                      <a:rPr lang="en-US" sz="32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Supply Chain Risk Management</a:t>
                    </a:r>
                    <a:endParaRPr lang="en-US" sz="4450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" name="Text 1"/>
                  <p:cNvSpPr/>
                  <p:nvPr/>
                </p:nvSpPr>
                <p:spPr>
                  <a:xfrm>
                    <a:off x="793790" y="2102763"/>
                    <a:ext cx="226814" cy="283488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Light" pitchFamily="34" charset="-122"/>
                        <a:cs typeface="Inter Light" pitchFamily="34" charset="-120"/>
                      </a:rPr>
                      <a:t>01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" name="Shape 2" descr="Decorative – no critical information"/>
                <p:cNvSpPr/>
                <p:nvPr/>
              </p:nvSpPr>
              <p:spPr>
                <a:xfrm>
                  <a:off x="793790" y="2457807"/>
                  <a:ext cx="6407944" cy="3048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" name="Text 3" descr="Decorative – no critical information"/>
              <p:cNvSpPr/>
              <p:nvPr/>
            </p:nvSpPr>
            <p:spPr>
              <a:xfrm>
                <a:off x="793790" y="2632115"/>
                <a:ext cx="2835235" cy="35433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Risk Identification</a:t>
                </a:r>
                <a:endParaRPr lang="en-US" sz="2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6" name="Text 4" descr="Decorative – no critical information"/>
            <p:cNvSpPr/>
            <p:nvPr/>
          </p:nvSpPr>
          <p:spPr>
            <a:xfrm>
              <a:off x="793790" y="3122533"/>
              <a:ext cx="6407944" cy="72580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Mapping vulnerabilities across suppliers, geography, and operations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sp>
        <p:nvSpPr>
          <p:cNvPr id="7" name="Text 5" descr="Decorative – no critical information"/>
          <p:cNvSpPr/>
          <p:nvPr/>
        </p:nvSpPr>
        <p:spPr>
          <a:xfrm>
            <a:off x="7428548" y="210276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28548" y="2457807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28548" y="26321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Risk Assessment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28548" y="3122533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Quantifying impact and probability of disruptions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600218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790" y="4774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Mitigation Strategy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526494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Building resilience through diversification and redundancy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8548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4600218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774525"/>
            <a:ext cx="3183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28548" y="526494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of risk indicators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951" y="63081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COVID-19 exposed global supply chain fragility—companies with resilience strategies recovered 3x faster than those without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3790" y="6053018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6386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68082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70372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01219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78106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13157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5977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01842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8797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06761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08103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1AC2FCA6-02B3-B08B-BB04-F10148B0347D}"/>
              </a:ext>
            </a:extLst>
          </p:cNvPr>
          <p:cNvGrpSpPr/>
          <p:nvPr/>
        </p:nvGrpSpPr>
        <p:grpSpPr>
          <a:xfrm>
            <a:off x="793790" y="940355"/>
            <a:ext cx="6861572" cy="1445896"/>
            <a:chOff x="793790" y="940355"/>
            <a:chExt cx="6861572" cy="1445896"/>
          </a:xfrm>
          <a:solidFill>
            <a:srgbClr val="C07000"/>
          </a:solid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575363F-5C69-4EC4-64F7-C1F4169A900A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6407944" cy="2907983"/>
            </a:xfrm>
            <a:grpFill/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20B5FF3-F11E-65FB-50F0-B5C8D573AB90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4572000" cy="2046090"/>
              </a:xfrm>
              <a:grpFill/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D802C984-E8E5-3ECC-DCCA-83EBD3013274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6407944" cy="1547932"/>
                </a:xfrm>
                <a:grpFill/>
              </p:grpSpPr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05D54FA1-63AD-FA7D-67DC-5A3ED4B1D55B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940355"/>
                    <a:ext cx="4572000" cy="1371600"/>
                    <a:chOff x="793790" y="940355"/>
                    <a:chExt cx="4572000" cy="1445896"/>
                  </a:xfrm>
                  <a:grpFill/>
                </p:grpSpPr>
                <p:sp>
                  <p:nvSpPr>
                    <p:cNvPr id="2" name="Text 0"/>
                    <p:cNvSpPr/>
                    <p:nvPr/>
                  </p:nvSpPr>
                  <p:spPr>
                    <a:xfrm>
                      <a:off x="793790" y="940355"/>
                      <a:ext cx="4572000" cy="137160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5550"/>
                        </a:lnSpc>
                        <a:buNone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Supply Chain Risk Management</a:t>
                      </a:r>
                      <a:endParaRPr lang="en-US" sz="4450" dirty="0">
                        <a:latin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3" name="Text 1"/>
                    <p:cNvSpPr/>
                    <p:nvPr/>
                  </p:nvSpPr>
                  <p:spPr>
                    <a:xfrm>
                      <a:off x="793790" y="2102763"/>
                      <a:ext cx="226814" cy="283488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Light" pitchFamily="34" charset="-122"/>
                          <a:cs typeface="Inter Light" pitchFamily="34" charset="-120"/>
                        </a:rPr>
                        <a:t>01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4" name="Shape 2" descr="Decorative – no critical information"/>
                  <p:cNvSpPr/>
                  <p:nvPr/>
                </p:nvSpPr>
                <p:spPr>
                  <a:xfrm>
                    <a:off x="793790" y="2457807"/>
                    <a:ext cx="6407944" cy="3048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5" name="Text 3" descr="Decorative – no critical information"/>
                <p:cNvSpPr/>
                <p:nvPr/>
              </p:nvSpPr>
              <p:spPr>
                <a:xfrm>
                  <a:off x="793790" y="2632115"/>
                  <a:ext cx="2835235" cy="35433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750"/>
                    </a:lnSpc>
                    <a:buNone/>
                  </a:pPr>
                  <a:r>
                    <a:rPr lang="en-US" sz="22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Risk Identification</a:t>
                  </a:r>
                  <a:endParaRPr lang="en-US" sz="2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6" name="Text 4" descr="Decorative – no critical information"/>
              <p:cNvSpPr/>
              <p:nvPr/>
            </p:nvSpPr>
            <p:spPr>
              <a:xfrm>
                <a:off x="793790" y="3122533"/>
                <a:ext cx="6407944" cy="72580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Mapping vulnerabilities across suppliers, geography, and operations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7" name="Text 5" descr="Decorative – no critical information"/>
            <p:cNvSpPr/>
            <p:nvPr/>
          </p:nvSpPr>
          <p:spPr>
            <a:xfrm>
              <a:off x="7428548" y="2102763"/>
              <a:ext cx="226814" cy="283488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 Light" pitchFamily="34" charset="-122"/>
                  <a:cs typeface="Inter Light" pitchFamily="34" charset="-120"/>
                </a:rPr>
                <a:t>02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sp>
        <p:nvSpPr>
          <p:cNvPr id="8" name="Shape 6" descr="Decorative – no critical information"/>
          <p:cNvSpPr/>
          <p:nvPr/>
        </p:nvSpPr>
        <p:spPr>
          <a:xfrm>
            <a:off x="7428548" y="2457807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28548" y="26321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Risk Assessment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28548" y="3122533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Quantifying impact and probability of disruptions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600218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790" y="4774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Mitigation Strategy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526494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Building resilience through diversification and redundancy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8548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4600218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774525"/>
            <a:ext cx="3183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28548" y="526494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of risk indicators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951" y="63081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COVID-19 exposed global supply chain fragility—companies with resilience strategies recovered 3x faster than those without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3790" y="6053018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5540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1AC2FCA6-02B3-B08B-BB04-F10148B0347D}"/>
              </a:ext>
            </a:extLst>
          </p:cNvPr>
          <p:cNvGrpSpPr/>
          <p:nvPr/>
        </p:nvGrpSpPr>
        <p:grpSpPr>
          <a:xfrm>
            <a:off x="793790" y="940355"/>
            <a:ext cx="6861572" cy="1445896"/>
            <a:chOff x="793790" y="940355"/>
            <a:chExt cx="6861572" cy="1445896"/>
          </a:xfrm>
          <a:solidFill>
            <a:srgbClr val="C07000"/>
          </a:solid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575363F-5C69-4EC4-64F7-C1F4169A900A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6407944" cy="2907983"/>
            </a:xfrm>
            <a:grpFill/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20B5FF3-F11E-65FB-50F0-B5C8D573AB90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4572000" cy="2046090"/>
              </a:xfrm>
              <a:grpFill/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D802C984-E8E5-3ECC-DCCA-83EBD3013274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6407944" cy="1547932"/>
                </a:xfrm>
                <a:grpFill/>
              </p:grpSpPr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05D54FA1-63AD-FA7D-67DC-5A3ED4B1D55B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940355"/>
                    <a:ext cx="4572000" cy="1371600"/>
                    <a:chOff x="793790" y="940355"/>
                    <a:chExt cx="4572000" cy="1445896"/>
                  </a:xfrm>
                  <a:grpFill/>
                </p:grpSpPr>
                <p:sp>
                  <p:nvSpPr>
                    <p:cNvPr id="2" name="Text 0"/>
                    <p:cNvSpPr/>
                    <p:nvPr/>
                  </p:nvSpPr>
                  <p:spPr>
                    <a:xfrm>
                      <a:off x="793790" y="940355"/>
                      <a:ext cx="4572000" cy="137160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5550"/>
                        </a:lnSpc>
                        <a:buNone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Supply Chain Risk Management</a:t>
                      </a:r>
                      <a:endParaRPr lang="en-US" sz="4450" dirty="0">
                        <a:latin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3" name="Text 1"/>
                    <p:cNvSpPr/>
                    <p:nvPr/>
                  </p:nvSpPr>
                  <p:spPr>
                    <a:xfrm>
                      <a:off x="793790" y="2102763"/>
                      <a:ext cx="226814" cy="283488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Light" pitchFamily="34" charset="-122"/>
                          <a:cs typeface="Inter Light" pitchFamily="34" charset="-120"/>
                        </a:rPr>
                        <a:t>01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4" name="Shape 2" descr="Decorative – no critical information"/>
                  <p:cNvSpPr/>
                  <p:nvPr/>
                </p:nvSpPr>
                <p:spPr>
                  <a:xfrm>
                    <a:off x="793790" y="2457807"/>
                    <a:ext cx="6407944" cy="3048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5" name="Text 3" descr="Decorative – no critical information"/>
                <p:cNvSpPr/>
                <p:nvPr/>
              </p:nvSpPr>
              <p:spPr>
                <a:xfrm>
                  <a:off x="793790" y="2632115"/>
                  <a:ext cx="2835235" cy="35433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750"/>
                    </a:lnSpc>
                    <a:buNone/>
                  </a:pPr>
                  <a:r>
                    <a:rPr lang="en-US" sz="22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Risk Identification</a:t>
                  </a:r>
                  <a:endParaRPr lang="en-US" sz="2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6" name="Text 4" descr="Decorative – no critical information"/>
              <p:cNvSpPr/>
              <p:nvPr/>
            </p:nvSpPr>
            <p:spPr>
              <a:xfrm>
                <a:off x="793790" y="3122533"/>
                <a:ext cx="6407944" cy="72580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Mapping vulnerabilities across suppliers, geography, and operations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7" name="Text 5" descr="Decorative – no critical information"/>
            <p:cNvSpPr/>
            <p:nvPr/>
          </p:nvSpPr>
          <p:spPr>
            <a:xfrm>
              <a:off x="7428548" y="2102763"/>
              <a:ext cx="226814" cy="283488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 Light" pitchFamily="34" charset="-122"/>
                  <a:cs typeface="Inter Light" pitchFamily="34" charset="-120"/>
                </a:rPr>
                <a:t>02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sp>
        <p:nvSpPr>
          <p:cNvPr id="8" name="Shape 6" descr="Decorative – no critical information"/>
          <p:cNvSpPr/>
          <p:nvPr/>
        </p:nvSpPr>
        <p:spPr>
          <a:xfrm>
            <a:off x="7428548" y="2457807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28548" y="26321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Risk Assessment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28548" y="3122533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Quantifying impact and probability of disruptions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600218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790" y="4774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Mitigation Strategy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526494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Building resilience through diversification and redundancy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8548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4600218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774525"/>
            <a:ext cx="3183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28548" y="526494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of risk indicators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951" y="63081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COVID-19 exposed global supply chain fragility—companies with resilience strategies recovered 3x faster than those without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3790" y="6053018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0365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75119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21468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90768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63822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18381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61691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718147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748176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4128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462783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C6B52A38-6749-D7A4-1347-12C8C30602C7}"/>
              </a:ext>
            </a:extLst>
          </p:cNvPr>
          <p:cNvGrpSpPr/>
          <p:nvPr/>
        </p:nvGrpSpPr>
        <p:grpSpPr>
          <a:xfrm>
            <a:off x="793790" y="940355"/>
            <a:ext cx="13042821" cy="1547932"/>
            <a:chOff x="793790" y="940355"/>
            <a:chExt cx="13042821" cy="1547932"/>
          </a:xfrm>
          <a:solidFill>
            <a:srgbClr val="C07000"/>
          </a:solidFill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AC2FCA6-02B3-B08B-BB04-F10148B0347D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6861572" cy="1445896"/>
            </a:xfrm>
            <a:grpFill/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F575363F-5C69-4EC4-64F7-C1F4169A900A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6407944" cy="2907983"/>
              </a:xfrm>
              <a:grpFill/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620B5FF3-F11E-65FB-50F0-B5C8D573AB90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4572000" cy="2046090"/>
                </a:xfrm>
                <a:grpFill/>
              </p:grpSpPr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D802C984-E8E5-3ECC-DCCA-83EBD3013274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940355"/>
                    <a:ext cx="4572000" cy="1371600"/>
                    <a:chOff x="793790" y="940355"/>
                    <a:chExt cx="6407944" cy="1547932"/>
                  </a:xfrm>
                  <a:grpFill/>
                </p:grpSpPr>
                <p:grpSp>
                  <p:nvGrpSpPr>
                    <p:cNvPr id="21" name="Group 20">
                      <a:extLst>
                        <a:ext uri="{FF2B5EF4-FFF2-40B4-BE49-F238E27FC236}">
                          <a16:creationId xmlns:a16="http://schemas.microsoft.com/office/drawing/2014/main" id="{05D54FA1-63AD-FA7D-67DC-5A3ED4B1D55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940355"/>
                      <a:ext cx="4572000" cy="1371600"/>
                      <a:chOff x="793790" y="940355"/>
                      <a:chExt cx="4572000" cy="1445896"/>
                    </a:xfrm>
                    <a:grpFill/>
                  </p:grpSpPr>
                  <p:sp>
                    <p:nvSpPr>
                      <p:cNvPr id="2" name="Text 0"/>
                      <p:cNvSpPr/>
                      <p:nvPr/>
                    </p:nvSpPr>
                    <p:spPr>
                      <a:xfrm>
                        <a:off x="793790" y="940355"/>
                        <a:ext cx="4572000" cy="13716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5550"/>
                          </a:lnSpc>
                          <a:buNone/>
                        </a:pPr>
                        <a:r>
                          <a:rPr lang="en-US" sz="3200" b="1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Supply Chain Risk Management</a:t>
                        </a:r>
                        <a:endParaRPr lang="en-US" sz="4450" dirty="0">
                          <a:latin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3" name="Text 1"/>
                      <p:cNvSpPr/>
                      <p:nvPr/>
                    </p:nvSpPr>
                    <p:spPr>
                      <a:xfrm>
                        <a:off x="793790" y="2102763"/>
                        <a:ext cx="226814" cy="283488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850"/>
                          </a:lnSpc>
                          <a:buNone/>
                        </a:pPr>
                        <a:r>
                          <a:rPr lang="en-US" sz="17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Light" pitchFamily="34" charset="-122"/>
                            <a:cs typeface="Inter Light" pitchFamily="34" charset="-120"/>
                          </a:rPr>
                          <a:t>01</a:t>
                        </a:r>
                        <a:endParaRPr lang="en-US" sz="17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" name="Shape 2" descr="Decorative – no critical information"/>
                    <p:cNvSpPr/>
                    <p:nvPr/>
                  </p:nvSpPr>
                  <p:spPr>
                    <a:xfrm>
                      <a:off x="793790" y="2457807"/>
                      <a:ext cx="6407944" cy="3048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5" name="Text 3" descr="Decorative – no critical information"/>
                  <p:cNvSpPr/>
                  <p:nvPr/>
                </p:nvSpPr>
                <p:spPr>
                  <a:xfrm>
                    <a:off x="793790" y="2632115"/>
                    <a:ext cx="2835235" cy="35433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750"/>
                      </a:lnSpc>
                      <a:buNone/>
                    </a:pPr>
                    <a:r>
                      <a:rPr lang="en-US" sz="22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Risk Identification</a:t>
                    </a:r>
                    <a:endParaRPr lang="en-US" sz="22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" name="Text 4" descr="Decorative – no critical information"/>
                <p:cNvSpPr/>
                <p:nvPr/>
              </p:nvSpPr>
              <p:spPr>
                <a:xfrm>
                  <a:off x="793790" y="3122533"/>
                  <a:ext cx="6407944" cy="72580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Mapping vulnerabilities across suppliers, geography, and operations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7" name="Text 5" descr="Decorative – no critical information"/>
              <p:cNvSpPr/>
              <p:nvPr/>
            </p:nvSpPr>
            <p:spPr>
              <a:xfrm>
                <a:off x="7428548" y="2102763"/>
                <a:ext cx="226814" cy="28348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Light" pitchFamily="34" charset="-122"/>
                    <a:cs typeface="Inter Light" pitchFamily="34" charset="-120"/>
                  </a:rPr>
                  <a:t>02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8" name="Shape 6" descr="Decorative – no critical information"/>
            <p:cNvSpPr/>
            <p:nvPr/>
          </p:nvSpPr>
          <p:spPr>
            <a:xfrm>
              <a:off x="7428548" y="2457807"/>
              <a:ext cx="6408063" cy="3048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 7" descr="Decorative – no critical information"/>
          <p:cNvSpPr/>
          <p:nvPr/>
        </p:nvSpPr>
        <p:spPr>
          <a:xfrm>
            <a:off x="7428548" y="26321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Risk Assessment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28548" y="3122533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Quantifying impact and probability of disruptions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600218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790" y="4774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Mitigation Strategy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526494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Building resilience through diversification and redundancy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8548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4600218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774525"/>
            <a:ext cx="3183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28548" y="526494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of risk indicators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951" y="63081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COVID-19 exposed global supply chain fragility—companies with resilience strategies recovered 3x faster than those without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3790" y="6053018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9699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C6B52A38-6749-D7A4-1347-12C8C30602C7}"/>
              </a:ext>
            </a:extLst>
          </p:cNvPr>
          <p:cNvGrpSpPr/>
          <p:nvPr/>
        </p:nvGrpSpPr>
        <p:grpSpPr>
          <a:xfrm>
            <a:off x="793790" y="940355"/>
            <a:ext cx="13042821" cy="1547932"/>
            <a:chOff x="793790" y="940355"/>
            <a:chExt cx="13042821" cy="1547932"/>
          </a:xfrm>
          <a:solidFill>
            <a:srgbClr val="C07000"/>
          </a:solidFill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AC2FCA6-02B3-B08B-BB04-F10148B0347D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6861572" cy="1445896"/>
            </a:xfrm>
            <a:grpFill/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F575363F-5C69-4EC4-64F7-C1F4169A900A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6407944" cy="2907983"/>
              </a:xfrm>
              <a:grpFill/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620B5FF3-F11E-65FB-50F0-B5C8D573AB90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4572000" cy="2046090"/>
                </a:xfrm>
                <a:grpFill/>
              </p:grpSpPr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D802C984-E8E5-3ECC-DCCA-83EBD3013274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940355"/>
                    <a:ext cx="4572000" cy="1371600"/>
                    <a:chOff x="793790" y="940355"/>
                    <a:chExt cx="6407944" cy="1547932"/>
                  </a:xfrm>
                  <a:grpFill/>
                </p:grpSpPr>
                <p:grpSp>
                  <p:nvGrpSpPr>
                    <p:cNvPr id="21" name="Group 20">
                      <a:extLst>
                        <a:ext uri="{FF2B5EF4-FFF2-40B4-BE49-F238E27FC236}">
                          <a16:creationId xmlns:a16="http://schemas.microsoft.com/office/drawing/2014/main" id="{05D54FA1-63AD-FA7D-67DC-5A3ED4B1D55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940355"/>
                      <a:ext cx="4572000" cy="1371600"/>
                      <a:chOff x="793790" y="940355"/>
                      <a:chExt cx="4572000" cy="1445896"/>
                    </a:xfrm>
                    <a:grpFill/>
                  </p:grpSpPr>
                  <p:sp>
                    <p:nvSpPr>
                      <p:cNvPr id="2" name="Text 0"/>
                      <p:cNvSpPr/>
                      <p:nvPr/>
                    </p:nvSpPr>
                    <p:spPr>
                      <a:xfrm>
                        <a:off x="793790" y="940355"/>
                        <a:ext cx="4572000" cy="13716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5550"/>
                          </a:lnSpc>
                          <a:buNone/>
                        </a:pPr>
                        <a:r>
                          <a:rPr lang="en-US" sz="3200" b="1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Supply Chain Risk Management</a:t>
                        </a:r>
                        <a:endParaRPr lang="en-US" sz="4450" dirty="0">
                          <a:latin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3" name="Text 1"/>
                      <p:cNvSpPr/>
                      <p:nvPr/>
                    </p:nvSpPr>
                    <p:spPr>
                      <a:xfrm>
                        <a:off x="793790" y="2102763"/>
                        <a:ext cx="226814" cy="283488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850"/>
                          </a:lnSpc>
                          <a:buNone/>
                        </a:pPr>
                        <a:r>
                          <a:rPr lang="en-US" sz="17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Light" pitchFamily="34" charset="-122"/>
                            <a:cs typeface="Inter Light" pitchFamily="34" charset="-120"/>
                          </a:rPr>
                          <a:t>01</a:t>
                        </a:r>
                        <a:endParaRPr lang="en-US" sz="17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" name="Shape 2" descr="Decorative – no critical information"/>
                    <p:cNvSpPr/>
                    <p:nvPr/>
                  </p:nvSpPr>
                  <p:spPr>
                    <a:xfrm>
                      <a:off x="793790" y="2457807"/>
                      <a:ext cx="6407944" cy="3048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5" name="Text 3" descr="Decorative – no critical information"/>
                  <p:cNvSpPr/>
                  <p:nvPr/>
                </p:nvSpPr>
                <p:spPr>
                  <a:xfrm>
                    <a:off x="793790" y="2632115"/>
                    <a:ext cx="2835235" cy="35433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750"/>
                      </a:lnSpc>
                      <a:buNone/>
                    </a:pPr>
                    <a:r>
                      <a:rPr lang="en-US" sz="22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Risk Identification</a:t>
                    </a:r>
                    <a:endParaRPr lang="en-US" sz="22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" name="Text 4" descr="Decorative – no critical information"/>
                <p:cNvSpPr/>
                <p:nvPr/>
              </p:nvSpPr>
              <p:spPr>
                <a:xfrm>
                  <a:off x="793790" y="3122533"/>
                  <a:ext cx="6407944" cy="72580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Mapping vulnerabilities across suppliers, geography, and operations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7" name="Text 5" descr="Decorative – no critical information"/>
              <p:cNvSpPr/>
              <p:nvPr/>
            </p:nvSpPr>
            <p:spPr>
              <a:xfrm>
                <a:off x="7428548" y="2102763"/>
                <a:ext cx="226814" cy="28348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Light" pitchFamily="34" charset="-122"/>
                    <a:cs typeface="Inter Light" pitchFamily="34" charset="-120"/>
                  </a:rPr>
                  <a:t>02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8" name="Shape 6" descr="Decorative – no critical information"/>
            <p:cNvSpPr/>
            <p:nvPr/>
          </p:nvSpPr>
          <p:spPr>
            <a:xfrm>
              <a:off x="7428548" y="2457807"/>
              <a:ext cx="6408063" cy="3048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 7" descr="Decorative – no critical information"/>
          <p:cNvSpPr/>
          <p:nvPr/>
        </p:nvSpPr>
        <p:spPr>
          <a:xfrm>
            <a:off x="7428548" y="26321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Risk Assessment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28548" y="3122533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Quantifying impact and probability of disruptions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600218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790" y="4774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Mitigation Strategy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526494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Building resilience through diversification and redundancy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8548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4600218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774525"/>
            <a:ext cx="3183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28548" y="526494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of risk indicators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951" y="63081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COVID-19 exposed global supply chain fragility—companies with resilience strategies recovered 3x faster than those without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3790" y="6053018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3339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33470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526567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524927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24205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212207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388646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341237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931376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282636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956350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AF379D67-3A50-1128-FDD6-B8C1EA14813C}"/>
              </a:ext>
            </a:extLst>
          </p:cNvPr>
          <p:cNvGrpSpPr/>
          <p:nvPr/>
        </p:nvGrpSpPr>
        <p:grpSpPr>
          <a:xfrm>
            <a:off x="793790" y="940355"/>
            <a:ext cx="9469993" cy="2046090"/>
            <a:chOff x="793790" y="940355"/>
            <a:chExt cx="9469993" cy="2046090"/>
          </a:xfrm>
          <a:solidFill>
            <a:srgbClr val="C07000"/>
          </a:solidFill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6B52A38-6749-D7A4-1347-12C8C30602C7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13042821" cy="1547932"/>
            </a:xfrm>
            <a:grpFill/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1AC2FCA6-02B3-B08B-BB04-F10148B0347D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6861572" cy="1445896"/>
              </a:xfrm>
              <a:grpFill/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F575363F-5C69-4EC4-64F7-C1F4169A900A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6407944" cy="2907983"/>
                </a:xfrm>
                <a:grpFill/>
              </p:grpSpPr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620B5FF3-F11E-65FB-50F0-B5C8D573AB90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940355"/>
                    <a:ext cx="4572000" cy="1371600"/>
                    <a:chOff x="793790" y="940355"/>
                    <a:chExt cx="4572000" cy="2046090"/>
                  </a:xfrm>
                  <a:grpFill/>
                </p:grpSpPr>
                <p:grpSp>
                  <p:nvGrpSpPr>
                    <p:cNvPr id="22" name="Group 21">
                      <a:extLst>
                        <a:ext uri="{FF2B5EF4-FFF2-40B4-BE49-F238E27FC236}">
                          <a16:creationId xmlns:a16="http://schemas.microsoft.com/office/drawing/2014/main" id="{D802C984-E8E5-3ECC-DCCA-83EBD301327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940355"/>
                      <a:ext cx="4572000" cy="1371600"/>
                      <a:chOff x="793790" y="940355"/>
                      <a:chExt cx="6407944" cy="1547932"/>
                    </a:xfrm>
                    <a:grpFill/>
                  </p:grpSpPr>
                  <p:grpSp>
                    <p:nvGrpSpPr>
                      <p:cNvPr id="21" name="Group 20">
                        <a:extLst>
                          <a:ext uri="{FF2B5EF4-FFF2-40B4-BE49-F238E27FC236}">
                            <a16:creationId xmlns:a16="http://schemas.microsoft.com/office/drawing/2014/main" id="{05D54FA1-63AD-FA7D-67DC-5A3ED4B1D55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940355"/>
                        <a:ext cx="4572000" cy="1371600"/>
                        <a:chOff x="793790" y="940355"/>
                        <a:chExt cx="4572000" cy="1445896"/>
                      </a:xfrm>
                      <a:grpFill/>
                    </p:grpSpPr>
                    <p:sp>
                      <p:nvSpPr>
                        <p:cNvPr id="2" name="Text 0"/>
                        <p:cNvSpPr/>
                        <p:nvPr/>
                      </p:nvSpPr>
                      <p:spPr>
                        <a:xfrm>
                          <a:off x="793790" y="940355"/>
                          <a:ext cx="4572000" cy="137160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5550"/>
                            </a:lnSpc>
                            <a:buNone/>
                          </a:pPr>
                          <a:r>
                            <a:rPr lang="en-US" sz="32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Supply Chain Risk Management</a:t>
                          </a:r>
                          <a:endParaRPr lang="en-US" sz="44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  <p:sp>
                      <p:nvSpPr>
                        <p:cNvPr id="3" name="Text 1"/>
                        <p:cNvSpPr/>
                        <p:nvPr/>
                      </p:nvSpPr>
                      <p:spPr>
                        <a:xfrm>
                          <a:off x="793790" y="2102763"/>
                          <a:ext cx="226814" cy="283488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2850"/>
                            </a:lnSpc>
                            <a:buNone/>
                          </a:pPr>
                          <a:r>
                            <a:rPr lang="en-US" sz="175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Light" pitchFamily="34" charset="-122"/>
                              <a:cs typeface="Inter Light" pitchFamily="34" charset="-120"/>
                            </a:rPr>
                            <a:t>01</a:t>
                          </a:r>
                          <a:endParaRPr lang="en-US" sz="17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4" name="Shape 2" descr="Decorative – no critical information"/>
                      <p:cNvSpPr/>
                      <p:nvPr/>
                    </p:nvSpPr>
                    <p:spPr>
                      <a:xfrm>
                        <a:off x="793790" y="2457807"/>
                        <a:ext cx="6407944" cy="3048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5" name="Text 3" descr="Decorative – no critical information"/>
                    <p:cNvSpPr/>
                    <p:nvPr/>
                  </p:nvSpPr>
                  <p:spPr>
                    <a:xfrm>
                      <a:off x="793790" y="2632115"/>
                      <a:ext cx="2835235" cy="35433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750"/>
                        </a:lnSpc>
                        <a:buNone/>
                      </a:pPr>
                      <a:r>
                        <a:rPr lang="en-US" sz="22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Risk Identification</a:t>
                      </a:r>
                      <a:endParaRPr lang="en-US" sz="2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6" name="Text 4" descr="Decorative – no critical information"/>
                  <p:cNvSpPr/>
                  <p:nvPr/>
                </p:nvSpPr>
                <p:spPr>
                  <a:xfrm>
                    <a:off x="793790" y="3122533"/>
                    <a:ext cx="6407944" cy="72580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Mapping vulnerabilities across suppliers, geography, and operations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7" name="Text 5" descr="Decorative – no critical information"/>
                <p:cNvSpPr/>
                <p:nvPr/>
              </p:nvSpPr>
              <p:spPr>
                <a:xfrm>
                  <a:off x="7428548" y="2102763"/>
                  <a:ext cx="226814" cy="283488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Light" pitchFamily="34" charset="-122"/>
                      <a:cs typeface="Inter Light" pitchFamily="34" charset="-120"/>
                    </a:rPr>
                    <a:t>02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8" name="Shape 6" descr="Decorative – no critical information"/>
              <p:cNvSpPr/>
              <p:nvPr/>
            </p:nvSpPr>
            <p:spPr>
              <a:xfrm>
                <a:off x="7428548" y="2457807"/>
                <a:ext cx="6408063" cy="3048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" name="Text 7" descr="Decorative – no critical information"/>
            <p:cNvSpPr/>
            <p:nvPr/>
          </p:nvSpPr>
          <p:spPr>
            <a:xfrm>
              <a:off x="7428548" y="2632115"/>
              <a:ext cx="2835235" cy="35433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Risk Assessment</a:t>
              </a:r>
              <a:endParaRPr lang="en-US" sz="2200" dirty="0">
                <a:latin typeface="Calibri" panose="020F0502020204030204" pitchFamily="34" charset="0"/>
              </a:endParaRPr>
            </a:p>
          </p:txBody>
        </p:sp>
      </p:grpSp>
      <p:sp>
        <p:nvSpPr>
          <p:cNvPr id="10" name="Text 8" descr="Decorative – no critical information"/>
          <p:cNvSpPr/>
          <p:nvPr/>
        </p:nvSpPr>
        <p:spPr>
          <a:xfrm>
            <a:off x="7428548" y="3122533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Quantifying impact and probability of disruptions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600218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790" y="4774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Mitigation Strategy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526494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Building resilience through diversification and redundancy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8548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4600218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774525"/>
            <a:ext cx="3183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28548" y="526494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of risk indicators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951" y="63081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COVID-19 exposed global supply chain fragility—companies with resilience strategies recovered 3x faster than those without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3790" y="6053018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1818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AF379D67-3A50-1128-FDD6-B8C1EA14813C}"/>
              </a:ext>
            </a:extLst>
          </p:cNvPr>
          <p:cNvGrpSpPr/>
          <p:nvPr/>
        </p:nvGrpSpPr>
        <p:grpSpPr>
          <a:xfrm>
            <a:off x="793790" y="940355"/>
            <a:ext cx="9469993" cy="2046090"/>
            <a:chOff x="793790" y="940355"/>
            <a:chExt cx="9469993" cy="2046090"/>
          </a:xfrm>
          <a:solidFill>
            <a:srgbClr val="C07000"/>
          </a:solidFill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6B52A38-6749-D7A4-1347-12C8C30602C7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13042821" cy="1547932"/>
            </a:xfrm>
            <a:grpFill/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1AC2FCA6-02B3-B08B-BB04-F10148B0347D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6861572" cy="1445896"/>
              </a:xfrm>
              <a:grpFill/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F575363F-5C69-4EC4-64F7-C1F4169A900A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6407944" cy="2907983"/>
                </a:xfrm>
                <a:grpFill/>
              </p:grpSpPr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620B5FF3-F11E-65FB-50F0-B5C8D573AB90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940355"/>
                    <a:ext cx="4572000" cy="1371600"/>
                    <a:chOff x="793790" y="940355"/>
                    <a:chExt cx="4572000" cy="2046090"/>
                  </a:xfrm>
                  <a:grpFill/>
                </p:grpSpPr>
                <p:grpSp>
                  <p:nvGrpSpPr>
                    <p:cNvPr id="22" name="Group 21">
                      <a:extLst>
                        <a:ext uri="{FF2B5EF4-FFF2-40B4-BE49-F238E27FC236}">
                          <a16:creationId xmlns:a16="http://schemas.microsoft.com/office/drawing/2014/main" id="{D802C984-E8E5-3ECC-DCCA-83EBD301327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940355"/>
                      <a:ext cx="4572000" cy="1371600"/>
                      <a:chOff x="793790" y="940355"/>
                      <a:chExt cx="6407944" cy="1547932"/>
                    </a:xfrm>
                    <a:grpFill/>
                  </p:grpSpPr>
                  <p:grpSp>
                    <p:nvGrpSpPr>
                      <p:cNvPr id="21" name="Group 20">
                        <a:extLst>
                          <a:ext uri="{FF2B5EF4-FFF2-40B4-BE49-F238E27FC236}">
                            <a16:creationId xmlns:a16="http://schemas.microsoft.com/office/drawing/2014/main" id="{05D54FA1-63AD-FA7D-67DC-5A3ED4B1D55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940355"/>
                        <a:ext cx="4572000" cy="1371600"/>
                        <a:chOff x="793790" y="940355"/>
                        <a:chExt cx="4572000" cy="1445896"/>
                      </a:xfrm>
                      <a:grpFill/>
                    </p:grpSpPr>
                    <p:sp>
                      <p:nvSpPr>
                        <p:cNvPr id="2" name="Text 0"/>
                        <p:cNvSpPr/>
                        <p:nvPr/>
                      </p:nvSpPr>
                      <p:spPr>
                        <a:xfrm>
                          <a:off x="793790" y="940355"/>
                          <a:ext cx="4572000" cy="137160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5550"/>
                            </a:lnSpc>
                            <a:buNone/>
                          </a:pPr>
                          <a:r>
                            <a:rPr lang="en-US" sz="32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Supply Chain Risk Management</a:t>
                          </a:r>
                          <a:endParaRPr lang="en-US" sz="44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  <p:sp>
                      <p:nvSpPr>
                        <p:cNvPr id="3" name="Text 1"/>
                        <p:cNvSpPr/>
                        <p:nvPr/>
                      </p:nvSpPr>
                      <p:spPr>
                        <a:xfrm>
                          <a:off x="793790" y="2102763"/>
                          <a:ext cx="226814" cy="283488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2850"/>
                            </a:lnSpc>
                            <a:buNone/>
                          </a:pPr>
                          <a:r>
                            <a:rPr lang="en-US" sz="175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Light" pitchFamily="34" charset="-122"/>
                              <a:cs typeface="Inter Light" pitchFamily="34" charset="-120"/>
                            </a:rPr>
                            <a:t>01</a:t>
                          </a:r>
                          <a:endParaRPr lang="en-US" sz="17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4" name="Shape 2" descr="Decorative – no critical information"/>
                      <p:cNvSpPr/>
                      <p:nvPr/>
                    </p:nvSpPr>
                    <p:spPr>
                      <a:xfrm>
                        <a:off x="793790" y="2457807"/>
                        <a:ext cx="6407944" cy="3048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5" name="Text 3" descr="Decorative – no critical information"/>
                    <p:cNvSpPr/>
                    <p:nvPr/>
                  </p:nvSpPr>
                  <p:spPr>
                    <a:xfrm>
                      <a:off x="793790" y="2632115"/>
                      <a:ext cx="2835235" cy="35433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750"/>
                        </a:lnSpc>
                        <a:buNone/>
                      </a:pPr>
                      <a:r>
                        <a:rPr lang="en-US" sz="22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Risk Identification</a:t>
                      </a:r>
                      <a:endParaRPr lang="en-US" sz="2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6" name="Text 4" descr="Decorative – no critical information"/>
                  <p:cNvSpPr/>
                  <p:nvPr/>
                </p:nvSpPr>
                <p:spPr>
                  <a:xfrm>
                    <a:off x="793790" y="3122533"/>
                    <a:ext cx="6407944" cy="72580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Mapping vulnerabilities across suppliers, geography, and operations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7" name="Text 5" descr="Decorative – no critical information"/>
                <p:cNvSpPr/>
                <p:nvPr/>
              </p:nvSpPr>
              <p:spPr>
                <a:xfrm>
                  <a:off x="7428548" y="2102763"/>
                  <a:ext cx="226814" cy="283488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Light" pitchFamily="34" charset="-122"/>
                      <a:cs typeface="Inter Light" pitchFamily="34" charset="-120"/>
                    </a:rPr>
                    <a:t>02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8" name="Shape 6" descr="Decorative – no critical information"/>
              <p:cNvSpPr/>
              <p:nvPr/>
            </p:nvSpPr>
            <p:spPr>
              <a:xfrm>
                <a:off x="7428548" y="2457807"/>
                <a:ext cx="6408063" cy="3048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" name="Text 7" descr="Decorative – no critical information"/>
            <p:cNvSpPr/>
            <p:nvPr/>
          </p:nvSpPr>
          <p:spPr>
            <a:xfrm>
              <a:off x="7428548" y="2632115"/>
              <a:ext cx="2835235" cy="35433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Risk Assessment</a:t>
              </a:r>
              <a:endParaRPr lang="en-US" sz="2200" dirty="0">
                <a:latin typeface="Calibri" panose="020F0502020204030204" pitchFamily="34" charset="0"/>
              </a:endParaRPr>
            </a:p>
          </p:txBody>
        </p:sp>
      </p:grpSp>
      <p:sp>
        <p:nvSpPr>
          <p:cNvPr id="10" name="Text 8" descr="Decorative – no critical information"/>
          <p:cNvSpPr/>
          <p:nvPr/>
        </p:nvSpPr>
        <p:spPr>
          <a:xfrm>
            <a:off x="7428548" y="3122533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Quantifying impact and probability of disruptions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600218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790" y="4774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Mitigation Strategy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526494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Building resilience through diversification and redundancy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8548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4600218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774525"/>
            <a:ext cx="3183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28548" y="526494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of risk indicators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951" y="63081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COVID-19 exposed global supply chain fragility—companies with resilience strategies recovered 3x faster than those without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3790" y="6053018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9589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059904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800428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632661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021961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22622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692906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455210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827074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458267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843756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C3361F63-1AC6-FF28-8C77-412D719C3699}"/>
              </a:ext>
            </a:extLst>
          </p:cNvPr>
          <p:cNvGrpSpPr/>
          <p:nvPr/>
        </p:nvGrpSpPr>
        <p:grpSpPr>
          <a:xfrm>
            <a:off x="793790" y="940355"/>
            <a:ext cx="13042821" cy="2545081"/>
            <a:chOff x="793790" y="940355"/>
            <a:chExt cx="13042821" cy="2545081"/>
          </a:xfrm>
          <a:solidFill>
            <a:srgbClr val="C07000"/>
          </a:solidFill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F379D67-3A50-1128-FDD6-B8C1EA14813C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9469993" cy="2046090"/>
            </a:xfrm>
            <a:grpFill/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C6B52A38-6749-D7A4-1347-12C8C30602C7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13042821" cy="1547932"/>
              </a:xfrm>
              <a:grpFill/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1AC2FCA6-02B3-B08B-BB04-F10148B0347D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6861572" cy="1445896"/>
                </a:xfrm>
                <a:grpFill/>
              </p:grpSpPr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F575363F-5C69-4EC4-64F7-C1F4169A900A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940355"/>
                    <a:ext cx="4572000" cy="1371600"/>
                    <a:chOff x="793790" y="940355"/>
                    <a:chExt cx="6407944" cy="2907983"/>
                  </a:xfrm>
                  <a:grpFill/>
                </p:grpSpPr>
                <p:grpSp>
                  <p:nvGrpSpPr>
                    <p:cNvPr id="23" name="Group 22">
                      <a:extLst>
                        <a:ext uri="{FF2B5EF4-FFF2-40B4-BE49-F238E27FC236}">
                          <a16:creationId xmlns:a16="http://schemas.microsoft.com/office/drawing/2014/main" id="{620B5FF3-F11E-65FB-50F0-B5C8D573AB9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940355"/>
                      <a:ext cx="4572000" cy="1371600"/>
                      <a:chOff x="793790" y="940355"/>
                      <a:chExt cx="4572000" cy="2046090"/>
                    </a:xfrm>
                    <a:grpFill/>
                  </p:grpSpPr>
                  <p:grpSp>
                    <p:nvGrpSpPr>
                      <p:cNvPr id="22" name="Group 21">
                        <a:extLst>
                          <a:ext uri="{FF2B5EF4-FFF2-40B4-BE49-F238E27FC236}">
                            <a16:creationId xmlns:a16="http://schemas.microsoft.com/office/drawing/2014/main" id="{D802C984-E8E5-3ECC-DCCA-83EBD301327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940355"/>
                        <a:ext cx="4572000" cy="1371600"/>
                        <a:chOff x="793790" y="940355"/>
                        <a:chExt cx="6407944" cy="1547932"/>
                      </a:xfrm>
                      <a:grpFill/>
                    </p:grpSpPr>
                    <p:grpSp>
                      <p:nvGrpSpPr>
                        <p:cNvPr id="21" name="Group 20">
                          <a:extLst>
                            <a:ext uri="{FF2B5EF4-FFF2-40B4-BE49-F238E27FC236}">
                              <a16:creationId xmlns:a16="http://schemas.microsoft.com/office/drawing/2014/main" id="{05D54FA1-63AD-FA7D-67DC-5A3ED4B1D55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940355"/>
                          <a:ext cx="4572000" cy="1371600"/>
                          <a:chOff x="793790" y="940355"/>
                          <a:chExt cx="4572000" cy="1445896"/>
                        </a:xfrm>
                        <a:grpFill/>
                      </p:grpSpPr>
                      <p:sp>
                        <p:nvSpPr>
                          <p:cNvPr id="2" name="Text 0"/>
                          <p:cNvSpPr/>
                          <p:nvPr/>
                        </p:nvSpPr>
                        <p:spPr>
                          <a:xfrm>
                            <a:off x="793790" y="940355"/>
                            <a:ext cx="4572000" cy="137160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5550"/>
                              </a:lnSpc>
                              <a:buNone/>
                            </a:pPr>
                            <a:r>
                              <a:rPr lang="en-US" sz="3200" b="1" dirty="0">
                                <a:solidFill>
                                  <a:srgbClr val="000000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Supply Chain Risk Management</a:t>
                            </a:r>
                            <a:endParaRPr lang="en-US" sz="44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" name="Text 1"/>
                          <p:cNvSpPr/>
                          <p:nvPr/>
                        </p:nvSpPr>
                        <p:spPr>
                          <a:xfrm>
                            <a:off x="793790" y="2102763"/>
                            <a:ext cx="226814" cy="283488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850"/>
                              </a:lnSpc>
                              <a:buNone/>
                            </a:pPr>
                            <a:r>
                              <a:rPr lang="en-US" sz="175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 Light" pitchFamily="34" charset="-122"/>
                                <a:cs typeface="Inter Light" pitchFamily="34" charset="-120"/>
                              </a:rPr>
                              <a:t>01</a:t>
                            </a:r>
                            <a:endParaRPr lang="en-US" sz="17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4" name="Shape 2" descr="Decorative – no critical information"/>
                        <p:cNvSpPr/>
                        <p:nvPr/>
                      </p:nvSpPr>
                      <p:spPr>
                        <a:xfrm>
                          <a:off x="793790" y="2457807"/>
                          <a:ext cx="6407944" cy="3048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5" name="Text 3" descr="Decorative – no critical information"/>
                      <p:cNvSpPr/>
                      <p:nvPr/>
                    </p:nvSpPr>
                    <p:spPr>
                      <a:xfrm>
                        <a:off x="793790" y="2632115"/>
                        <a:ext cx="2835235" cy="35433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750"/>
                          </a:lnSpc>
                          <a:buNone/>
                        </a:pPr>
                        <a:r>
                          <a:rPr lang="en-US" sz="220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Risk Identification</a:t>
                        </a:r>
                        <a:endParaRPr lang="en-US" sz="2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6" name="Text 4" descr="Decorative – no critical information"/>
                    <p:cNvSpPr/>
                    <p:nvPr/>
                  </p:nvSpPr>
                  <p:spPr>
                    <a:xfrm>
                      <a:off x="793790" y="3122533"/>
                      <a:ext cx="6407944" cy="72580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Mapping vulnerabilities across suppliers, geography, and operations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7" name="Text 5" descr="Decorative – no critical information"/>
                  <p:cNvSpPr/>
                  <p:nvPr/>
                </p:nvSpPr>
                <p:spPr>
                  <a:xfrm>
                    <a:off x="7428548" y="2102763"/>
                    <a:ext cx="226814" cy="283488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Light" pitchFamily="34" charset="-122"/>
                        <a:cs typeface="Inter Light" pitchFamily="34" charset="-120"/>
                      </a:rPr>
                      <a:t>02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8" name="Shape 6" descr="Decorative – no critical information"/>
                <p:cNvSpPr/>
                <p:nvPr/>
              </p:nvSpPr>
              <p:spPr>
                <a:xfrm>
                  <a:off x="7428548" y="2457807"/>
                  <a:ext cx="6408063" cy="3048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" name="Text 7" descr="Decorative – no critical information"/>
              <p:cNvSpPr/>
              <p:nvPr/>
            </p:nvSpPr>
            <p:spPr>
              <a:xfrm>
                <a:off x="7428548" y="2632115"/>
                <a:ext cx="2835235" cy="35433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Risk Assessment</a:t>
                </a:r>
                <a:endParaRPr lang="en-US" sz="2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0" name="Text 8" descr="Decorative – no critical information"/>
            <p:cNvSpPr/>
            <p:nvPr/>
          </p:nvSpPr>
          <p:spPr>
            <a:xfrm>
              <a:off x="7428548" y="3122533"/>
              <a:ext cx="6408063" cy="362903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Quantifying impact and probability of disruptions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sp>
        <p:nvSpPr>
          <p:cNvPr id="11" name="Text 9" descr="Decorative – no critical information"/>
          <p:cNvSpPr/>
          <p:nvPr/>
        </p:nvSpPr>
        <p:spPr>
          <a:xfrm>
            <a:off x="793790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600218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790" y="4774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Mitigation Strategy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526494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Building resilience through diversification and redundancy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8548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4600218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774525"/>
            <a:ext cx="3183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28548" y="526494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of risk indicators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951" y="63081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COVID-19 exposed global supply chain fragility—companies with resilience strategies recovered 3x faster than those without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3790" y="6053018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2160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C3361F63-1AC6-FF28-8C77-412D719C3699}"/>
              </a:ext>
            </a:extLst>
          </p:cNvPr>
          <p:cNvGrpSpPr/>
          <p:nvPr/>
        </p:nvGrpSpPr>
        <p:grpSpPr>
          <a:xfrm>
            <a:off x="793790" y="940355"/>
            <a:ext cx="13042821" cy="2545081"/>
            <a:chOff x="793790" y="940355"/>
            <a:chExt cx="13042821" cy="2545081"/>
          </a:xfrm>
          <a:solidFill>
            <a:srgbClr val="C07000"/>
          </a:solidFill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F379D67-3A50-1128-FDD6-B8C1EA14813C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9469993" cy="2046090"/>
            </a:xfrm>
            <a:grpFill/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C6B52A38-6749-D7A4-1347-12C8C30602C7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13042821" cy="1547932"/>
              </a:xfrm>
              <a:grpFill/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1AC2FCA6-02B3-B08B-BB04-F10148B0347D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6861572" cy="1445896"/>
                </a:xfrm>
                <a:grpFill/>
              </p:grpSpPr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F575363F-5C69-4EC4-64F7-C1F4169A900A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940355"/>
                    <a:ext cx="4572000" cy="1371600"/>
                    <a:chOff x="793790" y="940355"/>
                    <a:chExt cx="6407944" cy="2907983"/>
                  </a:xfrm>
                  <a:grpFill/>
                </p:grpSpPr>
                <p:grpSp>
                  <p:nvGrpSpPr>
                    <p:cNvPr id="23" name="Group 22">
                      <a:extLst>
                        <a:ext uri="{FF2B5EF4-FFF2-40B4-BE49-F238E27FC236}">
                          <a16:creationId xmlns:a16="http://schemas.microsoft.com/office/drawing/2014/main" id="{620B5FF3-F11E-65FB-50F0-B5C8D573AB9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940355"/>
                      <a:ext cx="4572000" cy="1371600"/>
                      <a:chOff x="793790" y="940355"/>
                      <a:chExt cx="4572000" cy="2046090"/>
                    </a:xfrm>
                    <a:grpFill/>
                  </p:grpSpPr>
                  <p:grpSp>
                    <p:nvGrpSpPr>
                      <p:cNvPr id="22" name="Group 21">
                        <a:extLst>
                          <a:ext uri="{FF2B5EF4-FFF2-40B4-BE49-F238E27FC236}">
                            <a16:creationId xmlns:a16="http://schemas.microsoft.com/office/drawing/2014/main" id="{D802C984-E8E5-3ECC-DCCA-83EBD301327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940355"/>
                        <a:ext cx="4572000" cy="1371600"/>
                        <a:chOff x="793790" y="940355"/>
                        <a:chExt cx="6407944" cy="1547932"/>
                      </a:xfrm>
                      <a:grpFill/>
                    </p:grpSpPr>
                    <p:grpSp>
                      <p:nvGrpSpPr>
                        <p:cNvPr id="21" name="Group 20">
                          <a:extLst>
                            <a:ext uri="{FF2B5EF4-FFF2-40B4-BE49-F238E27FC236}">
                              <a16:creationId xmlns:a16="http://schemas.microsoft.com/office/drawing/2014/main" id="{05D54FA1-63AD-FA7D-67DC-5A3ED4B1D55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940355"/>
                          <a:ext cx="4572000" cy="1371600"/>
                          <a:chOff x="793790" y="940355"/>
                          <a:chExt cx="4572000" cy="1445896"/>
                        </a:xfrm>
                        <a:grpFill/>
                      </p:grpSpPr>
                      <p:sp>
                        <p:nvSpPr>
                          <p:cNvPr id="2" name="Text 0"/>
                          <p:cNvSpPr/>
                          <p:nvPr/>
                        </p:nvSpPr>
                        <p:spPr>
                          <a:xfrm>
                            <a:off x="793790" y="940355"/>
                            <a:ext cx="4572000" cy="137160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5550"/>
                              </a:lnSpc>
                              <a:buNone/>
                            </a:pPr>
                            <a:r>
                              <a:rPr lang="en-US" sz="3200" b="1" dirty="0">
                                <a:solidFill>
                                  <a:srgbClr val="000000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Supply Chain Risk Management</a:t>
                            </a:r>
                            <a:endParaRPr lang="en-US" sz="44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" name="Text 1"/>
                          <p:cNvSpPr/>
                          <p:nvPr/>
                        </p:nvSpPr>
                        <p:spPr>
                          <a:xfrm>
                            <a:off x="793790" y="2102763"/>
                            <a:ext cx="226814" cy="283488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850"/>
                              </a:lnSpc>
                              <a:buNone/>
                            </a:pPr>
                            <a:r>
                              <a:rPr lang="en-US" sz="175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 Light" pitchFamily="34" charset="-122"/>
                                <a:cs typeface="Inter Light" pitchFamily="34" charset="-120"/>
                              </a:rPr>
                              <a:t>01</a:t>
                            </a:r>
                            <a:endParaRPr lang="en-US" sz="17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4" name="Shape 2" descr="Decorative – no critical information"/>
                        <p:cNvSpPr/>
                        <p:nvPr/>
                      </p:nvSpPr>
                      <p:spPr>
                        <a:xfrm>
                          <a:off x="793790" y="2457807"/>
                          <a:ext cx="6407944" cy="3048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5" name="Text 3" descr="Decorative – no critical information"/>
                      <p:cNvSpPr/>
                      <p:nvPr/>
                    </p:nvSpPr>
                    <p:spPr>
                      <a:xfrm>
                        <a:off x="793790" y="2632115"/>
                        <a:ext cx="2835235" cy="35433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750"/>
                          </a:lnSpc>
                          <a:buNone/>
                        </a:pPr>
                        <a:r>
                          <a:rPr lang="en-US" sz="220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Risk Identification</a:t>
                        </a:r>
                        <a:endParaRPr lang="en-US" sz="2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6" name="Text 4" descr="Decorative – no critical information"/>
                    <p:cNvSpPr/>
                    <p:nvPr/>
                  </p:nvSpPr>
                  <p:spPr>
                    <a:xfrm>
                      <a:off x="793790" y="3122533"/>
                      <a:ext cx="6407944" cy="72580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Mapping vulnerabilities across suppliers, geography, and operations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7" name="Text 5" descr="Decorative – no critical information"/>
                  <p:cNvSpPr/>
                  <p:nvPr/>
                </p:nvSpPr>
                <p:spPr>
                  <a:xfrm>
                    <a:off x="7428548" y="2102763"/>
                    <a:ext cx="226814" cy="283488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Light" pitchFamily="34" charset="-122"/>
                        <a:cs typeface="Inter Light" pitchFamily="34" charset="-120"/>
                      </a:rPr>
                      <a:t>02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8" name="Shape 6" descr="Decorative – no critical information"/>
                <p:cNvSpPr/>
                <p:nvPr/>
              </p:nvSpPr>
              <p:spPr>
                <a:xfrm>
                  <a:off x="7428548" y="2457807"/>
                  <a:ext cx="6408063" cy="3048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" name="Text 7" descr="Decorative – no critical information"/>
              <p:cNvSpPr/>
              <p:nvPr/>
            </p:nvSpPr>
            <p:spPr>
              <a:xfrm>
                <a:off x="7428548" y="2632115"/>
                <a:ext cx="2835235" cy="35433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Risk Assessment</a:t>
                </a:r>
                <a:endParaRPr lang="en-US" sz="2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0" name="Text 8" descr="Decorative – no critical information"/>
            <p:cNvSpPr/>
            <p:nvPr/>
          </p:nvSpPr>
          <p:spPr>
            <a:xfrm>
              <a:off x="7428548" y="3122533"/>
              <a:ext cx="6408063" cy="362903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Quantifying impact and probability of disruptions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sp>
        <p:nvSpPr>
          <p:cNvPr id="11" name="Text 9" descr="Decorative – no critical information"/>
          <p:cNvSpPr/>
          <p:nvPr/>
        </p:nvSpPr>
        <p:spPr>
          <a:xfrm>
            <a:off x="793790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600218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790" y="4774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Mitigation Strategy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526494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Building resilience through diversification and redundancy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8548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4600218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774525"/>
            <a:ext cx="3183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28548" y="526494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of risk indicators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951" y="63081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COVID-19 exposed global supply chain fragility—companies with resilience strategies recovered 3x faster than those without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3790" y="6053018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38232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227224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843162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1617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740171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829275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453641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299641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912405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974047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465636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1E15474F-6ED0-6B58-760A-A9EE859C7D5D}"/>
              </a:ext>
            </a:extLst>
          </p:cNvPr>
          <p:cNvGrpSpPr/>
          <p:nvPr/>
        </p:nvGrpSpPr>
        <p:grpSpPr>
          <a:xfrm>
            <a:off x="793790" y="940355"/>
            <a:ext cx="4572000" cy="3588306"/>
            <a:chOff x="793790" y="940355"/>
            <a:chExt cx="4572000" cy="3588306"/>
          </a:xfrm>
          <a:solidFill>
            <a:srgbClr val="C07000"/>
          </a:solid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3361F63-1AC6-FF28-8C77-412D719C3699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13042821" cy="2545081"/>
            </a:xfrm>
            <a:grpFill/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AF379D67-3A50-1128-FDD6-B8C1EA14813C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9469993" cy="2046090"/>
              </a:xfrm>
              <a:grpFill/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C6B52A38-6749-D7A4-1347-12C8C30602C7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13042821" cy="1547932"/>
                </a:xfrm>
                <a:grpFill/>
              </p:grpSpPr>
              <p:grpSp>
                <p:nvGrpSpPr>
                  <p:cNvPr id="25" name="Group 24">
                    <a:extLst>
                      <a:ext uri="{FF2B5EF4-FFF2-40B4-BE49-F238E27FC236}">
                        <a16:creationId xmlns:a16="http://schemas.microsoft.com/office/drawing/2014/main" id="{1AC2FCA6-02B3-B08B-BB04-F10148B0347D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940355"/>
                    <a:ext cx="4572000" cy="1371600"/>
                    <a:chOff x="793790" y="940355"/>
                    <a:chExt cx="6861572" cy="1445896"/>
                  </a:xfrm>
                  <a:grpFill/>
                </p:grpSpPr>
                <p:grpSp>
                  <p:nvGrpSpPr>
                    <p:cNvPr id="24" name="Group 23">
                      <a:extLst>
                        <a:ext uri="{FF2B5EF4-FFF2-40B4-BE49-F238E27FC236}">
                          <a16:creationId xmlns:a16="http://schemas.microsoft.com/office/drawing/2014/main" id="{F575363F-5C69-4EC4-64F7-C1F4169A900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940355"/>
                      <a:ext cx="4572000" cy="1371600"/>
                      <a:chOff x="793790" y="940355"/>
                      <a:chExt cx="6407944" cy="2907983"/>
                    </a:xfrm>
                    <a:grpFill/>
                  </p:grpSpPr>
                  <p:grpSp>
                    <p:nvGrpSpPr>
                      <p:cNvPr id="23" name="Group 22">
                        <a:extLst>
                          <a:ext uri="{FF2B5EF4-FFF2-40B4-BE49-F238E27FC236}">
                            <a16:creationId xmlns:a16="http://schemas.microsoft.com/office/drawing/2014/main" id="{620B5FF3-F11E-65FB-50F0-B5C8D573AB9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940355"/>
                        <a:ext cx="4572000" cy="1371600"/>
                        <a:chOff x="793790" y="940355"/>
                        <a:chExt cx="4572000" cy="2046090"/>
                      </a:xfrm>
                      <a:grpFill/>
                    </p:grpSpPr>
                    <p:grpSp>
                      <p:nvGrpSpPr>
                        <p:cNvPr id="22" name="Group 21">
                          <a:extLst>
                            <a:ext uri="{FF2B5EF4-FFF2-40B4-BE49-F238E27FC236}">
                              <a16:creationId xmlns:a16="http://schemas.microsoft.com/office/drawing/2014/main" id="{D802C984-E8E5-3ECC-DCCA-83EBD301327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940355"/>
                          <a:ext cx="4572000" cy="1371600"/>
                          <a:chOff x="793790" y="940355"/>
                          <a:chExt cx="6407944" cy="1547932"/>
                        </a:xfrm>
                        <a:grpFill/>
                      </p:grpSpPr>
                      <p:grpSp>
                        <p:nvGrpSpPr>
                          <p:cNvPr id="21" name="Group 20">
                            <a:extLst>
                              <a:ext uri="{FF2B5EF4-FFF2-40B4-BE49-F238E27FC236}">
                                <a16:creationId xmlns:a16="http://schemas.microsoft.com/office/drawing/2014/main" id="{05D54FA1-63AD-FA7D-67DC-5A3ED4B1D55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940355"/>
                            <a:ext cx="4572000" cy="1371600"/>
                            <a:chOff x="793790" y="940355"/>
                            <a:chExt cx="4572000" cy="1445896"/>
                          </a:xfrm>
                          <a:grpFill/>
                        </p:grpSpPr>
                        <p:sp>
                          <p:nvSpPr>
                            <p:cNvPr id="2" name="Text 0"/>
                            <p:cNvSpPr/>
                            <p:nvPr/>
                          </p:nvSpPr>
                          <p:spPr>
                            <a:xfrm>
                              <a:off x="793790" y="940355"/>
                              <a:ext cx="4572000" cy="137160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5550"/>
                                </a:lnSpc>
                                <a:buNone/>
                              </a:pPr>
                              <a:r>
                                <a:rPr lang="en-US" sz="3200" b="1" dirty="0">
                                  <a:solidFill>
                                    <a:srgbClr val="000000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Supply Chain Risk Management</a:t>
                              </a:r>
                              <a:endParaRPr lang="en-US" sz="44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3" name="Text 1"/>
                            <p:cNvSpPr/>
                            <p:nvPr/>
                          </p:nvSpPr>
                          <p:spPr>
                            <a:xfrm>
                              <a:off x="793790" y="2102763"/>
                              <a:ext cx="226814" cy="283488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2850"/>
                                </a:lnSpc>
                                <a:buNone/>
                              </a:pPr>
                              <a:r>
                                <a:rPr lang="en-US" sz="175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 Light" pitchFamily="34" charset="-122"/>
                                  <a:cs typeface="Inter Light" pitchFamily="34" charset="-120"/>
                                </a:rPr>
                                <a:t>01</a:t>
                              </a:r>
                              <a:endParaRPr lang="en-US" sz="17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4" name="Shape 2" descr="Decorative – no critical information"/>
                          <p:cNvSpPr/>
                          <p:nvPr/>
                        </p:nvSpPr>
                        <p:spPr>
                          <a:xfrm>
                            <a:off x="793790" y="2457807"/>
                            <a:ext cx="6407944" cy="3048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5" name="Text 3" descr="Decorative – no critical information"/>
                        <p:cNvSpPr/>
                        <p:nvPr/>
                      </p:nvSpPr>
                      <p:spPr>
                        <a:xfrm>
                          <a:off x="793790" y="2632115"/>
                          <a:ext cx="2835235" cy="35433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275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Risk Identification</a:t>
                          </a:r>
                          <a:endParaRPr lang="en-US" sz="2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6" name="Text 4" descr="Decorative – no critical information"/>
                      <p:cNvSpPr/>
                      <p:nvPr/>
                    </p:nvSpPr>
                    <p:spPr>
                      <a:xfrm>
                        <a:off x="793790" y="3122533"/>
                        <a:ext cx="6407944" cy="725805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ts val="2850"/>
                          </a:lnSpc>
                          <a:buNone/>
                        </a:pPr>
                        <a:r>
                          <a:rPr lang="en-US" sz="17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Mapping vulnerabilities across suppliers, geography, and operations</a:t>
                        </a:r>
                        <a:endParaRPr lang="en-US" sz="17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7" name="Text 5" descr="Decorative – no critical information"/>
                    <p:cNvSpPr/>
                    <p:nvPr/>
                  </p:nvSpPr>
                  <p:spPr>
                    <a:xfrm>
                      <a:off x="7428548" y="2102763"/>
                      <a:ext cx="226814" cy="283488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Light" pitchFamily="34" charset="-122"/>
                          <a:cs typeface="Inter Light" pitchFamily="34" charset="-120"/>
                        </a:rPr>
                        <a:t>02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8" name="Shape 6" descr="Decorative – no critical information"/>
                  <p:cNvSpPr/>
                  <p:nvPr/>
                </p:nvSpPr>
                <p:spPr>
                  <a:xfrm>
                    <a:off x="7428548" y="2457807"/>
                    <a:ext cx="6408063" cy="3048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9" name="Text 7" descr="Decorative – no critical information"/>
                <p:cNvSpPr/>
                <p:nvPr/>
              </p:nvSpPr>
              <p:spPr>
                <a:xfrm>
                  <a:off x="7428548" y="2632115"/>
                  <a:ext cx="2835235" cy="35433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750"/>
                    </a:lnSpc>
                    <a:buNone/>
                  </a:pPr>
                  <a:r>
                    <a:rPr lang="en-US" sz="22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Risk Assessment</a:t>
                  </a:r>
                  <a:endParaRPr lang="en-US" sz="2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0" name="Text 8" descr="Decorative – no critical information"/>
              <p:cNvSpPr/>
              <p:nvPr/>
            </p:nvSpPr>
            <p:spPr>
              <a:xfrm>
                <a:off x="7428548" y="3122533"/>
                <a:ext cx="6408063" cy="362903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Quantifying impact and probability of disruptions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1" name="Text 9" descr="Decorative – no critical information"/>
            <p:cNvSpPr/>
            <p:nvPr/>
          </p:nvSpPr>
          <p:spPr>
            <a:xfrm>
              <a:off x="793790" y="4245173"/>
              <a:ext cx="226814" cy="283488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 Light" pitchFamily="34" charset="-122"/>
                  <a:cs typeface="Inter Light" pitchFamily="34" charset="-120"/>
                </a:rPr>
                <a:t>03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sp>
        <p:nvSpPr>
          <p:cNvPr id="12" name="Shape 10" descr="Decorative – no critical information"/>
          <p:cNvSpPr/>
          <p:nvPr/>
        </p:nvSpPr>
        <p:spPr>
          <a:xfrm>
            <a:off x="793790" y="4600218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790" y="4774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Mitigation Strategy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526494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Building resilience through diversification and redundancy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8548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4600218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774525"/>
            <a:ext cx="3183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28548" y="526494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of risk indicators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951" y="63081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COVID-19 exposed global supply chain fragility—companies with resilience strategies recovered 3x faster than those without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3790" y="6053018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32287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1E15474F-6ED0-6B58-760A-A9EE859C7D5D}"/>
              </a:ext>
            </a:extLst>
          </p:cNvPr>
          <p:cNvGrpSpPr/>
          <p:nvPr/>
        </p:nvGrpSpPr>
        <p:grpSpPr>
          <a:xfrm>
            <a:off x="793790" y="940355"/>
            <a:ext cx="4572000" cy="3588306"/>
            <a:chOff x="793790" y="940355"/>
            <a:chExt cx="4572000" cy="3588306"/>
          </a:xfrm>
          <a:solidFill>
            <a:srgbClr val="C07000"/>
          </a:solid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3361F63-1AC6-FF28-8C77-412D719C3699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13042821" cy="2545081"/>
            </a:xfrm>
            <a:grpFill/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AF379D67-3A50-1128-FDD6-B8C1EA14813C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9469993" cy="2046090"/>
              </a:xfrm>
              <a:grpFill/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C6B52A38-6749-D7A4-1347-12C8C30602C7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13042821" cy="1547932"/>
                </a:xfrm>
                <a:grpFill/>
              </p:grpSpPr>
              <p:grpSp>
                <p:nvGrpSpPr>
                  <p:cNvPr id="25" name="Group 24">
                    <a:extLst>
                      <a:ext uri="{FF2B5EF4-FFF2-40B4-BE49-F238E27FC236}">
                        <a16:creationId xmlns:a16="http://schemas.microsoft.com/office/drawing/2014/main" id="{1AC2FCA6-02B3-B08B-BB04-F10148B0347D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940355"/>
                    <a:ext cx="4572000" cy="1371600"/>
                    <a:chOff x="793790" y="940355"/>
                    <a:chExt cx="6861572" cy="1445896"/>
                  </a:xfrm>
                  <a:grpFill/>
                </p:grpSpPr>
                <p:grpSp>
                  <p:nvGrpSpPr>
                    <p:cNvPr id="24" name="Group 23">
                      <a:extLst>
                        <a:ext uri="{FF2B5EF4-FFF2-40B4-BE49-F238E27FC236}">
                          <a16:creationId xmlns:a16="http://schemas.microsoft.com/office/drawing/2014/main" id="{F575363F-5C69-4EC4-64F7-C1F4169A900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940355"/>
                      <a:ext cx="4572000" cy="1371600"/>
                      <a:chOff x="793790" y="940355"/>
                      <a:chExt cx="6407944" cy="2907983"/>
                    </a:xfrm>
                    <a:grpFill/>
                  </p:grpSpPr>
                  <p:grpSp>
                    <p:nvGrpSpPr>
                      <p:cNvPr id="23" name="Group 22">
                        <a:extLst>
                          <a:ext uri="{FF2B5EF4-FFF2-40B4-BE49-F238E27FC236}">
                            <a16:creationId xmlns:a16="http://schemas.microsoft.com/office/drawing/2014/main" id="{620B5FF3-F11E-65FB-50F0-B5C8D573AB9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940355"/>
                        <a:ext cx="4572000" cy="1371600"/>
                        <a:chOff x="793790" y="940355"/>
                        <a:chExt cx="4572000" cy="2046090"/>
                      </a:xfrm>
                      <a:grpFill/>
                    </p:grpSpPr>
                    <p:grpSp>
                      <p:nvGrpSpPr>
                        <p:cNvPr id="22" name="Group 21">
                          <a:extLst>
                            <a:ext uri="{FF2B5EF4-FFF2-40B4-BE49-F238E27FC236}">
                              <a16:creationId xmlns:a16="http://schemas.microsoft.com/office/drawing/2014/main" id="{D802C984-E8E5-3ECC-DCCA-83EBD301327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940355"/>
                          <a:ext cx="4572000" cy="1371600"/>
                          <a:chOff x="793790" y="940355"/>
                          <a:chExt cx="6407944" cy="1547932"/>
                        </a:xfrm>
                        <a:grpFill/>
                      </p:grpSpPr>
                      <p:grpSp>
                        <p:nvGrpSpPr>
                          <p:cNvPr id="21" name="Group 20">
                            <a:extLst>
                              <a:ext uri="{FF2B5EF4-FFF2-40B4-BE49-F238E27FC236}">
                                <a16:creationId xmlns:a16="http://schemas.microsoft.com/office/drawing/2014/main" id="{05D54FA1-63AD-FA7D-67DC-5A3ED4B1D55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940355"/>
                            <a:ext cx="4572000" cy="1371600"/>
                            <a:chOff x="793790" y="940355"/>
                            <a:chExt cx="4572000" cy="1445896"/>
                          </a:xfrm>
                          <a:grpFill/>
                        </p:grpSpPr>
                        <p:sp>
                          <p:nvSpPr>
                            <p:cNvPr id="2" name="Text 0"/>
                            <p:cNvSpPr/>
                            <p:nvPr/>
                          </p:nvSpPr>
                          <p:spPr>
                            <a:xfrm>
                              <a:off x="793790" y="940355"/>
                              <a:ext cx="4572000" cy="137160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5550"/>
                                </a:lnSpc>
                                <a:buNone/>
                              </a:pPr>
                              <a:r>
                                <a:rPr lang="en-US" sz="3200" b="1" dirty="0">
                                  <a:solidFill>
                                    <a:srgbClr val="000000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Supply Chain Risk Management</a:t>
                              </a:r>
                              <a:endParaRPr lang="en-US" sz="44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3" name="Text 1"/>
                            <p:cNvSpPr/>
                            <p:nvPr/>
                          </p:nvSpPr>
                          <p:spPr>
                            <a:xfrm>
                              <a:off x="793790" y="2102763"/>
                              <a:ext cx="226814" cy="283488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2850"/>
                                </a:lnSpc>
                                <a:buNone/>
                              </a:pPr>
                              <a:r>
                                <a:rPr lang="en-US" sz="175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 Light" pitchFamily="34" charset="-122"/>
                                  <a:cs typeface="Inter Light" pitchFamily="34" charset="-120"/>
                                </a:rPr>
                                <a:t>01</a:t>
                              </a:r>
                              <a:endParaRPr lang="en-US" sz="17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4" name="Shape 2" descr="Decorative – no critical information"/>
                          <p:cNvSpPr/>
                          <p:nvPr/>
                        </p:nvSpPr>
                        <p:spPr>
                          <a:xfrm>
                            <a:off x="793790" y="2457807"/>
                            <a:ext cx="6407944" cy="3048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5" name="Text 3" descr="Decorative – no critical information"/>
                        <p:cNvSpPr/>
                        <p:nvPr/>
                      </p:nvSpPr>
                      <p:spPr>
                        <a:xfrm>
                          <a:off x="793790" y="2632115"/>
                          <a:ext cx="2835235" cy="35433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275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Risk Identification</a:t>
                          </a:r>
                          <a:endParaRPr lang="en-US" sz="2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6" name="Text 4" descr="Decorative – no critical information"/>
                      <p:cNvSpPr/>
                      <p:nvPr/>
                    </p:nvSpPr>
                    <p:spPr>
                      <a:xfrm>
                        <a:off x="793790" y="3122533"/>
                        <a:ext cx="6407944" cy="725805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ts val="2850"/>
                          </a:lnSpc>
                          <a:buNone/>
                        </a:pPr>
                        <a:r>
                          <a:rPr lang="en-US" sz="17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Mapping vulnerabilities across suppliers, geography, and operations</a:t>
                        </a:r>
                        <a:endParaRPr lang="en-US" sz="17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7" name="Text 5" descr="Decorative – no critical information"/>
                    <p:cNvSpPr/>
                    <p:nvPr/>
                  </p:nvSpPr>
                  <p:spPr>
                    <a:xfrm>
                      <a:off x="7428548" y="2102763"/>
                      <a:ext cx="226814" cy="283488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Light" pitchFamily="34" charset="-122"/>
                          <a:cs typeface="Inter Light" pitchFamily="34" charset="-120"/>
                        </a:rPr>
                        <a:t>02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8" name="Shape 6" descr="Decorative – no critical information"/>
                  <p:cNvSpPr/>
                  <p:nvPr/>
                </p:nvSpPr>
                <p:spPr>
                  <a:xfrm>
                    <a:off x="7428548" y="2457807"/>
                    <a:ext cx="6408063" cy="3048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9" name="Text 7" descr="Decorative – no critical information"/>
                <p:cNvSpPr/>
                <p:nvPr/>
              </p:nvSpPr>
              <p:spPr>
                <a:xfrm>
                  <a:off x="7428548" y="2632115"/>
                  <a:ext cx="2835235" cy="35433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750"/>
                    </a:lnSpc>
                    <a:buNone/>
                  </a:pPr>
                  <a:r>
                    <a:rPr lang="en-US" sz="22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Risk Assessment</a:t>
                  </a:r>
                  <a:endParaRPr lang="en-US" sz="2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0" name="Text 8" descr="Decorative – no critical information"/>
              <p:cNvSpPr/>
              <p:nvPr/>
            </p:nvSpPr>
            <p:spPr>
              <a:xfrm>
                <a:off x="7428548" y="3122533"/>
                <a:ext cx="6408063" cy="362903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Quantifying impact and probability of disruptions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1" name="Text 9" descr="Decorative – no critical information"/>
            <p:cNvSpPr/>
            <p:nvPr/>
          </p:nvSpPr>
          <p:spPr>
            <a:xfrm>
              <a:off x="793790" y="4245173"/>
              <a:ext cx="226814" cy="283488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 Light" pitchFamily="34" charset="-122"/>
                  <a:cs typeface="Inter Light" pitchFamily="34" charset="-120"/>
                </a:rPr>
                <a:t>03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sp>
        <p:nvSpPr>
          <p:cNvPr id="12" name="Shape 10" descr="Decorative – no critical information"/>
          <p:cNvSpPr/>
          <p:nvPr/>
        </p:nvSpPr>
        <p:spPr>
          <a:xfrm>
            <a:off x="793790" y="4600218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790" y="4774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Mitigation Strategy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526494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Building resilience through diversification and redundancy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8548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4600218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774525"/>
            <a:ext cx="3183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28548" y="526494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of risk indicators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951" y="63081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COVID-19 exposed global supply chain fragility—companies with resilience strategies recovered 3x faster than those without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3790" y="6053018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03777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4736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864810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183749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511880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462788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526331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631549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233400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577013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84862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21433AB7-F823-357C-D8D3-586963ECD08E}"/>
              </a:ext>
            </a:extLst>
          </p:cNvPr>
          <p:cNvGrpSpPr/>
          <p:nvPr/>
        </p:nvGrpSpPr>
        <p:grpSpPr>
          <a:xfrm>
            <a:off x="793790" y="940355"/>
            <a:ext cx="6407944" cy="3690343"/>
            <a:chOff x="793790" y="940355"/>
            <a:chExt cx="6407944" cy="3690343"/>
          </a:xfrm>
          <a:solidFill>
            <a:srgbClr val="C07000"/>
          </a:solidFill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E15474F-6ED0-6B58-760A-A9EE859C7D5D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4572000" cy="3588306"/>
            </a:xfrm>
            <a:grpFill/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C3361F63-1AC6-FF28-8C77-412D719C3699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13042821" cy="2545081"/>
              </a:xfrm>
              <a:grpFill/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AF379D67-3A50-1128-FDD6-B8C1EA14813C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9469993" cy="2046090"/>
                </a:xfrm>
                <a:grpFill/>
              </p:grpSpPr>
              <p:grpSp>
                <p:nvGrpSpPr>
                  <p:cNvPr id="26" name="Group 25">
                    <a:extLst>
                      <a:ext uri="{FF2B5EF4-FFF2-40B4-BE49-F238E27FC236}">
                        <a16:creationId xmlns:a16="http://schemas.microsoft.com/office/drawing/2014/main" id="{C6B52A38-6749-D7A4-1347-12C8C30602C7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940355"/>
                    <a:ext cx="4572000" cy="1371600"/>
                    <a:chOff x="793790" y="940355"/>
                    <a:chExt cx="13042821" cy="1547932"/>
                  </a:xfrm>
                  <a:grpFill/>
                </p:grpSpPr>
                <p:grpSp>
                  <p:nvGrpSpPr>
                    <p:cNvPr id="25" name="Group 24">
                      <a:extLst>
                        <a:ext uri="{FF2B5EF4-FFF2-40B4-BE49-F238E27FC236}">
                          <a16:creationId xmlns:a16="http://schemas.microsoft.com/office/drawing/2014/main" id="{1AC2FCA6-02B3-B08B-BB04-F10148B0347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940355"/>
                      <a:ext cx="4572000" cy="1371600"/>
                      <a:chOff x="793790" y="940355"/>
                      <a:chExt cx="6861572" cy="1445896"/>
                    </a:xfrm>
                    <a:grpFill/>
                  </p:grpSpPr>
                  <p:grpSp>
                    <p:nvGrpSpPr>
                      <p:cNvPr id="24" name="Group 23">
                        <a:extLst>
                          <a:ext uri="{FF2B5EF4-FFF2-40B4-BE49-F238E27FC236}">
                            <a16:creationId xmlns:a16="http://schemas.microsoft.com/office/drawing/2014/main" id="{F575363F-5C69-4EC4-64F7-C1F4169A900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940355"/>
                        <a:ext cx="4572000" cy="1371600"/>
                        <a:chOff x="793790" y="940355"/>
                        <a:chExt cx="6407944" cy="2907983"/>
                      </a:xfrm>
                      <a:grpFill/>
                    </p:grpSpPr>
                    <p:grpSp>
                      <p:nvGrpSpPr>
                        <p:cNvPr id="23" name="Group 22">
                          <a:extLst>
                            <a:ext uri="{FF2B5EF4-FFF2-40B4-BE49-F238E27FC236}">
                              <a16:creationId xmlns:a16="http://schemas.microsoft.com/office/drawing/2014/main" id="{620B5FF3-F11E-65FB-50F0-B5C8D573AB9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940355"/>
                          <a:ext cx="4572000" cy="1371600"/>
                          <a:chOff x="793790" y="940355"/>
                          <a:chExt cx="4572000" cy="2046090"/>
                        </a:xfrm>
                        <a:grpFill/>
                      </p:grpSpPr>
                      <p:grpSp>
                        <p:nvGrpSpPr>
                          <p:cNvPr id="22" name="Group 21">
                            <a:extLst>
                              <a:ext uri="{FF2B5EF4-FFF2-40B4-BE49-F238E27FC236}">
                                <a16:creationId xmlns:a16="http://schemas.microsoft.com/office/drawing/2014/main" id="{D802C984-E8E5-3ECC-DCCA-83EBD301327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940355"/>
                            <a:ext cx="4572000" cy="1371600"/>
                            <a:chOff x="793790" y="940355"/>
                            <a:chExt cx="6407944" cy="1547932"/>
                          </a:xfrm>
                          <a:grpFill/>
                        </p:grpSpPr>
                        <p:grpSp>
                          <p:nvGrpSpPr>
                            <p:cNvPr id="21" name="Group 20">
                              <a:extLst>
                                <a:ext uri="{FF2B5EF4-FFF2-40B4-BE49-F238E27FC236}">
                                  <a16:creationId xmlns:a16="http://schemas.microsoft.com/office/drawing/2014/main" id="{05D54FA1-63AD-FA7D-67DC-5A3ED4B1D55B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940355"/>
                              <a:ext cx="4572000" cy="1371600"/>
                              <a:chOff x="793790" y="940355"/>
                              <a:chExt cx="4572000" cy="1445896"/>
                            </a:xfrm>
                            <a:grpFill/>
                          </p:grpSpPr>
                          <p:sp>
                            <p:nvSpPr>
                              <p:cNvPr id="2" name="Text 0"/>
                              <p:cNvSpPr/>
                              <p:nvPr/>
                            </p:nvSpPr>
                            <p:spPr>
                              <a:xfrm>
                                <a:off x="793790" y="940355"/>
                                <a:ext cx="4572000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555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Supply Chain Risk Management</a:t>
                                </a:r>
                                <a:endParaRPr lang="en-US" sz="44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3" name="Text 1"/>
                              <p:cNvSpPr/>
                              <p:nvPr/>
                            </p:nvSpPr>
                            <p:spPr>
                              <a:xfrm>
                                <a:off x="793790" y="2102763"/>
                                <a:ext cx="226814" cy="283488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2850"/>
                                  </a:lnSpc>
                                  <a:buNone/>
                                </a:pPr>
                                <a:r>
                                  <a:rPr lang="en-US" sz="1750" dirty="0">
                                    <a:solidFill>
                                      <a:srgbClr val="272525"/>
                                    </a:solidFill>
                                    <a:latin typeface="Calibri" panose="020F0502020204030204" pitchFamily="34" charset="0"/>
                                    <a:ea typeface="Inter Light" pitchFamily="34" charset="-122"/>
                                    <a:cs typeface="Inter Light" pitchFamily="34" charset="-120"/>
                                  </a:rPr>
                                  <a:t>01</a:t>
                                </a:r>
                                <a:endParaRPr lang="en-US" sz="17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4" name="Shape 2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793790" y="2457807"/>
                              <a:ext cx="6407944" cy="3048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sp>
                        <p:nvSpPr>
                          <p:cNvPr id="5" name="Text 3" descr="Decorative – no critical information"/>
                          <p:cNvSpPr/>
                          <p:nvPr/>
                        </p:nvSpPr>
                        <p:spPr>
                          <a:xfrm>
                            <a:off x="793790" y="2632115"/>
                            <a:ext cx="2835235" cy="35433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750"/>
                              </a:lnSpc>
                              <a:buNone/>
                            </a:pPr>
                            <a:r>
                              <a:rPr lang="en-US" sz="2200" b="1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Risk Identification</a:t>
                            </a:r>
                            <a:endParaRPr lang="en-US" sz="22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6" name="Text 4" descr="Decorative – no critical information"/>
                        <p:cNvSpPr/>
                        <p:nvPr/>
                      </p:nvSpPr>
                      <p:spPr>
                        <a:xfrm>
                          <a:off x="793790" y="3122533"/>
                          <a:ext cx="6407944" cy="725805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l">
                            <a:lnSpc>
                              <a:spcPts val="2850"/>
                            </a:lnSpc>
                            <a:buNone/>
                          </a:pPr>
                          <a:r>
                            <a:rPr lang="en-US" sz="175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Mapping vulnerabilities across suppliers, geography, and operations</a:t>
                          </a:r>
                          <a:endParaRPr lang="en-US" sz="17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7" name="Text 5" descr="Decorative – no critical information"/>
                      <p:cNvSpPr/>
                      <p:nvPr/>
                    </p:nvSpPr>
                    <p:spPr>
                      <a:xfrm>
                        <a:off x="7428548" y="2102763"/>
                        <a:ext cx="226814" cy="283488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850"/>
                          </a:lnSpc>
                          <a:buNone/>
                        </a:pPr>
                        <a:r>
                          <a:rPr lang="en-US" sz="17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Light" pitchFamily="34" charset="-122"/>
                            <a:cs typeface="Inter Light" pitchFamily="34" charset="-120"/>
                          </a:rPr>
                          <a:t>02</a:t>
                        </a:r>
                        <a:endParaRPr lang="en-US" sz="17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8" name="Shape 6" descr="Decorative – no critical information"/>
                    <p:cNvSpPr/>
                    <p:nvPr/>
                  </p:nvSpPr>
                  <p:spPr>
                    <a:xfrm>
                      <a:off x="7428548" y="2457807"/>
                      <a:ext cx="6408063" cy="3048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9" name="Text 7" descr="Decorative – no critical information"/>
                  <p:cNvSpPr/>
                  <p:nvPr/>
                </p:nvSpPr>
                <p:spPr>
                  <a:xfrm>
                    <a:off x="7428548" y="2632115"/>
                    <a:ext cx="2835235" cy="35433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750"/>
                      </a:lnSpc>
                      <a:buNone/>
                    </a:pPr>
                    <a:r>
                      <a:rPr lang="en-US" sz="22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Risk Assessment</a:t>
                    </a:r>
                    <a:endParaRPr lang="en-US" sz="22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0" name="Text 8" descr="Decorative – no critical information"/>
                <p:cNvSpPr/>
                <p:nvPr/>
              </p:nvSpPr>
              <p:spPr>
                <a:xfrm>
                  <a:off x="7428548" y="3122533"/>
                  <a:ext cx="6408063" cy="362903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Quantifying impact and probability of disruptions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1" name="Text 9" descr="Decorative – no critical information"/>
              <p:cNvSpPr/>
              <p:nvPr/>
            </p:nvSpPr>
            <p:spPr>
              <a:xfrm>
                <a:off x="793790" y="4245173"/>
                <a:ext cx="226814" cy="28348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Light" pitchFamily="34" charset="-122"/>
                    <a:cs typeface="Inter Light" pitchFamily="34" charset="-120"/>
                  </a:rPr>
                  <a:t>03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2" name="Shape 10" descr="Decorative – no critical information"/>
            <p:cNvSpPr/>
            <p:nvPr/>
          </p:nvSpPr>
          <p:spPr>
            <a:xfrm>
              <a:off x="793790" y="4600218"/>
              <a:ext cx="6407944" cy="3048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 11" descr="Decorative – no critical information"/>
          <p:cNvSpPr/>
          <p:nvPr/>
        </p:nvSpPr>
        <p:spPr>
          <a:xfrm>
            <a:off x="793790" y="4774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Mitigation Strategy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526494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Building resilience through diversification and redundancy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8548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4600218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774525"/>
            <a:ext cx="3183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28548" y="526494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of risk indicators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951" y="63081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COVID-19 exposed global supply chain fragility—companies with resilience strategies recovered 3x faster than those without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3790" y="6053018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58323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21433AB7-F823-357C-D8D3-586963ECD08E}"/>
              </a:ext>
            </a:extLst>
          </p:cNvPr>
          <p:cNvGrpSpPr/>
          <p:nvPr/>
        </p:nvGrpSpPr>
        <p:grpSpPr>
          <a:xfrm>
            <a:off x="793790" y="940355"/>
            <a:ext cx="6407944" cy="3690343"/>
            <a:chOff x="793790" y="940355"/>
            <a:chExt cx="6407944" cy="3690343"/>
          </a:xfrm>
          <a:solidFill>
            <a:srgbClr val="C07000"/>
          </a:solidFill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E15474F-6ED0-6B58-760A-A9EE859C7D5D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4572000" cy="3588306"/>
            </a:xfrm>
            <a:grpFill/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C3361F63-1AC6-FF28-8C77-412D719C3699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13042821" cy="2545081"/>
              </a:xfrm>
              <a:grpFill/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AF379D67-3A50-1128-FDD6-B8C1EA14813C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9469993" cy="2046090"/>
                </a:xfrm>
                <a:grpFill/>
              </p:grpSpPr>
              <p:grpSp>
                <p:nvGrpSpPr>
                  <p:cNvPr id="26" name="Group 25">
                    <a:extLst>
                      <a:ext uri="{FF2B5EF4-FFF2-40B4-BE49-F238E27FC236}">
                        <a16:creationId xmlns:a16="http://schemas.microsoft.com/office/drawing/2014/main" id="{C6B52A38-6749-D7A4-1347-12C8C30602C7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940355"/>
                    <a:ext cx="4572000" cy="1371600"/>
                    <a:chOff x="793790" y="940355"/>
                    <a:chExt cx="13042821" cy="1547932"/>
                  </a:xfrm>
                  <a:grpFill/>
                </p:grpSpPr>
                <p:grpSp>
                  <p:nvGrpSpPr>
                    <p:cNvPr id="25" name="Group 24">
                      <a:extLst>
                        <a:ext uri="{FF2B5EF4-FFF2-40B4-BE49-F238E27FC236}">
                          <a16:creationId xmlns:a16="http://schemas.microsoft.com/office/drawing/2014/main" id="{1AC2FCA6-02B3-B08B-BB04-F10148B0347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940355"/>
                      <a:ext cx="4572000" cy="1371600"/>
                      <a:chOff x="793790" y="940355"/>
                      <a:chExt cx="6861572" cy="1445896"/>
                    </a:xfrm>
                    <a:grpFill/>
                  </p:grpSpPr>
                  <p:grpSp>
                    <p:nvGrpSpPr>
                      <p:cNvPr id="24" name="Group 23">
                        <a:extLst>
                          <a:ext uri="{FF2B5EF4-FFF2-40B4-BE49-F238E27FC236}">
                            <a16:creationId xmlns:a16="http://schemas.microsoft.com/office/drawing/2014/main" id="{F575363F-5C69-4EC4-64F7-C1F4169A900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940355"/>
                        <a:ext cx="4572000" cy="1371600"/>
                        <a:chOff x="793790" y="940355"/>
                        <a:chExt cx="6407944" cy="2907983"/>
                      </a:xfrm>
                      <a:grpFill/>
                    </p:grpSpPr>
                    <p:grpSp>
                      <p:nvGrpSpPr>
                        <p:cNvPr id="23" name="Group 22">
                          <a:extLst>
                            <a:ext uri="{FF2B5EF4-FFF2-40B4-BE49-F238E27FC236}">
                              <a16:creationId xmlns:a16="http://schemas.microsoft.com/office/drawing/2014/main" id="{620B5FF3-F11E-65FB-50F0-B5C8D573AB9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940355"/>
                          <a:ext cx="4572000" cy="1371600"/>
                          <a:chOff x="793790" y="940355"/>
                          <a:chExt cx="4572000" cy="2046090"/>
                        </a:xfrm>
                        <a:grpFill/>
                      </p:grpSpPr>
                      <p:grpSp>
                        <p:nvGrpSpPr>
                          <p:cNvPr id="22" name="Group 21">
                            <a:extLst>
                              <a:ext uri="{FF2B5EF4-FFF2-40B4-BE49-F238E27FC236}">
                                <a16:creationId xmlns:a16="http://schemas.microsoft.com/office/drawing/2014/main" id="{D802C984-E8E5-3ECC-DCCA-83EBD301327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940355"/>
                            <a:ext cx="4572000" cy="1371600"/>
                            <a:chOff x="793790" y="940355"/>
                            <a:chExt cx="6407944" cy="1547932"/>
                          </a:xfrm>
                          <a:grpFill/>
                        </p:grpSpPr>
                        <p:grpSp>
                          <p:nvGrpSpPr>
                            <p:cNvPr id="21" name="Group 20">
                              <a:extLst>
                                <a:ext uri="{FF2B5EF4-FFF2-40B4-BE49-F238E27FC236}">
                                  <a16:creationId xmlns:a16="http://schemas.microsoft.com/office/drawing/2014/main" id="{05D54FA1-63AD-FA7D-67DC-5A3ED4B1D55B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940355"/>
                              <a:ext cx="4572000" cy="1371600"/>
                              <a:chOff x="793790" y="940355"/>
                              <a:chExt cx="4572000" cy="1445896"/>
                            </a:xfrm>
                            <a:grpFill/>
                          </p:grpSpPr>
                          <p:sp>
                            <p:nvSpPr>
                              <p:cNvPr id="2" name="Text 0"/>
                              <p:cNvSpPr/>
                              <p:nvPr/>
                            </p:nvSpPr>
                            <p:spPr>
                              <a:xfrm>
                                <a:off x="793790" y="940355"/>
                                <a:ext cx="4572000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555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Supply Chain Risk Management</a:t>
                                </a:r>
                                <a:endParaRPr lang="en-US" sz="44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3" name="Text 1"/>
                              <p:cNvSpPr/>
                              <p:nvPr/>
                            </p:nvSpPr>
                            <p:spPr>
                              <a:xfrm>
                                <a:off x="793790" y="2102763"/>
                                <a:ext cx="226814" cy="283488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2850"/>
                                  </a:lnSpc>
                                  <a:buNone/>
                                </a:pPr>
                                <a:r>
                                  <a:rPr lang="en-US" sz="1750" dirty="0">
                                    <a:solidFill>
                                      <a:srgbClr val="272525"/>
                                    </a:solidFill>
                                    <a:latin typeface="Calibri" panose="020F0502020204030204" pitchFamily="34" charset="0"/>
                                    <a:ea typeface="Inter Light" pitchFamily="34" charset="-122"/>
                                    <a:cs typeface="Inter Light" pitchFamily="34" charset="-120"/>
                                  </a:rPr>
                                  <a:t>01</a:t>
                                </a:r>
                                <a:endParaRPr lang="en-US" sz="17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4" name="Shape 2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793790" y="2457807"/>
                              <a:ext cx="6407944" cy="3048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sp>
                        <p:nvSpPr>
                          <p:cNvPr id="5" name="Text 3" descr="Decorative – no critical information"/>
                          <p:cNvSpPr/>
                          <p:nvPr/>
                        </p:nvSpPr>
                        <p:spPr>
                          <a:xfrm>
                            <a:off x="793790" y="2632115"/>
                            <a:ext cx="2835235" cy="35433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750"/>
                              </a:lnSpc>
                              <a:buNone/>
                            </a:pPr>
                            <a:r>
                              <a:rPr lang="en-US" sz="2200" b="1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Risk Identification</a:t>
                            </a:r>
                            <a:endParaRPr lang="en-US" sz="22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6" name="Text 4" descr="Decorative – no critical information"/>
                        <p:cNvSpPr/>
                        <p:nvPr/>
                      </p:nvSpPr>
                      <p:spPr>
                        <a:xfrm>
                          <a:off x="793790" y="3122533"/>
                          <a:ext cx="6407944" cy="725805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l">
                            <a:lnSpc>
                              <a:spcPts val="2850"/>
                            </a:lnSpc>
                            <a:buNone/>
                          </a:pPr>
                          <a:r>
                            <a:rPr lang="en-US" sz="175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Mapping vulnerabilities across suppliers, geography, and operations</a:t>
                          </a:r>
                          <a:endParaRPr lang="en-US" sz="17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7" name="Text 5" descr="Decorative – no critical information"/>
                      <p:cNvSpPr/>
                      <p:nvPr/>
                    </p:nvSpPr>
                    <p:spPr>
                      <a:xfrm>
                        <a:off x="7428548" y="2102763"/>
                        <a:ext cx="226814" cy="283488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850"/>
                          </a:lnSpc>
                          <a:buNone/>
                        </a:pPr>
                        <a:r>
                          <a:rPr lang="en-US" sz="17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Light" pitchFamily="34" charset="-122"/>
                            <a:cs typeface="Inter Light" pitchFamily="34" charset="-120"/>
                          </a:rPr>
                          <a:t>02</a:t>
                        </a:r>
                        <a:endParaRPr lang="en-US" sz="17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8" name="Shape 6" descr="Decorative – no critical information"/>
                    <p:cNvSpPr/>
                    <p:nvPr/>
                  </p:nvSpPr>
                  <p:spPr>
                    <a:xfrm>
                      <a:off x="7428548" y="2457807"/>
                      <a:ext cx="6408063" cy="3048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9" name="Text 7" descr="Decorative – no critical information"/>
                  <p:cNvSpPr/>
                  <p:nvPr/>
                </p:nvSpPr>
                <p:spPr>
                  <a:xfrm>
                    <a:off x="7428548" y="2632115"/>
                    <a:ext cx="2835235" cy="35433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750"/>
                      </a:lnSpc>
                      <a:buNone/>
                    </a:pPr>
                    <a:r>
                      <a:rPr lang="en-US" sz="22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Risk Assessment</a:t>
                    </a:r>
                    <a:endParaRPr lang="en-US" sz="22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0" name="Text 8" descr="Decorative – no critical information"/>
                <p:cNvSpPr/>
                <p:nvPr/>
              </p:nvSpPr>
              <p:spPr>
                <a:xfrm>
                  <a:off x="7428548" y="3122533"/>
                  <a:ext cx="6408063" cy="362903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Quantifying impact and probability of disruptions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1" name="Text 9" descr="Decorative – no critical information"/>
              <p:cNvSpPr/>
              <p:nvPr/>
            </p:nvSpPr>
            <p:spPr>
              <a:xfrm>
                <a:off x="793790" y="4245173"/>
                <a:ext cx="226814" cy="28348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Light" pitchFamily="34" charset="-122"/>
                    <a:cs typeface="Inter Light" pitchFamily="34" charset="-120"/>
                  </a:rPr>
                  <a:t>03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2" name="Shape 10" descr="Decorative – no critical information"/>
            <p:cNvSpPr/>
            <p:nvPr/>
          </p:nvSpPr>
          <p:spPr>
            <a:xfrm>
              <a:off x="793790" y="4600218"/>
              <a:ext cx="6407944" cy="3048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 11" descr="Decorative – no critical information"/>
          <p:cNvSpPr/>
          <p:nvPr/>
        </p:nvSpPr>
        <p:spPr>
          <a:xfrm>
            <a:off x="793790" y="4774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Mitigation Strategy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526494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Building resilience through diversification and redundancy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8548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4600218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774525"/>
            <a:ext cx="3183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28548" y="526494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of risk indicators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951" y="63081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COVID-19 exposed global supply chain fragility—companies with resilience strategies recovered 3x faster than those without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3790" y="6053018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45873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461708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221390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383242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052930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36191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6073525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52585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826768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69592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51860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3FDB83B-85D3-80ED-3D43-A760CE97B08D}"/>
              </a:ext>
            </a:extLst>
          </p:cNvPr>
          <p:cNvGrpSpPr/>
          <p:nvPr/>
        </p:nvGrpSpPr>
        <p:grpSpPr>
          <a:xfrm>
            <a:off x="793790" y="940355"/>
            <a:ext cx="4572000" cy="4188500"/>
            <a:chOff x="793790" y="940355"/>
            <a:chExt cx="4572000" cy="4188500"/>
          </a:xfrm>
          <a:solidFill>
            <a:srgbClr val="C07000"/>
          </a:solidFill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1433AB7-F823-357C-D8D3-586963ECD08E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6407944" cy="3690343"/>
            </a:xfrm>
            <a:grpFill/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1E15474F-6ED0-6B58-760A-A9EE859C7D5D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4572000" cy="3588306"/>
              </a:xfrm>
              <a:grpFill/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C3361F63-1AC6-FF28-8C77-412D719C3699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13042821" cy="2545081"/>
                </a:xfrm>
                <a:grpFill/>
              </p:grpSpPr>
              <p:grpSp>
                <p:nvGrpSpPr>
                  <p:cNvPr id="27" name="Group 26">
                    <a:extLst>
                      <a:ext uri="{FF2B5EF4-FFF2-40B4-BE49-F238E27FC236}">
                        <a16:creationId xmlns:a16="http://schemas.microsoft.com/office/drawing/2014/main" id="{AF379D67-3A50-1128-FDD6-B8C1EA14813C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940355"/>
                    <a:ext cx="4572000" cy="1371600"/>
                    <a:chOff x="793790" y="940355"/>
                    <a:chExt cx="9469993" cy="2046090"/>
                  </a:xfrm>
                  <a:grpFill/>
                </p:grpSpPr>
                <p:grpSp>
                  <p:nvGrpSpPr>
                    <p:cNvPr id="26" name="Group 25">
                      <a:extLst>
                        <a:ext uri="{FF2B5EF4-FFF2-40B4-BE49-F238E27FC236}">
                          <a16:creationId xmlns:a16="http://schemas.microsoft.com/office/drawing/2014/main" id="{C6B52A38-6749-D7A4-1347-12C8C30602C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940355"/>
                      <a:ext cx="4572000" cy="1371600"/>
                      <a:chOff x="793790" y="940355"/>
                      <a:chExt cx="13042821" cy="1547932"/>
                    </a:xfrm>
                    <a:grpFill/>
                  </p:grpSpPr>
                  <p:grpSp>
                    <p:nvGrpSpPr>
                      <p:cNvPr id="25" name="Group 24">
                        <a:extLst>
                          <a:ext uri="{FF2B5EF4-FFF2-40B4-BE49-F238E27FC236}">
                            <a16:creationId xmlns:a16="http://schemas.microsoft.com/office/drawing/2014/main" id="{1AC2FCA6-02B3-B08B-BB04-F10148B0347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940355"/>
                        <a:ext cx="4572000" cy="1371600"/>
                        <a:chOff x="793790" y="940355"/>
                        <a:chExt cx="6861572" cy="1445896"/>
                      </a:xfrm>
                      <a:grpFill/>
                    </p:grpSpPr>
                    <p:grpSp>
                      <p:nvGrpSpPr>
                        <p:cNvPr id="24" name="Group 23">
                          <a:extLst>
                            <a:ext uri="{FF2B5EF4-FFF2-40B4-BE49-F238E27FC236}">
                              <a16:creationId xmlns:a16="http://schemas.microsoft.com/office/drawing/2014/main" id="{F575363F-5C69-4EC4-64F7-C1F4169A900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940355"/>
                          <a:ext cx="4572000" cy="1371600"/>
                          <a:chOff x="793790" y="940355"/>
                          <a:chExt cx="6407944" cy="2907983"/>
                        </a:xfrm>
                        <a:grpFill/>
                      </p:grpSpPr>
                      <p:grpSp>
                        <p:nvGrpSpPr>
                          <p:cNvPr id="23" name="Group 22">
                            <a:extLst>
                              <a:ext uri="{FF2B5EF4-FFF2-40B4-BE49-F238E27FC236}">
                                <a16:creationId xmlns:a16="http://schemas.microsoft.com/office/drawing/2014/main" id="{620B5FF3-F11E-65FB-50F0-B5C8D573AB9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940355"/>
                            <a:ext cx="4572000" cy="1371600"/>
                            <a:chOff x="793790" y="940355"/>
                            <a:chExt cx="4572000" cy="2046090"/>
                          </a:xfrm>
                          <a:grpFill/>
                        </p:grpSpPr>
                        <p:grpSp>
                          <p:nvGrpSpPr>
                            <p:cNvPr id="22" name="Group 21">
                              <a:extLst>
                                <a:ext uri="{FF2B5EF4-FFF2-40B4-BE49-F238E27FC236}">
                                  <a16:creationId xmlns:a16="http://schemas.microsoft.com/office/drawing/2014/main" id="{D802C984-E8E5-3ECC-DCCA-83EBD3013274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940355"/>
                              <a:ext cx="4572000" cy="1371600"/>
                              <a:chOff x="793790" y="940355"/>
                              <a:chExt cx="6407944" cy="1547932"/>
                            </a:xfrm>
                            <a:grpFill/>
                          </p:grpSpPr>
                          <p:grpSp>
                            <p:nvGrpSpPr>
                              <p:cNvPr id="21" name="Group 20">
                                <a:extLst>
                                  <a:ext uri="{FF2B5EF4-FFF2-40B4-BE49-F238E27FC236}">
                                    <a16:creationId xmlns:a16="http://schemas.microsoft.com/office/drawing/2014/main" id="{05D54FA1-63AD-FA7D-67DC-5A3ED4B1D55B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93790" y="940355"/>
                                <a:ext cx="4572000" cy="1371600"/>
                                <a:chOff x="793790" y="940355"/>
                                <a:chExt cx="4572000" cy="1445896"/>
                              </a:xfrm>
                              <a:grpFill/>
                            </p:grpSpPr>
                            <p:sp>
                              <p:nvSpPr>
                                <p:cNvPr id="2" name="Text 0"/>
                                <p:cNvSpPr/>
                                <p:nvPr/>
                              </p:nvSpPr>
                              <p:spPr>
                                <a:xfrm>
                                  <a:off x="793790" y="940355"/>
                                  <a:ext cx="4572000" cy="1371600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5550"/>
                                    </a:lnSpc>
                                    <a:buNone/>
                                  </a:pPr>
                                  <a:r>
                                    <a:rPr lang="en-US" sz="3200" b="1" dirty="0">
                                      <a:solidFill>
                                        <a:srgbClr val="000000"/>
                                      </a:solidFill>
                                      <a:latin typeface="Calibri" panose="020F0502020204030204" pitchFamily="34" charset="0"/>
                                      <a:ea typeface="Inter Bold" pitchFamily="34" charset="-122"/>
                                      <a:cs typeface="Inter Bold" pitchFamily="34" charset="-120"/>
                                    </a:rPr>
                                    <a:t>Supply Chain Risk Management</a:t>
                                  </a:r>
                                  <a:endParaRPr lang="en-US" sz="445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3" name="Text 1"/>
                                <p:cNvSpPr/>
                                <p:nvPr/>
                              </p:nvSpPr>
                              <p:spPr>
                                <a:xfrm>
                                  <a:off x="793790" y="2102763"/>
                                  <a:ext cx="226814" cy="283488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2850"/>
                                    </a:lnSpc>
                                    <a:buNone/>
                                  </a:pPr>
                                  <a:r>
                                    <a:rPr lang="en-US" sz="1750" dirty="0">
                                      <a:solidFill>
                                        <a:srgbClr val="272525"/>
                                      </a:solidFill>
                                      <a:latin typeface="Calibri" panose="020F0502020204030204" pitchFamily="34" charset="0"/>
                                      <a:ea typeface="Inter Light" pitchFamily="34" charset="-122"/>
                                      <a:cs typeface="Inter Light" pitchFamily="34" charset="-120"/>
                                    </a:rPr>
                                    <a:t>01</a:t>
                                  </a:r>
                                  <a:endParaRPr lang="en-US" sz="175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4" name="Shape 2" descr="Decorative – no critical information"/>
                              <p:cNvSpPr/>
                              <p:nvPr/>
                            </p:nvSpPr>
                            <p:spPr>
                              <a:xfrm>
                                <a:off x="793790" y="2457807"/>
                                <a:ext cx="6407944" cy="3048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sp>
                          <p:nvSpPr>
                            <p:cNvPr id="5" name="Text 3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793790" y="2632115"/>
                              <a:ext cx="2835235" cy="35433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2750"/>
                                </a:lnSpc>
                                <a:buNone/>
                              </a:pPr>
                              <a:r>
                                <a:rPr lang="en-US" sz="2200" b="1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Risk Identification</a:t>
                              </a:r>
                              <a:endParaRPr lang="en-US" sz="22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6" name="Text 4" descr="Decorative – no critical information"/>
                          <p:cNvSpPr/>
                          <p:nvPr/>
                        </p:nvSpPr>
                        <p:spPr>
                          <a:xfrm>
                            <a:off x="793790" y="3122533"/>
                            <a:ext cx="6407944" cy="725805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squar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850"/>
                              </a:lnSpc>
                              <a:buNone/>
                            </a:pPr>
                            <a:r>
                              <a:rPr lang="en-US" sz="175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Mapping vulnerabilities across suppliers, geography, and operations</a:t>
                            </a:r>
                            <a:endParaRPr lang="en-US" sz="17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7" name="Text 5" descr="Decorative – no critical information"/>
                        <p:cNvSpPr/>
                        <p:nvPr/>
                      </p:nvSpPr>
                      <p:spPr>
                        <a:xfrm>
                          <a:off x="7428548" y="2102763"/>
                          <a:ext cx="226814" cy="283488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2850"/>
                            </a:lnSpc>
                            <a:buNone/>
                          </a:pPr>
                          <a:r>
                            <a:rPr lang="en-US" sz="175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Light" pitchFamily="34" charset="-122"/>
                              <a:cs typeface="Inter Light" pitchFamily="34" charset="-120"/>
                            </a:rPr>
                            <a:t>02</a:t>
                          </a:r>
                          <a:endParaRPr lang="en-US" sz="17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8" name="Shape 6" descr="Decorative – no critical information"/>
                      <p:cNvSpPr/>
                      <p:nvPr/>
                    </p:nvSpPr>
                    <p:spPr>
                      <a:xfrm>
                        <a:off x="7428548" y="2457807"/>
                        <a:ext cx="6408063" cy="3048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9" name="Text 7" descr="Decorative – no critical information"/>
                    <p:cNvSpPr/>
                    <p:nvPr/>
                  </p:nvSpPr>
                  <p:spPr>
                    <a:xfrm>
                      <a:off x="7428548" y="2632115"/>
                      <a:ext cx="2835235" cy="35433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750"/>
                        </a:lnSpc>
                        <a:buNone/>
                      </a:pPr>
                      <a:r>
                        <a:rPr lang="en-US" sz="22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Risk Assessment</a:t>
                      </a:r>
                      <a:endParaRPr lang="en-US" sz="2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0" name="Text 8" descr="Decorative – no critical information"/>
                  <p:cNvSpPr/>
                  <p:nvPr/>
                </p:nvSpPr>
                <p:spPr>
                  <a:xfrm>
                    <a:off x="7428548" y="3122533"/>
                    <a:ext cx="6408063" cy="362903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Quantifying impact and probability of disruptions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1" name="Text 9" descr="Decorative – no critical information"/>
                <p:cNvSpPr/>
                <p:nvPr/>
              </p:nvSpPr>
              <p:spPr>
                <a:xfrm>
                  <a:off x="793790" y="4245173"/>
                  <a:ext cx="226814" cy="283488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Light" pitchFamily="34" charset="-122"/>
                      <a:cs typeface="Inter Light" pitchFamily="34" charset="-120"/>
                    </a:rPr>
                    <a:t>03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2" name="Shape 10" descr="Decorative – no critical information"/>
              <p:cNvSpPr/>
              <p:nvPr/>
            </p:nvSpPr>
            <p:spPr>
              <a:xfrm>
                <a:off x="793790" y="4600218"/>
                <a:ext cx="6407944" cy="3048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" name="Text 11" descr="Decorative – no critical information"/>
            <p:cNvSpPr/>
            <p:nvPr/>
          </p:nvSpPr>
          <p:spPr>
            <a:xfrm>
              <a:off x="793790" y="4774525"/>
              <a:ext cx="2835235" cy="35433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Mitigation Strategy</a:t>
              </a:r>
              <a:endParaRPr lang="en-US" sz="2200" dirty="0">
                <a:latin typeface="Calibri" panose="020F0502020204030204" pitchFamily="34" charset="0"/>
              </a:endParaRPr>
            </a:p>
          </p:txBody>
        </p:sp>
      </p:grpSp>
      <p:sp>
        <p:nvSpPr>
          <p:cNvPr id="14" name="Text 12" descr="Decorative – no critical information"/>
          <p:cNvSpPr/>
          <p:nvPr/>
        </p:nvSpPr>
        <p:spPr>
          <a:xfrm>
            <a:off x="793790" y="526494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Building resilience through diversification and redundancy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8548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4600218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774525"/>
            <a:ext cx="3183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28548" y="526494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of risk indicators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951" y="63081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COVID-19 exposed global supply chain fragility—companies with resilience strategies recovered 3x faster than those without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3790" y="6053018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275206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3FDB83B-85D3-80ED-3D43-A760CE97B08D}"/>
              </a:ext>
            </a:extLst>
          </p:cNvPr>
          <p:cNvGrpSpPr/>
          <p:nvPr/>
        </p:nvGrpSpPr>
        <p:grpSpPr>
          <a:xfrm>
            <a:off x="793790" y="940355"/>
            <a:ext cx="4572000" cy="4188500"/>
            <a:chOff x="793790" y="940355"/>
            <a:chExt cx="4572000" cy="4188500"/>
          </a:xfrm>
          <a:solidFill>
            <a:srgbClr val="C07000"/>
          </a:solidFill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1433AB7-F823-357C-D8D3-586963ECD08E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6407944" cy="3690343"/>
            </a:xfrm>
            <a:grpFill/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1E15474F-6ED0-6B58-760A-A9EE859C7D5D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4572000" cy="3588306"/>
              </a:xfrm>
              <a:grpFill/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C3361F63-1AC6-FF28-8C77-412D719C3699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13042821" cy="2545081"/>
                </a:xfrm>
                <a:grpFill/>
              </p:grpSpPr>
              <p:grpSp>
                <p:nvGrpSpPr>
                  <p:cNvPr id="27" name="Group 26">
                    <a:extLst>
                      <a:ext uri="{FF2B5EF4-FFF2-40B4-BE49-F238E27FC236}">
                        <a16:creationId xmlns:a16="http://schemas.microsoft.com/office/drawing/2014/main" id="{AF379D67-3A50-1128-FDD6-B8C1EA14813C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940355"/>
                    <a:ext cx="4572000" cy="1371600"/>
                    <a:chOff x="793790" y="940355"/>
                    <a:chExt cx="9469993" cy="2046090"/>
                  </a:xfrm>
                  <a:grpFill/>
                </p:grpSpPr>
                <p:grpSp>
                  <p:nvGrpSpPr>
                    <p:cNvPr id="26" name="Group 25">
                      <a:extLst>
                        <a:ext uri="{FF2B5EF4-FFF2-40B4-BE49-F238E27FC236}">
                          <a16:creationId xmlns:a16="http://schemas.microsoft.com/office/drawing/2014/main" id="{C6B52A38-6749-D7A4-1347-12C8C30602C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940355"/>
                      <a:ext cx="4572000" cy="1371600"/>
                      <a:chOff x="793790" y="940355"/>
                      <a:chExt cx="13042821" cy="1547932"/>
                    </a:xfrm>
                    <a:grpFill/>
                  </p:grpSpPr>
                  <p:grpSp>
                    <p:nvGrpSpPr>
                      <p:cNvPr id="25" name="Group 24">
                        <a:extLst>
                          <a:ext uri="{FF2B5EF4-FFF2-40B4-BE49-F238E27FC236}">
                            <a16:creationId xmlns:a16="http://schemas.microsoft.com/office/drawing/2014/main" id="{1AC2FCA6-02B3-B08B-BB04-F10148B0347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940355"/>
                        <a:ext cx="4572000" cy="1371600"/>
                        <a:chOff x="793790" y="940355"/>
                        <a:chExt cx="6861572" cy="1445896"/>
                      </a:xfrm>
                      <a:grpFill/>
                    </p:grpSpPr>
                    <p:grpSp>
                      <p:nvGrpSpPr>
                        <p:cNvPr id="24" name="Group 23">
                          <a:extLst>
                            <a:ext uri="{FF2B5EF4-FFF2-40B4-BE49-F238E27FC236}">
                              <a16:creationId xmlns:a16="http://schemas.microsoft.com/office/drawing/2014/main" id="{F575363F-5C69-4EC4-64F7-C1F4169A900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940355"/>
                          <a:ext cx="4572000" cy="1371600"/>
                          <a:chOff x="793790" y="940355"/>
                          <a:chExt cx="6407944" cy="2907983"/>
                        </a:xfrm>
                        <a:grpFill/>
                      </p:grpSpPr>
                      <p:grpSp>
                        <p:nvGrpSpPr>
                          <p:cNvPr id="23" name="Group 22">
                            <a:extLst>
                              <a:ext uri="{FF2B5EF4-FFF2-40B4-BE49-F238E27FC236}">
                                <a16:creationId xmlns:a16="http://schemas.microsoft.com/office/drawing/2014/main" id="{620B5FF3-F11E-65FB-50F0-B5C8D573AB9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940355"/>
                            <a:ext cx="4572000" cy="1371600"/>
                            <a:chOff x="793790" y="940355"/>
                            <a:chExt cx="4572000" cy="2046090"/>
                          </a:xfrm>
                          <a:grpFill/>
                        </p:grpSpPr>
                        <p:grpSp>
                          <p:nvGrpSpPr>
                            <p:cNvPr id="22" name="Group 21">
                              <a:extLst>
                                <a:ext uri="{FF2B5EF4-FFF2-40B4-BE49-F238E27FC236}">
                                  <a16:creationId xmlns:a16="http://schemas.microsoft.com/office/drawing/2014/main" id="{D802C984-E8E5-3ECC-DCCA-83EBD3013274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940355"/>
                              <a:ext cx="4572000" cy="1371600"/>
                              <a:chOff x="793790" y="940355"/>
                              <a:chExt cx="6407944" cy="1547932"/>
                            </a:xfrm>
                            <a:grpFill/>
                          </p:grpSpPr>
                          <p:grpSp>
                            <p:nvGrpSpPr>
                              <p:cNvPr id="21" name="Group 20">
                                <a:extLst>
                                  <a:ext uri="{FF2B5EF4-FFF2-40B4-BE49-F238E27FC236}">
                                    <a16:creationId xmlns:a16="http://schemas.microsoft.com/office/drawing/2014/main" id="{05D54FA1-63AD-FA7D-67DC-5A3ED4B1D55B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93790" y="940355"/>
                                <a:ext cx="4572000" cy="1371600"/>
                                <a:chOff x="793790" y="940355"/>
                                <a:chExt cx="4572000" cy="1445896"/>
                              </a:xfrm>
                              <a:grpFill/>
                            </p:grpSpPr>
                            <p:sp>
                              <p:nvSpPr>
                                <p:cNvPr id="2" name="Text 0"/>
                                <p:cNvSpPr/>
                                <p:nvPr/>
                              </p:nvSpPr>
                              <p:spPr>
                                <a:xfrm>
                                  <a:off x="793790" y="940355"/>
                                  <a:ext cx="4572000" cy="1371600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5550"/>
                                    </a:lnSpc>
                                    <a:buNone/>
                                  </a:pPr>
                                  <a:r>
                                    <a:rPr lang="en-US" sz="3200" b="1" dirty="0">
                                      <a:solidFill>
                                        <a:srgbClr val="000000"/>
                                      </a:solidFill>
                                      <a:latin typeface="Calibri" panose="020F0502020204030204" pitchFamily="34" charset="0"/>
                                      <a:ea typeface="Inter Bold" pitchFamily="34" charset="-122"/>
                                      <a:cs typeface="Inter Bold" pitchFamily="34" charset="-120"/>
                                    </a:rPr>
                                    <a:t>Supply Chain Risk Management</a:t>
                                  </a:r>
                                  <a:endParaRPr lang="en-US" sz="445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3" name="Text 1"/>
                                <p:cNvSpPr/>
                                <p:nvPr/>
                              </p:nvSpPr>
                              <p:spPr>
                                <a:xfrm>
                                  <a:off x="793790" y="2102763"/>
                                  <a:ext cx="226814" cy="283488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2850"/>
                                    </a:lnSpc>
                                    <a:buNone/>
                                  </a:pPr>
                                  <a:r>
                                    <a:rPr lang="en-US" sz="1750" dirty="0">
                                      <a:solidFill>
                                        <a:srgbClr val="272525"/>
                                      </a:solidFill>
                                      <a:latin typeface="Calibri" panose="020F0502020204030204" pitchFamily="34" charset="0"/>
                                      <a:ea typeface="Inter Light" pitchFamily="34" charset="-122"/>
                                      <a:cs typeface="Inter Light" pitchFamily="34" charset="-120"/>
                                    </a:rPr>
                                    <a:t>01</a:t>
                                  </a:r>
                                  <a:endParaRPr lang="en-US" sz="175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4" name="Shape 2" descr="Decorative – no critical information"/>
                              <p:cNvSpPr/>
                              <p:nvPr/>
                            </p:nvSpPr>
                            <p:spPr>
                              <a:xfrm>
                                <a:off x="793790" y="2457807"/>
                                <a:ext cx="6407944" cy="3048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sp>
                          <p:nvSpPr>
                            <p:cNvPr id="5" name="Text 3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793790" y="2632115"/>
                              <a:ext cx="2835235" cy="35433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2750"/>
                                </a:lnSpc>
                                <a:buNone/>
                              </a:pPr>
                              <a:r>
                                <a:rPr lang="en-US" sz="2200" b="1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Risk Identification</a:t>
                              </a:r>
                              <a:endParaRPr lang="en-US" sz="22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6" name="Text 4" descr="Decorative – no critical information"/>
                          <p:cNvSpPr/>
                          <p:nvPr/>
                        </p:nvSpPr>
                        <p:spPr>
                          <a:xfrm>
                            <a:off x="793790" y="3122533"/>
                            <a:ext cx="6407944" cy="725805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squar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850"/>
                              </a:lnSpc>
                              <a:buNone/>
                            </a:pPr>
                            <a:r>
                              <a:rPr lang="en-US" sz="175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Mapping vulnerabilities across suppliers, geography, and operations</a:t>
                            </a:r>
                            <a:endParaRPr lang="en-US" sz="17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7" name="Text 5" descr="Decorative – no critical information"/>
                        <p:cNvSpPr/>
                        <p:nvPr/>
                      </p:nvSpPr>
                      <p:spPr>
                        <a:xfrm>
                          <a:off x="7428548" y="2102763"/>
                          <a:ext cx="226814" cy="283488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2850"/>
                            </a:lnSpc>
                            <a:buNone/>
                          </a:pPr>
                          <a:r>
                            <a:rPr lang="en-US" sz="175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Light" pitchFamily="34" charset="-122"/>
                              <a:cs typeface="Inter Light" pitchFamily="34" charset="-120"/>
                            </a:rPr>
                            <a:t>02</a:t>
                          </a:r>
                          <a:endParaRPr lang="en-US" sz="17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8" name="Shape 6" descr="Decorative – no critical information"/>
                      <p:cNvSpPr/>
                      <p:nvPr/>
                    </p:nvSpPr>
                    <p:spPr>
                      <a:xfrm>
                        <a:off x="7428548" y="2457807"/>
                        <a:ext cx="6408063" cy="3048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9" name="Text 7" descr="Decorative – no critical information"/>
                    <p:cNvSpPr/>
                    <p:nvPr/>
                  </p:nvSpPr>
                  <p:spPr>
                    <a:xfrm>
                      <a:off x="7428548" y="2632115"/>
                      <a:ext cx="2835235" cy="35433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750"/>
                        </a:lnSpc>
                        <a:buNone/>
                      </a:pPr>
                      <a:r>
                        <a:rPr lang="en-US" sz="22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Risk Assessment</a:t>
                      </a:r>
                      <a:endParaRPr lang="en-US" sz="2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0" name="Text 8" descr="Decorative – no critical information"/>
                  <p:cNvSpPr/>
                  <p:nvPr/>
                </p:nvSpPr>
                <p:spPr>
                  <a:xfrm>
                    <a:off x="7428548" y="3122533"/>
                    <a:ext cx="6408063" cy="362903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Quantifying impact and probability of disruptions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1" name="Text 9" descr="Decorative – no critical information"/>
                <p:cNvSpPr/>
                <p:nvPr/>
              </p:nvSpPr>
              <p:spPr>
                <a:xfrm>
                  <a:off x="793790" y="4245173"/>
                  <a:ext cx="226814" cy="283488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Light" pitchFamily="34" charset="-122"/>
                      <a:cs typeface="Inter Light" pitchFamily="34" charset="-120"/>
                    </a:rPr>
                    <a:t>03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2" name="Shape 10" descr="Decorative – no critical information"/>
              <p:cNvSpPr/>
              <p:nvPr/>
            </p:nvSpPr>
            <p:spPr>
              <a:xfrm>
                <a:off x="793790" y="4600218"/>
                <a:ext cx="6407944" cy="3048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" name="Text 11" descr="Decorative – no critical information"/>
            <p:cNvSpPr/>
            <p:nvPr/>
          </p:nvSpPr>
          <p:spPr>
            <a:xfrm>
              <a:off x="793790" y="4774525"/>
              <a:ext cx="2835235" cy="35433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Mitigation Strategy</a:t>
              </a:r>
              <a:endParaRPr lang="en-US" sz="2200" dirty="0">
                <a:latin typeface="Calibri" panose="020F0502020204030204" pitchFamily="34" charset="0"/>
              </a:endParaRPr>
            </a:p>
          </p:txBody>
        </p:sp>
      </p:grpSp>
      <p:sp>
        <p:nvSpPr>
          <p:cNvPr id="14" name="Text 12" descr="Decorative – no critical information"/>
          <p:cNvSpPr/>
          <p:nvPr/>
        </p:nvSpPr>
        <p:spPr>
          <a:xfrm>
            <a:off x="793790" y="526494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Building resilience through diversification and redundancy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8548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4600218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774525"/>
            <a:ext cx="3183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28548" y="526494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of risk indicators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951" y="63081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COVID-19 exposed global supply chain fragility—companies with resilience strategies recovered 3x faster than those without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3790" y="6053018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02904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372634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137086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582007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373888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7906826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349623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0617273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548683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08349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99240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A1EB7A99-2046-D348-44B1-B828F05EFEE6}"/>
              </a:ext>
            </a:extLst>
          </p:cNvPr>
          <p:cNvGrpSpPr/>
          <p:nvPr/>
        </p:nvGrpSpPr>
        <p:grpSpPr>
          <a:xfrm>
            <a:off x="793790" y="940355"/>
            <a:ext cx="6407944" cy="4687492"/>
            <a:chOff x="793790" y="940355"/>
            <a:chExt cx="6407944" cy="4687492"/>
          </a:xfrm>
          <a:solidFill>
            <a:srgbClr val="C07000"/>
          </a:solidFill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3FDB83B-85D3-80ED-3D43-A760CE97B08D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4572000" cy="4188500"/>
            </a:xfrm>
            <a:grpFill/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21433AB7-F823-357C-D8D3-586963ECD08E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6407944" cy="3690343"/>
              </a:xfrm>
              <a:grpFill/>
            </p:grpSpPr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1E15474F-6ED0-6B58-760A-A9EE859C7D5D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4572000" cy="3588306"/>
                </a:xfrm>
                <a:grpFill/>
              </p:grpSpPr>
              <p:grpSp>
                <p:nvGrpSpPr>
                  <p:cNvPr id="28" name="Group 27">
                    <a:extLst>
                      <a:ext uri="{FF2B5EF4-FFF2-40B4-BE49-F238E27FC236}">
                        <a16:creationId xmlns:a16="http://schemas.microsoft.com/office/drawing/2014/main" id="{C3361F63-1AC6-FF28-8C77-412D719C3699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940355"/>
                    <a:ext cx="4572000" cy="1371600"/>
                    <a:chOff x="793790" y="940355"/>
                    <a:chExt cx="13042821" cy="2545081"/>
                  </a:xfrm>
                  <a:grpFill/>
                </p:grpSpPr>
                <p:grpSp>
                  <p:nvGrpSpPr>
                    <p:cNvPr id="27" name="Group 26">
                      <a:extLst>
                        <a:ext uri="{FF2B5EF4-FFF2-40B4-BE49-F238E27FC236}">
                          <a16:creationId xmlns:a16="http://schemas.microsoft.com/office/drawing/2014/main" id="{AF379D67-3A50-1128-FDD6-B8C1EA14813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940355"/>
                      <a:ext cx="4572000" cy="1371600"/>
                      <a:chOff x="793790" y="940355"/>
                      <a:chExt cx="9469993" cy="2046090"/>
                    </a:xfrm>
                    <a:grpFill/>
                  </p:grpSpPr>
                  <p:grpSp>
                    <p:nvGrpSpPr>
                      <p:cNvPr id="26" name="Group 25">
                        <a:extLst>
                          <a:ext uri="{FF2B5EF4-FFF2-40B4-BE49-F238E27FC236}">
                            <a16:creationId xmlns:a16="http://schemas.microsoft.com/office/drawing/2014/main" id="{C6B52A38-6749-D7A4-1347-12C8C30602C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940355"/>
                        <a:ext cx="4572000" cy="1371600"/>
                        <a:chOff x="793790" y="940355"/>
                        <a:chExt cx="13042821" cy="1547932"/>
                      </a:xfrm>
                      <a:grpFill/>
                    </p:grpSpPr>
                    <p:grpSp>
                      <p:nvGrpSpPr>
                        <p:cNvPr id="25" name="Group 24">
                          <a:extLst>
                            <a:ext uri="{FF2B5EF4-FFF2-40B4-BE49-F238E27FC236}">
                              <a16:creationId xmlns:a16="http://schemas.microsoft.com/office/drawing/2014/main" id="{1AC2FCA6-02B3-B08B-BB04-F10148B0347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940355"/>
                          <a:ext cx="4572000" cy="1371600"/>
                          <a:chOff x="793790" y="940355"/>
                          <a:chExt cx="6861572" cy="1445896"/>
                        </a:xfrm>
                        <a:grpFill/>
                      </p:grpSpPr>
                      <p:grpSp>
                        <p:nvGrpSpPr>
                          <p:cNvPr id="24" name="Group 23">
                            <a:extLst>
                              <a:ext uri="{FF2B5EF4-FFF2-40B4-BE49-F238E27FC236}">
                                <a16:creationId xmlns:a16="http://schemas.microsoft.com/office/drawing/2014/main" id="{F575363F-5C69-4EC4-64F7-C1F4169A900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940355"/>
                            <a:ext cx="4572000" cy="1371600"/>
                            <a:chOff x="793790" y="940355"/>
                            <a:chExt cx="6407944" cy="2907983"/>
                          </a:xfrm>
                          <a:grpFill/>
                        </p:grpSpPr>
                        <p:grpSp>
                          <p:nvGrpSpPr>
                            <p:cNvPr id="23" name="Group 22">
                              <a:extLst>
                                <a:ext uri="{FF2B5EF4-FFF2-40B4-BE49-F238E27FC236}">
                                  <a16:creationId xmlns:a16="http://schemas.microsoft.com/office/drawing/2014/main" id="{620B5FF3-F11E-65FB-50F0-B5C8D573AB90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940355"/>
                              <a:ext cx="4572000" cy="1371600"/>
                              <a:chOff x="793790" y="940355"/>
                              <a:chExt cx="4572000" cy="2046090"/>
                            </a:xfrm>
                            <a:grpFill/>
                          </p:grpSpPr>
                          <p:grpSp>
                            <p:nvGrpSpPr>
                              <p:cNvPr id="22" name="Group 21">
                                <a:extLst>
                                  <a:ext uri="{FF2B5EF4-FFF2-40B4-BE49-F238E27FC236}">
                                    <a16:creationId xmlns:a16="http://schemas.microsoft.com/office/drawing/2014/main" id="{D802C984-E8E5-3ECC-DCCA-83EBD3013274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93790" y="940355"/>
                                <a:ext cx="4572000" cy="1371600"/>
                                <a:chOff x="793790" y="940355"/>
                                <a:chExt cx="6407944" cy="1547932"/>
                              </a:xfrm>
                              <a:grpFill/>
                            </p:grpSpPr>
                            <p:grpSp>
                              <p:nvGrpSpPr>
                                <p:cNvPr id="21" name="Group 20">
                                  <a:extLst>
                                    <a:ext uri="{FF2B5EF4-FFF2-40B4-BE49-F238E27FC236}">
                                      <a16:creationId xmlns:a16="http://schemas.microsoft.com/office/drawing/2014/main" id="{05D54FA1-63AD-FA7D-67DC-5A3ED4B1D55B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93790" y="940355"/>
                                  <a:ext cx="4572000" cy="1371600"/>
                                  <a:chOff x="793790" y="940355"/>
                                  <a:chExt cx="4572000" cy="1445896"/>
                                </a:xfrm>
                                <a:grpFill/>
                              </p:grpSpPr>
                              <p:sp>
                                <p:nvSpPr>
                                  <p:cNvPr id="2" name="Text 0"/>
                                  <p:cNvSpPr/>
                                  <p:nvPr/>
                                </p:nvSpPr>
                                <p:spPr>
                                  <a:xfrm>
                                    <a:off x="793790" y="940355"/>
                                    <a:ext cx="4572000" cy="1371600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none" lIns="0" tIns="0" rIns="0" bIns="0" rtlCol="0" anchor="t"/>
                                  <a:lstStyle/>
                                  <a:p>
                                    <a:pPr marL="0" indent="0" algn="l">
                                      <a:lnSpc>
                                        <a:spcPts val="5550"/>
                                      </a:lnSpc>
                                      <a:buNone/>
                                    </a:pPr>
                                    <a:r>
                                      <a:rPr lang="en-US" sz="3200" b="1" dirty="0">
                                        <a:solidFill>
                                          <a:srgbClr val="000000"/>
                                        </a:solidFill>
                                        <a:latin typeface="Calibri" panose="020F0502020204030204" pitchFamily="34" charset="0"/>
                                        <a:ea typeface="Inter Bold" pitchFamily="34" charset="-122"/>
                                        <a:cs typeface="Inter Bold" pitchFamily="34" charset="-120"/>
                                      </a:rPr>
                                      <a:t>Supply Chain Risk Management</a:t>
                                    </a:r>
                                    <a:endParaRPr lang="en-US" sz="445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" name="Text 1"/>
                                  <p:cNvSpPr/>
                                  <p:nvPr/>
                                </p:nvSpPr>
                                <p:spPr>
                                  <a:xfrm>
                                    <a:off x="793790" y="2102763"/>
                                    <a:ext cx="226814" cy="283488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none" lIns="0" tIns="0" rIns="0" bIns="0" rtlCol="0" anchor="t"/>
                                  <a:lstStyle/>
                                  <a:p>
                                    <a:pPr marL="0" indent="0" algn="l">
                                      <a:lnSpc>
                                        <a:spcPts val="2850"/>
                                      </a:lnSpc>
                                      <a:buNone/>
                                    </a:pPr>
                                    <a:r>
                                      <a:rPr lang="en-US" sz="1750" dirty="0">
                                        <a:solidFill>
                                          <a:srgbClr val="272525"/>
                                        </a:solidFill>
                                        <a:latin typeface="Calibri" panose="020F0502020204030204" pitchFamily="34" charset="0"/>
                                        <a:ea typeface="Inter Light" pitchFamily="34" charset="-122"/>
                                        <a:cs typeface="Inter Light" pitchFamily="34" charset="-120"/>
                                      </a:rPr>
                                      <a:t>01</a:t>
                                    </a:r>
                                    <a:endParaRPr lang="en-US" sz="175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4" name="Shape 2" descr="Decorative – no critical information"/>
                                <p:cNvSpPr/>
                                <p:nvPr/>
                              </p:nvSpPr>
                              <p:spPr>
                                <a:xfrm>
                                  <a:off x="793790" y="2457807"/>
                                  <a:ext cx="6407944" cy="30480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</p:grpSp>
                          <p:sp>
                            <p:nvSpPr>
                              <p:cNvPr id="5" name="Text 3" descr="Decorative – no critical information"/>
                              <p:cNvSpPr/>
                              <p:nvPr/>
                            </p:nvSpPr>
                            <p:spPr>
                              <a:xfrm>
                                <a:off x="793790" y="2632115"/>
                                <a:ext cx="2835235" cy="35433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2750"/>
                                  </a:lnSpc>
                                  <a:buNone/>
                                </a:pPr>
                                <a:r>
                                  <a:rPr lang="en-US" sz="2200" b="1" dirty="0">
                                    <a:solidFill>
                                      <a:srgbClr val="272525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Risk Identification</a:t>
                                </a:r>
                                <a:endParaRPr lang="en-US" sz="220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6" name="Text 4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793790" y="3122533"/>
                              <a:ext cx="6407944" cy="725805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squar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2850"/>
                                </a:lnSpc>
                                <a:buNone/>
                              </a:pPr>
                              <a:r>
                                <a:rPr lang="en-US" sz="175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" pitchFamily="34" charset="-122"/>
                                  <a:cs typeface="Inter" pitchFamily="34" charset="-120"/>
                                </a:rPr>
                                <a:t>Mapping vulnerabilities across suppliers, geography, and operations</a:t>
                              </a:r>
                              <a:endParaRPr lang="en-US" sz="17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7" name="Text 5" descr="Decorative – no critical information"/>
                          <p:cNvSpPr/>
                          <p:nvPr/>
                        </p:nvSpPr>
                        <p:spPr>
                          <a:xfrm>
                            <a:off x="7428548" y="2102763"/>
                            <a:ext cx="226814" cy="283488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850"/>
                              </a:lnSpc>
                              <a:buNone/>
                            </a:pPr>
                            <a:r>
                              <a:rPr lang="en-US" sz="175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 Light" pitchFamily="34" charset="-122"/>
                                <a:cs typeface="Inter Light" pitchFamily="34" charset="-120"/>
                              </a:rPr>
                              <a:t>02</a:t>
                            </a:r>
                            <a:endParaRPr lang="en-US" sz="17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8" name="Shape 6" descr="Decorative – no critical information"/>
                        <p:cNvSpPr/>
                        <p:nvPr/>
                      </p:nvSpPr>
                      <p:spPr>
                        <a:xfrm>
                          <a:off x="7428548" y="2457807"/>
                          <a:ext cx="6408063" cy="3048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9" name="Text 7" descr="Decorative – no critical information"/>
                      <p:cNvSpPr/>
                      <p:nvPr/>
                    </p:nvSpPr>
                    <p:spPr>
                      <a:xfrm>
                        <a:off x="7428548" y="2632115"/>
                        <a:ext cx="2835235" cy="35433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750"/>
                          </a:lnSpc>
                          <a:buNone/>
                        </a:pPr>
                        <a:r>
                          <a:rPr lang="en-US" sz="220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Risk Assessment</a:t>
                        </a:r>
                        <a:endParaRPr lang="en-US" sz="2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10" name="Text 8" descr="Decorative – no critical information"/>
                    <p:cNvSpPr/>
                    <p:nvPr/>
                  </p:nvSpPr>
                  <p:spPr>
                    <a:xfrm>
                      <a:off x="7428548" y="3122533"/>
                      <a:ext cx="6408063" cy="362903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Quantifying impact and probability of disruptions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1" name="Text 9" descr="Decorative – no critical information"/>
                  <p:cNvSpPr/>
                  <p:nvPr/>
                </p:nvSpPr>
                <p:spPr>
                  <a:xfrm>
                    <a:off x="793790" y="4245173"/>
                    <a:ext cx="226814" cy="283488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Light" pitchFamily="34" charset="-122"/>
                        <a:cs typeface="Inter Light" pitchFamily="34" charset="-120"/>
                      </a:rPr>
                      <a:t>03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2" name="Shape 10" descr="Decorative – no critical information"/>
                <p:cNvSpPr/>
                <p:nvPr/>
              </p:nvSpPr>
              <p:spPr>
                <a:xfrm>
                  <a:off x="793790" y="4600218"/>
                  <a:ext cx="6407944" cy="3048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" name="Text 11" descr="Decorative – no critical information"/>
              <p:cNvSpPr/>
              <p:nvPr/>
            </p:nvSpPr>
            <p:spPr>
              <a:xfrm>
                <a:off x="793790" y="4774525"/>
                <a:ext cx="2835235" cy="35433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Mitigation Strategy</a:t>
                </a:r>
                <a:endParaRPr lang="en-US" sz="2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4" name="Text 12" descr="Decorative – no critical information"/>
            <p:cNvSpPr/>
            <p:nvPr/>
          </p:nvSpPr>
          <p:spPr>
            <a:xfrm>
              <a:off x="793790" y="5264944"/>
              <a:ext cx="6407944" cy="362903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Building resilience through diversification and redundancy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sp>
        <p:nvSpPr>
          <p:cNvPr id="15" name="Text 13" descr="Decorative – no critical information"/>
          <p:cNvSpPr/>
          <p:nvPr/>
        </p:nvSpPr>
        <p:spPr>
          <a:xfrm>
            <a:off x="7428548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4600218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774525"/>
            <a:ext cx="3183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28548" y="526494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of risk indicators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951" y="63081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COVID-19 exposed global supply chain fragility—companies with resilience strategies recovered 3x faster than those without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3790" y="6053018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7464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A1EB7A99-2046-D348-44B1-B828F05EFEE6}"/>
              </a:ext>
            </a:extLst>
          </p:cNvPr>
          <p:cNvGrpSpPr/>
          <p:nvPr/>
        </p:nvGrpSpPr>
        <p:grpSpPr>
          <a:xfrm>
            <a:off x="793790" y="940355"/>
            <a:ext cx="6407944" cy="4687492"/>
            <a:chOff x="793790" y="940355"/>
            <a:chExt cx="6407944" cy="4687492"/>
          </a:xfrm>
          <a:solidFill>
            <a:srgbClr val="C07000"/>
          </a:solidFill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3FDB83B-85D3-80ED-3D43-A760CE97B08D}"/>
                </a:ext>
              </a:extLst>
            </p:cNvPr>
            <p:cNvGrpSpPr/>
            <p:nvPr/>
          </p:nvGrpSpPr>
          <p:grpSpPr>
            <a:xfrm>
              <a:off x="793790" y="940355"/>
              <a:ext cx="4572000" cy="1371600"/>
              <a:chOff x="793790" y="940355"/>
              <a:chExt cx="4572000" cy="4188500"/>
            </a:xfrm>
            <a:grpFill/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21433AB7-F823-357C-D8D3-586963ECD08E}"/>
                  </a:ext>
                </a:extLst>
              </p:cNvPr>
              <p:cNvGrpSpPr/>
              <p:nvPr/>
            </p:nvGrpSpPr>
            <p:grpSpPr>
              <a:xfrm>
                <a:off x="793790" y="940355"/>
                <a:ext cx="4572000" cy="1371600"/>
                <a:chOff x="793790" y="940355"/>
                <a:chExt cx="6407944" cy="3690343"/>
              </a:xfrm>
              <a:grpFill/>
            </p:grpSpPr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1E15474F-6ED0-6B58-760A-A9EE859C7D5D}"/>
                    </a:ext>
                  </a:extLst>
                </p:cNvPr>
                <p:cNvGrpSpPr/>
                <p:nvPr/>
              </p:nvGrpSpPr>
              <p:grpSpPr>
                <a:xfrm>
                  <a:off x="793790" y="940355"/>
                  <a:ext cx="4572000" cy="1371600"/>
                  <a:chOff x="793790" y="940355"/>
                  <a:chExt cx="4572000" cy="3588306"/>
                </a:xfrm>
                <a:grpFill/>
              </p:grpSpPr>
              <p:grpSp>
                <p:nvGrpSpPr>
                  <p:cNvPr id="28" name="Group 27">
                    <a:extLst>
                      <a:ext uri="{FF2B5EF4-FFF2-40B4-BE49-F238E27FC236}">
                        <a16:creationId xmlns:a16="http://schemas.microsoft.com/office/drawing/2014/main" id="{C3361F63-1AC6-FF28-8C77-412D719C3699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940355"/>
                    <a:ext cx="4572000" cy="1371600"/>
                    <a:chOff x="793790" y="940355"/>
                    <a:chExt cx="13042821" cy="2545081"/>
                  </a:xfrm>
                  <a:grpFill/>
                </p:grpSpPr>
                <p:grpSp>
                  <p:nvGrpSpPr>
                    <p:cNvPr id="27" name="Group 26">
                      <a:extLst>
                        <a:ext uri="{FF2B5EF4-FFF2-40B4-BE49-F238E27FC236}">
                          <a16:creationId xmlns:a16="http://schemas.microsoft.com/office/drawing/2014/main" id="{AF379D67-3A50-1128-FDD6-B8C1EA14813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940355"/>
                      <a:ext cx="4572000" cy="1371600"/>
                      <a:chOff x="793790" y="940355"/>
                      <a:chExt cx="9469993" cy="2046090"/>
                    </a:xfrm>
                    <a:grpFill/>
                  </p:grpSpPr>
                  <p:grpSp>
                    <p:nvGrpSpPr>
                      <p:cNvPr id="26" name="Group 25">
                        <a:extLst>
                          <a:ext uri="{FF2B5EF4-FFF2-40B4-BE49-F238E27FC236}">
                            <a16:creationId xmlns:a16="http://schemas.microsoft.com/office/drawing/2014/main" id="{C6B52A38-6749-D7A4-1347-12C8C30602C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940355"/>
                        <a:ext cx="4572000" cy="1371600"/>
                        <a:chOff x="793790" y="940355"/>
                        <a:chExt cx="13042821" cy="1547932"/>
                      </a:xfrm>
                      <a:grpFill/>
                    </p:grpSpPr>
                    <p:grpSp>
                      <p:nvGrpSpPr>
                        <p:cNvPr id="25" name="Group 24">
                          <a:extLst>
                            <a:ext uri="{FF2B5EF4-FFF2-40B4-BE49-F238E27FC236}">
                              <a16:creationId xmlns:a16="http://schemas.microsoft.com/office/drawing/2014/main" id="{1AC2FCA6-02B3-B08B-BB04-F10148B0347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940355"/>
                          <a:ext cx="4572000" cy="1371600"/>
                          <a:chOff x="793790" y="940355"/>
                          <a:chExt cx="6861572" cy="1445896"/>
                        </a:xfrm>
                        <a:grpFill/>
                      </p:grpSpPr>
                      <p:grpSp>
                        <p:nvGrpSpPr>
                          <p:cNvPr id="24" name="Group 23">
                            <a:extLst>
                              <a:ext uri="{FF2B5EF4-FFF2-40B4-BE49-F238E27FC236}">
                                <a16:creationId xmlns:a16="http://schemas.microsoft.com/office/drawing/2014/main" id="{F575363F-5C69-4EC4-64F7-C1F4169A900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940355"/>
                            <a:ext cx="4572000" cy="1371600"/>
                            <a:chOff x="793790" y="940355"/>
                            <a:chExt cx="6407944" cy="2907983"/>
                          </a:xfrm>
                          <a:grpFill/>
                        </p:grpSpPr>
                        <p:grpSp>
                          <p:nvGrpSpPr>
                            <p:cNvPr id="23" name="Group 22">
                              <a:extLst>
                                <a:ext uri="{FF2B5EF4-FFF2-40B4-BE49-F238E27FC236}">
                                  <a16:creationId xmlns:a16="http://schemas.microsoft.com/office/drawing/2014/main" id="{620B5FF3-F11E-65FB-50F0-B5C8D573AB90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940355"/>
                              <a:ext cx="4572000" cy="1371600"/>
                              <a:chOff x="793790" y="940355"/>
                              <a:chExt cx="4572000" cy="2046090"/>
                            </a:xfrm>
                            <a:grpFill/>
                          </p:grpSpPr>
                          <p:grpSp>
                            <p:nvGrpSpPr>
                              <p:cNvPr id="22" name="Group 21">
                                <a:extLst>
                                  <a:ext uri="{FF2B5EF4-FFF2-40B4-BE49-F238E27FC236}">
                                    <a16:creationId xmlns:a16="http://schemas.microsoft.com/office/drawing/2014/main" id="{D802C984-E8E5-3ECC-DCCA-83EBD3013274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93790" y="940355"/>
                                <a:ext cx="4572000" cy="1371600"/>
                                <a:chOff x="793790" y="940355"/>
                                <a:chExt cx="6407944" cy="1547932"/>
                              </a:xfrm>
                              <a:grpFill/>
                            </p:grpSpPr>
                            <p:grpSp>
                              <p:nvGrpSpPr>
                                <p:cNvPr id="21" name="Group 20">
                                  <a:extLst>
                                    <a:ext uri="{FF2B5EF4-FFF2-40B4-BE49-F238E27FC236}">
                                      <a16:creationId xmlns:a16="http://schemas.microsoft.com/office/drawing/2014/main" id="{05D54FA1-63AD-FA7D-67DC-5A3ED4B1D55B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93790" y="940355"/>
                                  <a:ext cx="4572000" cy="1371600"/>
                                  <a:chOff x="793790" y="940355"/>
                                  <a:chExt cx="4572000" cy="1445896"/>
                                </a:xfrm>
                                <a:grpFill/>
                              </p:grpSpPr>
                              <p:sp>
                                <p:nvSpPr>
                                  <p:cNvPr id="2" name="Text 0"/>
                                  <p:cNvSpPr/>
                                  <p:nvPr/>
                                </p:nvSpPr>
                                <p:spPr>
                                  <a:xfrm>
                                    <a:off x="793790" y="940355"/>
                                    <a:ext cx="4572000" cy="1371600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none" lIns="0" tIns="0" rIns="0" bIns="0" rtlCol="0" anchor="t"/>
                                  <a:lstStyle/>
                                  <a:p>
                                    <a:pPr marL="0" indent="0" algn="l">
                                      <a:lnSpc>
                                        <a:spcPts val="5550"/>
                                      </a:lnSpc>
                                      <a:buNone/>
                                    </a:pPr>
                                    <a:r>
                                      <a:rPr lang="en-US" sz="3200" b="1" dirty="0">
                                        <a:solidFill>
                                          <a:srgbClr val="000000"/>
                                        </a:solidFill>
                                        <a:latin typeface="Calibri" panose="020F0502020204030204" pitchFamily="34" charset="0"/>
                                        <a:ea typeface="Inter Bold" pitchFamily="34" charset="-122"/>
                                        <a:cs typeface="Inter Bold" pitchFamily="34" charset="-120"/>
                                      </a:rPr>
                                      <a:t>Supply Chain Risk Management</a:t>
                                    </a:r>
                                    <a:endParaRPr lang="en-US" sz="445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" name="Text 1"/>
                                  <p:cNvSpPr/>
                                  <p:nvPr/>
                                </p:nvSpPr>
                                <p:spPr>
                                  <a:xfrm>
                                    <a:off x="793790" y="2102763"/>
                                    <a:ext cx="226814" cy="283488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none" lIns="0" tIns="0" rIns="0" bIns="0" rtlCol="0" anchor="t"/>
                                  <a:lstStyle/>
                                  <a:p>
                                    <a:pPr marL="0" indent="0" algn="l">
                                      <a:lnSpc>
                                        <a:spcPts val="2850"/>
                                      </a:lnSpc>
                                      <a:buNone/>
                                    </a:pPr>
                                    <a:r>
                                      <a:rPr lang="en-US" sz="1750" dirty="0">
                                        <a:solidFill>
                                          <a:srgbClr val="272525"/>
                                        </a:solidFill>
                                        <a:latin typeface="Calibri" panose="020F0502020204030204" pitchFamily="34" charset="0"/>
                                        <a:ea typeface="Inter Light" pitchFamily="34" charset="-122"/>
                                        <a:cs typeface="Inter Light" pitchFamily="34" charset="-120"/>
                                      </a:rPr>
                                      <a:t>01</a:t>
                                    </a:r>
                                    <a:endParaRPr lang="en-US" sz="175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4" name="Shape 2" descr="Decorative – no critical information"/>
                                <p:cNvSpPr/>
                                <p:nvPr/>
                              </p:nvSpPr>
                              <p:spPr>
                                <a:xfrm>
                                  <a:off x="793790" y="2457807"/>
                                  <a:ext cx="6407944" cy="30480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</p:grpSp>
                          <p:sp>
                            <p:nvSpPr>
                              <p:cNvPr id="5" name="Text 3" descr="Decorative – no critical information"/>
                              <p:cNvSpPr/>
                              <p:nvPr/>
                            </p:nvSpPr>
                            <p:spPr>
                              <a:xfrm>
                                <a:off x="793790" y="2632115"/>
                                <a:ext cx="2835235" cy="35433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2750"/>
                                  </a:lnSpc>
                                  <a:buNone/>
                                </a:pPr>
                                <a:r>
                                  <a:rPr lang="en-US" sz="2200" b="1" dirty="0">
                                    <a:solidFill>
                                      <a:srgbClr val="272525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Risk Identification</a:t>
                                </a:r>
                                <a:endParaRPr lang="en-US" sz="220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6" name="Text 4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793790" y="3122533"/>
                              <a:ext cx="6407944" cy="725805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squar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2850"/>
                                </a:lnSpc>
                                <a:buNone/>
                              </a:pPr>
                              <a:r>
                                <a:rPr lang="en-US" sz="175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" pitchFamily="34" charset="-122"/>
                                  <a:cs typeface="Inter" pitchFamily="34" charset="-120"/>
                                </a:rPr>
                                <a:t>Mapping vulnerabilities across suppliers, geography, and operations</a:t>
                              </a:r>
                              <a:endParaRPr lang="en-US" sz="17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7" name="Text 5" descr="Decorative – no critical information"/>
                          <p:cNvSpPr/>
                          <p:nvPr/>
                        </p:nvSpPr>
                        <p:spPr>
                          <a:xfrm>
                            <a:off x="7428548" y="2102763"/>
                            <a:ext cx="226814" cy="283488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850"/>
                              </a:lnSpc>
                              <a:buNone/>
                            </a:pPr>
                            <a:r>
                              <a:rPr lang="en-US" sz="175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 Light" pitchFamily="34" charset="-122"/>
                                <a:cs typeface="Inter Light" pitchFamily="34" charset="-120"/>
                              </a:rPr>
                              <a:t>02</a:t>
                            </a:r>
                            <a:endParaRPr lang="en-US" sz="17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8" name="Shape 6" descr="Decorative – no critical information"/>
                        <p:cNvSpPr/>
                        <p:nvPr/>
                      </p:nvSpPr>
                      <p:spPr>
                        <a:xfrm>
                          <a:off x="7428548" y="2457807"/>
                          <a:ext cx="6408063" cy="3048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9" name="Text 7" descr="Decorative – no critical information"/>
                      <p:cNvSpPr/>
                      <p:nvPr/>
                    </p:nvSpPr>
                    <p:spPr>
                      <a:xfrm>
                        <a:off x="7428548" y="2632115"/>
                        <a:ext cx="2835235" cy="35433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750"/>
                          </a:lnSpc>
                          <a:buNone/>
                        </a:pPr>
                        <a:r>
                          <a:rPr lang="en-US" sz="220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Risk Assessment</a:t>
                        </a:r>
                        <a:endParaRPr lang="en-US" sz="2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10" name="Text 8" descr="Decorative – no critical information"/>
                    <p:cNvSpPr/>
                    <p:nvPr/>
                  </p:nvSpPr>
                  <p:spPr>
                    <a:xfrm>
                      <a:off x="7428548" y="3122533"/>
                      <a:ext cx="6408063" cy="362903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Quantifying impact and probability of disruptions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1" name="Text 9" descr="Decorative – no critical information"/>
                  <p:cNvSpPr/>
                  <p:nvPr/>
                </p:nvSpPr>
                <p:spPr>
                  <a:xfrm>
                    <a:off x="793790" y="4245173"/>
                    <a:ext cx="226814" cy="283488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Light" pitchFamily="34" charset="-122"/>
                        <a:cs typeface="Inter Light" pitchFamily="34" charset="-120"/>
                      </a:rPr>
                      <a:t>03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2" name="Shape 10" descr="Decorative – no critical information"/>
                <p:cNvSpPr/>
                <p:nvPr/>
              </p:nvSpPr>
              <p:spPr>
                <a:xfrm>
                  <a:off x="793790" y="4600218"/>
                  <a:ext cx="6407944" cy="3048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" name="Text 11" descr="Decorative – no critical information"/>
              <p:cNvSpPr/>
              <p:nvPr/>
            </p:nvSpPr>
            <p:spPr>
              <a:xfrm>
                <a:off x="793790" y="4774525"/>
                <a:ext cx="2835235" cy="35433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Mitigation Strategy</a:t>
                </a:r>
                <a:endParaRPr lang="en-US" sz="2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4" name="Text 12" descr="Decorative – no critical information"/>
            <p:cNvSpPr/>
            <p:nvPr/>
          </p:nvSpPr>
          <p:spPr>
            <a:xfrm>
              <a:off x="793790" y="5264944"/>
              <a:ext cx="6407944" cy="362903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Building resilience through diversification and redundancy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sp>
        <p:nvSpPr>
          <p:cNvPr id="15" name="Text 13" descr="Decorative – no critical information"/>
          <p:cNvSpPr/>
          <p:nvPr/>
        </p:nvSpPr>
        <p:spPr>
          <a:xfrm>
            <a:off x="7428548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4600218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774525"/>
            <a:ext cx="3183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28548" y="526494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of risk indicators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951" y="63081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COVID-19 exposed global supply chain fragility—companies with resilience strategies recovered 3x faster than those without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3790" y="6053018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754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666663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050035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54942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6187506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7313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2849</Words>
  <Application>Microsoft Office PowerPoint</Application>
  <PresentationFormat>Custom</PresentationFormat>
  <Paragraphs>562</Paragraphs>
  <Slides>150</Slides>
  <Notes>97</Notes>
  <HiddenSlides>94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150</vt:i4>
      </vt:variant>
    </vt:vector>
  </HeadingPairs>
  <TitlesOfParts>
    <vt:vector size="156" baseType="lpstr">
      <vt:lpstr>Arial</vt:lpstr>
      <vt:lpstr>Inter Light</vt:lpstr>
      <vt:lpstr>Inter Bold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2025-12-17T09:24:24Z</dcterms:modified>
</cp:coreProperties>
</file>