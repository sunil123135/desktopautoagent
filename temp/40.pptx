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5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9CD1B2-30BA-4574-AE2E-632C106BACEB}" v="1" dt="2025-12-14T09:31:36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31:28.647" v="0" actId="47"/>
      <pc:docMkLst>
        <pc:docMk/>
      </pc:docMkLst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31:28.647" v="0" actId="47"/>
        <pc:sldMkLst>
          <pc:docMk/>
          <pc:sldMk cId="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76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370" y="378262"/>
            <a:ext cx="8155424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19. Supply Chain Finance and Cost Optimization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1370" y="1151811"/>
            <a:ext cx="4441269" cy="453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15%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1552456" y="1777484"/>
            <a:ext cx="2298978" cy="214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Working Capital Reduction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81370" y="2074902"/>
            <a:ext cx="4441269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Optimizing payment terms and inventory levels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94565" y="1151811"/>
            <a:ext cx="4441269" cy="453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$2M</a:t>
            </a:r>
            <a:endParaRPr lang="en-US" sz="3550" dirty="0"/>
          </a:p>
        </p:txBody>
      </p:sp>
      <p:sp>
        <p:nvSpPr>
          <p:cNvPr id="7" name="Text 5"/>
          <p:cNvSpPr/>
          <p:nvPr/>
        </p:nvSpPr>
        <p:spPr>
          <a:xfrm>
            <a:off x="6455450" y="1777484"/>
            <a:ext cx="1719382" cy="214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Annual Savings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94565" y="2074902"/>
            <a:ext cx="4441269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Through strategic cost management initiatives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707761" y="1151811"/>
            <a:ext cx="4441269" cy="453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30</a:t>
            </a:r>
            <a:endParaRPr lang="en-US" sz="3550" dirty="0"/>
          </a:p>
        </p:txBody>
      </p:sp>
      <p:sp>
        <p:nvSpPr>
          <p:cNvPr id="10" name="Text 8"/>
          <p:cNvSpPr/>
          <p:nvPr/>
        </p:nvSpPr>
        <p:spPr>
          <a:xfrm>
            <a:off x="10783133" y="1777484"/>
            <a:ext cx="2290405" cy="214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Days Payable Outstanding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707761" y="2074902"/>
            <a:ext cx="4441269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Improved cash flow through extended terms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370" y="2587109"/>
            <a:ext cx="1719382" cy="214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Strategic Balance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1370" y="2939534"/>
            <a:ext cx="666607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Managing working capital, payment terms, and cost drivers while maintaining service quality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1370" y="3283268"/>
            <a:ext cx="666607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Supplier financing programs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370" y="3551396"/>
            <a:ext cx="666607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Dynamic discounting opportunities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370" y="3819525"/>
            <a:ext cx="666607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Total cost of ownership analysis</a:t>
            </a:r>
            <a:endParaRPr lang="en-US" sz="10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579" y="2604254"/>
            <a:ext cx="6666071" cy="66660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 Condensed</vt:lpstr>
      <vt:lpstr>Arial</vt:lpstr>
      <vt:lpstr>Hubot Sans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2025-12-14T09:31:37Z</dcterms:modified>
</cp:coreProperties>
</file>