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14630400" cy="8229600"/>
  <p:notesSz cx="8229600" cy="14630400"/>
  <p:embeddedFontLst>
    <p:embeddedFont>
      <p:font typeface="Roboto Condensed" panose="020000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BB3BB-3029-49CD-A8C0-347159CBC020}" v="5" dt="2025-12-14T10:30:36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9:41.797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9:41.79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9:41.79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9:35.749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6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222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Russia-NATO Tensions Impacting Supply Chains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06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Conflict Disruption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8789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Eastern European raw material flows severely interrupted by geopolitical instability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806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Critical mineral shortages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8228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Energy supply constraints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2650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Border crossing delays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506748"/>
            <a:ext cx="30630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Semiconductor Crisis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408789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Ukraine war zones directly impact chip production materials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0177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Neon gas supply disrupted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45996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Palladium sourcing compromised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90216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Manufacturing delays cascade globally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U.S.-China Trade Competition Risks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Tariff Escalation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66950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Export controls drive up costs 15-30% across key categories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Shipping Delays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03039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Customs inspections extend lead times by weeks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900857"/>
            <a:ext cx="34540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Strategic Diversification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39127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Southeast Asia emerges as alternative manufacturing hub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744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Climate Change and Extreme Weather Events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95161"/>
            <a:ext cx="3664744" cy="2047994"/>
          </a:xfrm>
          <a:prstGeom prst="roundRect">
            <a:avLst>
              <a:gd name="adj" fmla="val 4652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14624" y="3429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Factory Shutdowns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0014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Floods, wildfires, hurricanes halt production worldwide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1951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06182" y="3429595"/>
            <a:ext cx="30732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2023 Pakistan Floods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2001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Textile supply chains disrupted for months, affecting global fashion brands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146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Rising Frequency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48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Extreme events now 3x more common than decade ago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3809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Political Instability in Supplier Countries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387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Government Upheaval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Sudden regime changes or civil unrest can paralyze production overnight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1648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Border closures without notice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5868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Labor strikes and protests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0088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Asset nationalization risks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4308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Contract enforcement failures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32797"/>
            <a:ext cx="30822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Myanmar Case Study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81394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2021 military coup immediately paused garment exports, leaving global brands scrambling for alternatives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154" y="519470"/>
            <a:ext cx="7821692" cy="118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Environmental Regulations and Compliance Risks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154" y="1983343"/>
            <a:ext cx="188833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154" y="2281476"/>
            <a:ext cx="7821692" cy="2286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1154" y="2421612"/>
            <a:ext cx="340102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Carbon Tax Implementation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154" y="2829878"/>
            <a:ext cx="782169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New emissions rules increase supplier operational costs 10-25%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154" y="3462576"/>
            <a:ext cx="188833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154" y="3760708"/>
            <a:ext cx="7821692" cy="2286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1154" y="3900845"/>
            <a:ext cx="24601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Sustainability Audits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1154" y="4309110"/>
            <a:ext cx="782169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Companies must verify supplier environmental compliance continuously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154" y="4941808"/>
            <a:ext cx="188833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154" y="5239941"/>
            <a:ext cx="7821692" cy="2286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1154" y="5380077"/>
            <a:ext cx="236136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Penalty Exposure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61154" y="5788343"/>
            <a:ext cx="782169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Non-compliance results in fines, delisting, and reputational damage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154" y="6421041"/>
            <a:ext cx="188833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61154" y="6719173"/>
            <a:ext cx="7821692" cy="22860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1154" y="6859310"/>
            <a:ext cx="236136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Green Sourcing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61154" y="7267575"/>
            <a:ext cx="782169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Transition to certified sustainable suppliers becomes competitive advantage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Custom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Hubot Sans Bold</vt:lpstr>
      <vt:lpstr>Arial</vt:lpstr>
      <vt:lpstr>Hubot Sans Light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2025-12-14T10:30:37Z</dcterms:modified>
</cp:coreProperties>
</file>