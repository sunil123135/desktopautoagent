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2C32E8-9768-4E34-8E95-B102A583F95C}" v="1" dt="2025-12-14T10:29:08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10:29:02.149" v="1" actId="47"/>
      <pc:docMkLst>
        <pc:docMk/>
      </pc:docMkLst>
      <pc:sldChg chg="del">
        <pc:chgData name="Lalwani, Sunil" userId="95b0a425-4eed-4b84-a7cf-34664c131309" providerId="ADAL" clId="{CC5F0CBF-77A6-4739-8FF3-8FB7DAFF4AC8}" dt="2025-12-14T10:29:02.149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10:29:02.149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10:29:02.149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10:29:02.149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10:29:02.149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10:29:02.149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10:29:02.149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10:29:02.149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10:28:57.910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10:28:57.910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10:28:57.910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10:28:57.910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10:28:57.910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10:28:57.910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10:28:57.910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10:28:57.910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10:28:57.910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10:28:57.910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10:28:57.910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449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83925"/>
            <a:ext cx="12130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Cyberattacks on Supply Chain IT Systems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32866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E8E8E3"/>
          </a:solidFill>
          <a:ln w="3048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63310" y="4832866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42524" y="5090160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2023 Ransomware Attack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5934908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Major logistics provider paralyzed for 72 hours, halting thousands of shipments across continents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4832866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E8E8E3"/>
          </a:solidFill>
          <a:ln w="3048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186482" y="4832866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65696" y="5090160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Visibility System Vulnerabilities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565696" y="593490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Real-time tracking platforms exposed to sophisticated hacking attempts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4832866"/>
            <a:ext cx="4196358" cy="2448044"/>
          </a:xfrm>
          <a:prstGeom prst="roundRect">
            <a:avLst>
              <a:gd name="adj" fmla="val 5976"/>
            </a:avLst>
          </a:prstGeom>
          <a:solidFill>
            <a:srgbClr val="E8E8E3"/>
          </a:solidFill>
          <a:ln w="3048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609653" y="4832866"/>
            <a:ext cx="121920" cy="2448044"/>
          </a:xfrm>
          <a:prstGeom prst="roundRect">
            <a:avLst>
              <a:gd name="adj" fmla="val 78139"/>
            </a:avLst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988868" y="5090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Financial Impact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988868" y="558057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Average cost of supply chain cyber incident: $4.2M plus reputation damage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2025-12-14T09:57:07Z</dcterms:created>
  <dcterms:modified xsi:type="dcterms:W3CDTF">2025-12-14T10:29:11Z</dcterms:modified>
</cp:coreProperties>
</file>