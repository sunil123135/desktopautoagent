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EA2EB6-2F0D-497D-AF89-6A3F53AE95DD}" v="1" dt="2025-12-14T10:28:32.9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10:28:24.281" v="1" actId="47"/>
      <pc:docMkLst>
        <pc:docMk/>
      </pc:docMkLst>
      <pc:sldChg chg="del">
        <pc:chgData name="Lalwani, Sunil" userId="95b0a425-4eed-4b84-a7cf-34664c131309" providerId="ADAL" clId="{CC5F0CBF-77A6-4739-8FF3-8FB7DAFF4AC8}" dt="2025-12-14T10:28:24.281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10:28:24.281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10:28:24.281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10:28:24.281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10:28:24.281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10:28:24.281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10:28:24.281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10:28:24.281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10:28:24.281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10:28:20.217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10:28:20.217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10:28:20.217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10:28:20.217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10:28:20.217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10:28:20.217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10:28:20.217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10:28:20.217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10:28:20.217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10:28:20.217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9065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9487" y="518160"/>
            <a:ext cx="12217598" cy="588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Software and Firmware Vulnerabilities in Equipment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487" y="1601629"/>
            <a:ext cx="6425922" cy="64259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52611" y="1578054"/>
            <a:ext cx="2779276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IoT Device Exploitation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552611" y="2060734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Connected warehouse equipment creates multiple attack vectors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552611" y="2531745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Unpatched firmware flaws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552611" y="2899053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Default password vulnerabilities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552611" y="3266361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Network segmentation gaps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52611" y="3756184"/>
            <a:ext cx="235553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Real-World Impact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552611" y="4238863"/>
            <a:ext cx="6425922" cy="60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Firmware flaw in automated sorting systems caused multi-day delays at distribution centers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Hubot Sans Bold</vt:lpstr>
      <vt:lpstr>Arial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2025-12-14T09:57:07Z</dcterms:created>
  <dcterms:modified xsi:type="dcterms:W3CDTF">2025-12-14T10:28:36Z</dcterms:modified>
</cp:coreProperties>
</file>