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"/>
  </p:notesMasterIdLst>
  <p:sldIdLst>
    <p:sldId id="266" r:id="rId2"/>
  </p:sldIdLst>
  <p:sldSz cx="14630400" cy="8229600"/>
  <p:notesSz cx="8229600" cy="14630400"/>
  <p:embeddedFontLst>
    <p:embeddedFont>
      <p:font typeface="Roboto Condensed" panose="02000000000000000000" pitchFamily="2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lwani, Sunil" userId="95b0a425-4eed-4b84-a7cf-34664c131309" providerId="ADAL" clId="{CC5F0CBF-77A6-4739-8FF3-8FB7DAFF4AC8}"/>
    <pc:docChg chg="delSld">
      <pc:chgData name="Lalwani, Sunil" userId="95b0a425-4eed-4b84-a7cf-34664c131309" providerId="ADAL" clId="{CC5F0CBF-77A6-4739-8FF3-8FB7DAFF4AC8}" dt="2025-12-14T10:28:00.372" v="1" actId="47"/>
      <pc:docMkLst>
        <pc:docMk/>
      </pc:docMkLst>
      <pc:sldChg chg="del">
        <pc:chgData name="Lalwani, Sunil" userId="95b0a425-4eed-4b84-a7cf-34664c131309" providerId="ADAL" clId="{CC5F0CBF-77A6-4739-8FF3-8FB7DAFF4AC8}" dt="2025-12-14T10:28:00.372" v="1" actId="47"/>
        <pc:sldMkLst>
          <pc:docMk/>
          <pc:sldMk cId="0" sldId="256"/>
        </pc:sldMkLst>
      </pc:sldChg>
      <pc:sldChg chg="del">
        <pc:chgData name="Lalwani, Sunil" userId="95b0a425-4eed-4b84-a7cf-34664c131309" providerId="ADAL" clId="{CC5F0CBF-77A6-4739-8FF3-8FB7DAFF4AC8}" dt="2025-12-14T10:28:00.372" v="1" actId="47"/>
        <pc:sldMkLst>
          <pc:docMk/>
          <pc:sldMk cId="0" sldId="257"/>
        </pc:sldMkLst>
      </pc:sldChg>
      <pc:sldChg chg="del">
        <pc:chgData name="Lalwani, Sunil" userId="95b0a425-4eed-4b84-a7cf-34664c131309" providerId="ADAL" clId="{CC5F0CBF-77A6-4739-8FF3-8FB7DAFF4AC8}" dt="2025-12-14T10:28:00.372" v="1" actId="47"/>
        <pc:sldMkLst>
          <pc:docMk/>
          <pc:sldMk cId="0" sldId="258"/>
        </pc:sldMkLst>
      </pc:sldChg>
      <pc:sldChg chg="del">
        <pc:chgData name="Lalwani, Sunil" userId="95b0a425-4eed-4b84-a7cf-34664c131309" providerId="ADAL" clId="{CC5F0CBF-77A6-4739-8FF3-8FB7DAFF4AC8}" dt="2025-12-14T10:28:00.372" v="1" actId="47"/>
        <pc:sldMkLst>
          <pc:docMk/>
          <pc:sldMk cId="0" sldId="259"/>
        </pc:sldMkLst>
      </pc:sldChg>
      <pc:sldChg chg="del">
        <pc:chgData name="Lalwani, Sunil" userId="95b0a425-4eed-4b84-a7cf-34664c131309" providerId="ADAL" clId="{CC5F0CBF-77A6-4739-8FF3-8FB7DAFF4AC8}" dt="2025-12-14T10:28:00.372" v="1" actId="47"/>
        <pc:sldMkLst>
          <pc:docMk/>
          <pc:sldMk cId="0" sldId="260"/>
        </pc:sldMkLst>
      </pc:sldChg>
      <pc:sldChg chg="del">
        <pc:chgData name="Lalwani, Sunil" userId="95b0a425-4eed-4b84-a7cf-34664c131309" providerId="ADAL" clId="{CC5F0CBF-77A6-4739-8FF3-8FB7DAFF4AC8}" dt="2025-12-14T10:28:00.372" v="1" actId="47"/>
        <pc:sldMkLst>
          <pc:docMk/>
          <pc:sldMk cId="0" sldId="261"/>
        </pc:sldMkLst>
      </pc:sldChg>
      <pc:sldChg chg="del">
        <pc:chgData name="Lalwani, Sunil" userId="95b0a425-4eed-4b84-a7cf-34664c131309" providerId="ADAL" clId="{CC5F0CBF-77A6-4739-8FF3-8FB7DAFF4AC8}" dt="2025-12-14T10:28:00.372" v="1" actId="47"/>
        <pc:sldMkLst>
          <pc:docMk/>
          <pc:sldMk cId="0" sldId="262"/>
        </pc:sldMkLst>
      </pc:sldChg>
      <pc:sldChg chg="del">
        <pc:chgData name="Lalwani, Sunil" userId="95b0a425-4eed-4b84-a7cf-34664c131309" providerId="ADAL" clId="{CC5F0CBF-77A6-4739-8FF3-8FB7DAFF4AC8}" dt="2025-12-14T10:28:00.372" v="1" actId="47"/>
        <pc:sldMkLst>
          <pc:docMk/>
          <pc:sldMk cId="0" sldId="263"/>
        </pc:sldMkLst>
      </pc:sldChg>
      <pc:sldChg chg="del">
        <pc:chgData name="Lalwani, Sunil" userId="95b0a425-4eed-4b84-a7cf-34664c131309" providerId="ADAL" clId="{CC5F0CBF-77A6-4739-8FF3-8FB7DAFF4AC8}" dt="2025-12-14T10:28:00.372" v="1" actId="47"/>
        <pc:sldMkLst>
          <pc:docMk/>
          <pc:sldMk cId="0" sldId="264"/>
        </pc:sldMkLst>
      </pc:sldChg>
      <pc:sldChg chg="del">
        <pc:chgData name="Lalwani, Sunil" userId="95b0a425-4eed-4b84-a7cf-34664c131309" providerId="ADAL" clId="{CC5F0CBF-77A6-4739-8FF3-8FB7DAFF4AC8}" dt="2025-12-14T10:28:00.372" v="1" actId="47"/>
        <pc:sldMkLst>
          <pc:docMk/>
          <pc:sldMk cId="0" sldId="265"/>
        </pc:sldMkLst>
      </pc:sldChg>
      <pc:sldChg chg="del">
        <pc:chgData name="Lalwani, Sunil" userId="95b0a425-4eed-4b84-a7cf-34664c131309" providerId="ADAL" clId="{CC5F0CBF-77A6-4739-8FF3-8FB7DAFF4AC8}" dt="2025-12-14T10:27:56.556" v="0" actId="47"/>
        <pc:sldMkLst>
          <pc:docMk/>
          <pc:sldMk cId="0" sldId="267"/>
        </pc:sldMkLst>
      </pc:sldChg>
      <pc:sldChg chg="del">
        <pc:chgData name="Lalwani, Sunil" userId="95b0a425-4eed-4b84-a7cf-34664c131309" providerId="ADAL" clId="{CC5F0CBF-77A6-4739-8FF3-8FB7DAFF4AC8}" dt="2025-12-14T10:27:56.556" v="0" actId="47"/>
        <pc:sldMkLst>
          <pc:docMk/>
          <pc:sldMk cId="0" sldId="268"/>
        </pc:sldMkLst>
      </pc:sldChg>
      <pc:sldChg chg="del">
        <pc:chgData name="Lalwani, Sunil" userId="95b0a425-4eed-4b84-a7cf-34664c131309" providerId="ADAL" clId="{CC5F0CBF-77A6-4739-8FF3-8FB7DAFF4AC8}" dt="2025-12-14T10:27:56.556" v="0" actId="47"/>
        <pc:sldMkLst>
          <pc:docMk/>
          <pc:sldMk cId="0" sldId="269"/>
        </pc:sldMkLst>
      </pc:sldChg>
      <pc:sldChg chg="del">
        <pc:chgData name="Lalwani, Sunil" userId="95b0a425-4eed-4b84-a7cf-34664c131309" providerId="ADAL" clId="{CC5F0CBF-77A6-4739-8FF3-8FB7DAFF4AC8}" dt="2025-12-14T10:27:56.556" v="0" actId="47"/>
        <pc:sldMkLst>
          <pc:docMk/>
          <pc:sldMk cId="0" sldId="270"/>
        </pc:sldMkLst>
      </pc:sldChg>
      <pc:sldChg chg="del">
        <pc:chgData name="Lalwani, Sunil" userId="95b0a425-4eed-4b84-a7cf-34664c131309" providerId="ADAL" clId="{CC5F0CBF-77A6-4739-8FF3-8FB7DAFF4AC8}" dt="2025-12-14T10:27:56.556" v="0" actId="47"/>
        <pc:sldMkLst>
          <pc:docMk/>
          <pc:sldMk cId="0" sldId="271"/>
        </pc:sldMkLst>
      </pc:sldChg>
      <pc:sldChg chg="del">
        <pc:chgData name="Lalwani, Sunil" userId="95b0a425-4eed-4b84-a7cf-34664c131309" providerId="ADAL" clId="{CC5F0CBF-77A6-4739-8FF3-8FB7DAFF4AC8}" dt="2025-12-14T10:27:56.556" v="0" actId="47"/>
        <pc:sldMkLst>
          <pc:docMk/>
          <pc:sldMk cId="0" sldId="272"/>
        </pc:sldMkLst>
      </pc:sldChg>
      <pc:sldChg chg="del">
        <pc:chgData name="Lalwani, Sunil" userId="95b0a425-4eed-4b84-a7cf-34664c131309" providerId="ADAL" clId="{CC5F0CBF-77A6-4739-8FF3-8FB7DAFF4AC8}" dt="2025-12-14T10:27:56.556" v="0" actId="47"/>
        <pc:sldMkLst>
          <pc:docMk/>
          <pc:sldMk cId="0" sldId="273"/>
        </pc:sldMkLst>
      </pc:sldChg>
      <pc:sldChg chg="del">
        <pc:chgData name="Lalwani, Sunil" userId="95b0a425-4eed-4b84-a7cf-34664c131309" providerId="ADAL" clId="{CC5F0CBF-77A6-4739-8FF3-8FB7DAFF4AC8}" dt="2025-12-14T10:27:56.556" v="0" actId="47"/>
        <pc:sldMkLst>
          <pc:docMk/>
          <pc:sldMk cId="0" sldId="274"/>
        </pc:sldMkLst>
      </pc:sldChg>
      <pc:sldChg chg="del">
        <pc:chgData name="Lalwani, Sunil" userId="95b0a425-4eed-4b84-a7cf-34664c131309" providerId="ADAL" clId="{CC5F0CBF-77A6-4739-8FF3-8FB7DAFF4AC8}" dt="2025-12-14T10:27:56.556" v="0" actId="47"/>
        <pc:sldMkLst>
          <pc:docMk/>
          <pc:sldMk cId="0" sldId="2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695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1109"/>
            <a:ext cx="1290554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Risks from Cloud and Virtualization Platforms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857256" y="29522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Cloud Outages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442692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Single provider failures paralyze SCM software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26731" y="3218974"/>
            <a:ext cx="339328" cy="3393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37790" y="3133725"/>
            <a:ext cx="297227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Multi-Cloud Strategy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937790" y="3624143"/>
            <a:ext cx="3898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Distribute workloads across providers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52604" y="3607475"/>
            <a:ext cx="339328" cy="33932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37790" y="5586293"/>
            <a:ext cx="311538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Redundancy Planning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937790" y="6076712"/>
            <a:ext cx="3898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Build failover systems and local backups</a:t>
            </a:r>
            <a:endParaRPr lang="en-US" sz="1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064103" y="5833348"/>
            <a:ext cx="339328" cy="33932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857256" y="55862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Rapid Recovery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793790" y="6076712"/>
            <a:ext cx="389870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Test disaster recovery procedures quarterly</a:t>
            </a:r>
            <a:endParaRPr lang="en-US" sz="175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838230" y="5444847"/>
            <a:ext cx="339328" cy="3393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</Words>
  <Application>Microsoft Office PowerPoint</Application>
  <PresentationFormat>Custom</PresentationFormat>
  <Paragraphs>10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Hubot Sans Bold</vt:lpstr>
      <vt:lpstr>Arial</vt:lpstr>
      <vt:lpstr>Roboto Condensed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Lalwani, Sunil</cp:lastModifiedBy>
  <cp:revision>1</cp:revision>
  <dcterms:created xsi:type="dcterms:W3CDTF">2025-12-14T09:57:07Z</dcterms:created>
  <dcterms:modified xsi:type="dcterms:W3CDTF">2025-12-14T10:28:03Z</dcterms:modified>
</cp:coreProperties>
</file>