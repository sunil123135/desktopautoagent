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7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998556-F248-4D46-9714-123FB5715FD5}" v="1" dt="2025-12-14T10:27:38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10:27:30.205" v="1" actId="47"/>
      <pc:docMkLst>
        <pc:docMk/>
      </pc:docMkLst>
      <pc:sldChg chg="del">
        <pc:chgData name="Lalwani, Sunil" userId="95b0a425-4eed-4b84-a7cf-34664c131309" providerId="ADAL" clId="{CC5F0CBF-77A6-4739-8FF3-8FB7DAFF4AC8}" dt="2025-12-14T10:27:30.205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10:27:30.205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10:27:30.205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10:27:30.205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10:27:30.205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10:27:30.205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10:27:30.205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10:27:30.205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10:27:30.205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10:27:30.205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10:27:30.205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10:27:26.586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10:27:26.586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10:27:26.586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10:27:26.586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10:27:26.586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10:27:26.586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10:27:26.586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10:27:26.586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6149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4630400" cy="27364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6167" y="3339108"/>
            <a:ext cx="10920174" cy="684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Lack of Supplier Cybersecurity Controls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094542" y="5227320"/>
            <a:ext cx="3891558" cy="218837"/>
          </a:xfrm>
          <a:prstGeom prst="roundRect">
            <a:avLst>
              <a:gd name="adj" fmla="val 42016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6167" y="5008364"/>
            <a:ext cx="656749" cy="656749"/>
          </a:xfrm>
          <a:prstGeom prst="roundRect">
            <a:avLst>
              <a:gd name="adj" fmla="val 69616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354" y="5172551"/>
            <a:ext cx="328374" cy="3283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5004" y="5883950"/>
            <a:ext cx="27364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Weak Links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985004" y="6357223"/>
            <a:ext cx="3782378" cy="105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Small suppliers often lack robust cybersecurity infrastructure, creating vulnerability chains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533430" y="4898946"/>
            <a:ext cx="3891677" cy="218837"/>
          </a:xfrm>
          <a:prstGeom prst="roundRect">
            <a:avLst>
              <a:gd name="adj" fmla="val 42016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205055" y="4679990"/>
            <a:ext cx="656749" cy="656749"/>
          </a:xfrm>
          <a:prstGeom prst="roundRect">
            <a:avLst>
              <a:gd name="adj" fmla="val 69616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69243" y="4844177"/>
            <a:ext cx="328374" cy="3283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3892" y="5555575"/>
            <a:ext cx="27364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Due Diligence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5423892" y="6028849"/>
            <a:ext cx="3782497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Mandatory security assessments before onboarding new partners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9972437" y="4570571"/>
            <a:ext cx="3891677" cy="218837"/>
          </a:xfrm>
          <a:prstGeom prst="roundRect">
            <a:avLst>
              <a:gd name="adj" fmla="val 42016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644063" y="4351615"/>
            <a:ext cx="656749" cy="656749"/>
          </a:xfrm>
          <a:prstGeom prst="roundRect">
            <a:avLst>
              <a:gd name="adj" fmla="val 69616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08250" y="4515803"/>
            <a:ext cx="328374" cy="3283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62899" y="5227201"/>
            <a:ext cx="27364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Risk Reduction</a:t>
            </a:r>
            <a:endParaRPr lang="en-US" sz="2150" dirty="0"/>
          </a:p>
        </p:txBody>
      </p:sp>
      <p:sp>
        <p:nvSpPr>
          <p:cNvPr id="18" name="Text 12"/>
          <p:cNvSpPr/>
          <p:nvPr/>
        </p:nvSpPr>
        <p:spPr>
          <a:xfrm>
            <a:off x="9862899" y="5700474"/>
            <a:ext cx="3782497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Regular audits and security training reduce exposure by 60%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2025-12-14T09:57:07Z</dcterms:created>
  <dcterms:modified xsi:type="dcterms:W3CDTF">2025-12-14T10:27:39Z</dcterms:modified>
</cp:coreProperties>
</file>