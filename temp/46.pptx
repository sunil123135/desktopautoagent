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C647D-58C4-4859-A350-A6DDAF6DEB6A}" v="1" dt="2025-12-14T10:27:08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7:03.372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7:03.372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6:56.031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04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372" y="393859"/>
            <a:ext cx="8219361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Supply Chain Data Integrity and SBOM Usage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1372" y="1199555"/>
            <a:ext cx="223837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Software Bill of Materials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1372" y="1566624"/>
            <a:ext cx="594026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SBOM provides transparency into component origins and vulnerabilities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1372" y="1924526"/>
            <a:ext cx="594026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Track every software element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1372" y="2203728"/>
            <a:ext cx="594026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Identify hidden dependencies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1372" y="2482929"/>
            <a:ext cx="594026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Monitor security patches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1372" y="2762131"/>
            <a:ext cx="594026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Ensure compliance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98588" y="1199555"/>
            <a:ext cx="179070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Risk Mitigation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8588" y="1566624"/>
            <a:ext cx="73379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Comprehensive software supply chain visibility reduces hidden vulnerabilities by exposing third-party risks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8588" y="1956792"/>
            <a:ext cx="7337941" cy="73379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2025-12-14T10:27:12Z</dcterms:modified>
</cp:coreProperties>
</file>