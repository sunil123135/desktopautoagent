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70" r:id="rId2"/>
  </p:sldIdLst>
  <p:sldSz cx="14630400" cy="8229600"/>
  <p:notesSz cx="8229600" cy="14630400"/>
  <p:embeddedFontLst>
    <p:embeddedFont>
      <p:font typeface="Roboto Condensed" panose="02000000000000000000" pitchFamily="2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8D6485-EDF0-4B39-BA3B-565C6DE0FDF4}" v="1" dt="2025-12-14T10:25:24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4T10:25:17.010" v="1" actId="47"/>
      <pc:docMkLst>
        <pc:docMk/>
      </pc:docMkLst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3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10:25:17.010" v="1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10:25:11.560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10:25:11.560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10:25:11.560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10:25:11.560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10:25:11.560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28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1D1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0" y="0"/>
            <a:ext cx="5486400" cy="82324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9381" y="596622"/>
            <a:ext cx="7625239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Demand Forecasting Failures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759381" y="2278142"/>
            <a:ext cx="30480" cy="5357693"/>
          </a:xfrm>
          <a:prstGeom prst="roundRect">
            <a:avLst>
              <a:gd name="adj" fmla="val 298993"/>
            </a:avLst>
          </a:prstGeom>
          <a:solidFill>
            <a:srgbClr val="C7CF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789861" y="2278142"/>
            <a:ext cx="7625239" cy="1612344"/>
          </a:xfrm>
          <a:prstGeom prst="rect">
            <a:avLst/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06793" y="2502694"/>
            <a:ext cx="3673554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COVID-19 Demand Swings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06793" y="2971800"/>
            <a:ext cx="7183755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Pandemic exposed critical forecasting weaknesses as consumer behavior shifted overnight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89861" y="4324350"/>
            <a:ext cx="7625239" cy="1612344"/>
          </a:xfrm>
          <a:prstGeom prst="rect">
            <a:avLst/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6793" y="4548902"/>
            <a:ext cx="3359587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Financial Consequences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06793" y="5018008"/>
            <a:ext cx="7183755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Overstocks and stockouts cost businesses billions annually in lost sales and markdowns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89861" y="6370558"/>
            <a:ext cx="7625239" cy="1265277"/>
          </a:xfrm>
          <a:prstGeom prst="rect">
            <a:avLst/>
          </a:prstGeom>
          <a:solidFill>
            <a:srgbClr val="E1E9EA"/>
          </a:solidFill>
          <a:ln w="7620">
            <a:solidFill>
              <a:srgbClr val="C7CF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06793" y="6595110"/>
            <a:ext cx="3018830" cy="338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AI-Powered Solutions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006793" y="7064216"/>
            <a:ext cx="7183755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Machine learning models now predict demand with 25% greater accuracy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44</Words>
  <Application>Microsoft Office PowerPoint</Application>
  <PresentationFormat>Custom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Hubot Sans Bold</vt:lpstr>
      <vt:lpstr>Arial</vt:lpstr>
      <vt:lpstr>Roboto Condensed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2025-12-14T09:57:07Z</dcterms:created>
  <dcterms:modified xsi:type="dcterms:W3CDTF">2025-12-14T10:26:38Z</dcterms:modified>
</cp:coreProperties>
</file>