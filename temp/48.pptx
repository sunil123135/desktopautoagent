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1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932E6-E791-419E-8073-DCBBBEF3AD45}" v="1" dt="2025-12-14T10:24:21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4:15.510" v="2" actId="47"/>
      <pc:docMkLst>
        <pc:docMk/>
      </pc:docMkLst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4:15.510" v="2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10:24:07.155" v="1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4:05.457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4:05.457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4:05.457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72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745"/>
            <a:ext cx="9805154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Single-Sourcing and Supplier Concentration Risks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2093" y="1321118"/>
            <a:ext cx="256305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Dangerous Dependencies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52093" y="1725335"/>
            <a:ext cx="65707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Overreliance on single suppliers in geopolitically unstable regions amplifies vulnerability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2093" y="2155150"/>
            <a:ext cx="6570702" cy="65707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5225" y="1321118"/>
            <a:ext cx="197191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2021 Chip Shortage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15225" y="1725335"/>
            <a:ext cx="65707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Crisis worsened by concentrated fab production in Taiwan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15225" y="2119670"/>
            <a:ext cx="65707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Automotive production halted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15225" y="2427208"/>
            <a:ext cx="65707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Consumer electronics delayed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15225" y="2734747"/>
            <a:ext cx="65707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$500B+ economic impact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15225" y="3144917"/>
            <a:ext cx="1971913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Mitigation Strategy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15225" y="3549134"/>
            <a:ext cx="65707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Dual-sourcing protocols now standard for critical components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</Words>
  <Application>Microsoft Office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2025-12-14T10:24:25Z</dcterms:modified>
</cp:coreProperties>
</file>