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"/>
  </p:notesMasterIdLst>
  <p:sldIdLst>
    <p:sldId id="273" r:id="rId2"/>
  </p:sldIdLst>
  <p:sldSz cx="14630400" cy="8229600"/>
  <p:notesSz cx="8229600" cy="14630400"/>
  <p:embeddedFontLst>
    <p:embeddedFont>
      <p:font typeface="Roboto Condensed" panose="02000000000000000000" pitchFamily="2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CF3E65-3D71-49CB-9723-116371CF8139}" v="1" dt="2025-12-14T10:23:07.3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font" Target="fonts/font1.fntdata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lwani, Sunil" userId="95b0a425-4eed-4b84-a7cf-34664c131309" providerId="ADAL" clId="{CC5F0CBF-77A6-4739-8FF3-8FB7DAFF4AC8}"/>
    <pc:docChg chg="delSld">
      <pc:chgData name="Lalwani, Sunil" userId="95b0a425-4eed-4b84-a7cf-34664c131309" providerId="ADAL" clId="{CC5F0CBF-77A6-4739-8FF3-8FB7DAFF4AC8}" dt="2025-12-14T10:23:01.514" v="2" actId="47"/>
      <pc:docMkLst>
        <pc:docMk/>
      </pc:docMkLst>
      <pc:sldChg chg="del">
        <pc:chgData name="Lalwani, Sunil" userId="95b0a425-4eed-4b84-a7cf-34664c131309" providerId="ADAL" clId="{CC5F0CBF-77A6-4739-8FF3-8FB7DAFF4AC8}" dt="2025-12-14T10:23:01.514" v="2" actId="47"/>
        <pc:sldMkLst>
          <pc:docMk/>
          <pc:sldMk cId="0" sldId="256"/>
        </pc:sldMkLst>
      </pc:sldChg>
      <pc:sldChg chg="del">
        <pc:chgData name="Lalwani, Sunil" userId="95b0a425-4eed-4b84-a7cf-34664c131309" providerId="ADAL" clId="{CC5F0CBF-77A6-4739-8FF3-8FB7DAFF4AC8}" dt="2025-12-14T10:23:01.514" v="2" actId="47"/>
        <pc:sldMkLst>
          <pc:docMk/>
          <pc:sldMk cId="0" sldId="257"/>
        </pc:sldMkLst>
      </pc:sldChg>
      <pc:sldChg chg="del">
        <pc:chgData name="Lalwani, Sunil" userId="95b0a425-4eed-4b84-a7cf-34664c131309" providerId="ADAL" clId="{CC5F0CBF-77A6-4739-8FF3-8FB7DAFF4AC8}" dt="2025-12-14T10:23:01.514" v="2" actId="47"/>
        <pc:sldMkLst>
          <pc:docMk/>
          <pc:sldMk cId="0" sldId="258"/>
        </pc:sldMkLst>
      </pc:sldChg>
      <pc:sldChg chg="del">
        <pc:chgData name="Lalwani, Sunil" userId="95b0a425-4eed-4b84-a7cf-34664c131309" providerId="ADAL" clId="{CC5F0CBF-77A6-4739-8FF3-8FB7DAFF4AC8}" dt="2025-12-14T10:23:01.514" v="2" actId="47"/>
        <pc:sldMkLst>
          <pc:docMk/>
          <pc:sldMk cId="0" sldId="259"/>
        </pc:sldMkLst>
      </pc:sldChg>
      <pc:sldChg chg="del">
        <pc:chgData name="Lalwani, Sunil" userId="95b0a425-4eed-4b84-a7cf-34664c131309" providerId="ADAL" clId="{CC5F0CBF-77A6-4739-8FF3-8FB7DAFF4AC8}" dt="2025-12-14T10:23:01.514" v="2" actId="47"/>
        <pc:sldMkLst>
          <pc:docMk/>
          <pc:sldMk cId="0" sldId="260"/>
        </pc:sldMkLst>
      </pc:sldChg>
      <pc:sldChg chg="del">
        <pc:chgData name="Lalwani, Sunil" userId="95b0a425-4eed-4b84-a7cf-34664c131309" providerId="ADAL" clId="{CC5F0CBF-77A6-4739-8FF3-8FB7DAFF4AC8}" dt="2025-12-14T10:23:01.514" v="2" actId="47"/>
        <pc:sldMkLst>
          <pc:docMk/>
          <pc:sldMk cId="0" sldId="261"/>
        </pc:sldMkLst>
      </pc:sldChg>
      <pc:sldChg chg="del">
        <pc:chgData name="Lalwani, Sunil" userId="95b0a425-4eed-4b84-a7cf-34664c131309" providerId="ADAL" clId="{CC5F0CBF-77A6-4739-8FF3-8FB7DAFF4AC8}" dt="2025-12-14T10:23:01.514" v="2" actId="47"/>
        <pc:sldMkLst>
          <pc:docMk/>
          <pc:sldMk cId="0" sldId="262"/>
        </pc:sldMkLst>
      </pc:sldChg>
      <pc:sldChg chg="del">
        <pc:chgData name="Lalwani, Sunil" userId="95b0a425-4eed-4b84-a7cf-34664c131309" providerId="ADAL" clId="{CC5F0CBF-77A6-4739-8FF3-8FB7DAFF4AC8}" dt="2025-12-14T10:23:01.514" v="2" actId="47"/>
        <pc:sldMkLst>
          <pc:docMk/>
          <pc:sldMk cId="0" sldId="263"/>
        </pc:sldMkLst>
      </pc:sldChg>
      <pc:sldChg chg="del">
        <pc:chgData name="Lalwani, Sunil" userId="95b0a425-4eed-4b84-a7cf-34664c131309" providerId="ADAL" clId="{CC5F0CBF-77A6-4739-8FF3-8FB7DAFF4AC8}" dt="2025-12-14T10:23:01.514" v="2" actId="47"/>
        <pc:sldMkLst>
          <pc:docMk/>
          <pc:sldMk cId="0" sldId="264"/>
        </pc:sldMkLst>
      </pc:sldChg>
      <pc:sldChg chg="del">
        <pc:chgData name="Lalwani, Sunil" userId="95b0a425-4eed-4b84-a7cf-34664c131309" providerId="ADAL" clId="{CC5F0CBF-77A6-4739-8FF3-8FB7DAFF4AC8}" dt="2025-12-14T10:23:01.514" v="2" actId="47"/>
        <pc:sldMkLst>
          <pc:docMk/>
          <pc:sldMk cId="0" sldId="265"/>
        </pc:sldMkLst>
      </pc:sldChg>
      <pc:sldChg chg="del">
        <pc:chgData name="Lalwani, Sunil" userId="95b0a425-4eed-4b84-a7cf-34664c131309" providerId="ADAL" clId="{CC5F0CBF-77A6-4739-8FF3-8FB7DAFF4AC8}" dt="2025-12-14T10:23:01.514" v="2" actId="47"/>
        <pc:sldMkLst>
          <pc:docMk/>
          <pc:sldMk cId="0" sldId="266"/>
        </pc:sldMkLst>
      </pc:sldChg>
      <pc:sldChg chg="del">
        <pc:chgData name="Lalwani, Sunil" userId="95b0a425-4eed-4b84-a7cf-34664c131309" providerId="ADAL" clId="{CC5F0CBF-77A6-4739-8FF3-8FB7DAFF4AC8}" dt="2025-12-14T10:23:01.514" v="2" actId="47"/>
        <pc:sldMkLst>
          <pc:docMk/>
          <pc:sldMk cId="0" sldId="267"/>
        </pc:sldMkLst>
      </pc:sldChg>
      <pc:sldChg chg="del">
        <pc:chgData name="Lalwani, Sunil" userId="95b0a425-4eed-4b84-a7cf-34664c131309" providerId="ADAL" clId="{CC5F0CBF-77A6-4739-8FF3-8FB7DAFF4AC8}" dt="2025-12-14T10:23:01.514" v="2" actId="47"/>
        <pc:sldMkLst>
          <pc:docMk/>
          <pc:sldMk cId="0" sldId="268"/>
        </pc:sldMkLst>
      </pc:sldChg>
      <pc:sldChg chg="del">
        <pc:chgData name="Lalwani, Sunil" userId="95b0a425-4eed-4b84-a7cf-34664c131309" providerId="ADAL" clId="{CC5F0CBF-77A6-4739-8FF3-8FB7DAFF4AC8}" dt="2025-12-14T10:23:01.514" v="2" actId="47"/>
        <pc:sldMkLst>
          <pc:docMk/>
          <pc:sldMk cId="0" sldId="269"/>
        </pc:sldMkLst>
      </pc:sldChg>
      <pc:sldChg chg="del">
        <pc:chgData name="Lalwani, Sunil" userId="95b0a425-4eed-4b84-a7cf-34664c131309" providerId="ADAL" clId="{CC5F0CBF-77A6-4739-8FF3-8FB7DAFF4AC8}" dt="2025-12-14T10:23:01.514" v="2" actId="47"/>
        <pc:sldMkLst>
          <pc:docMk/>
          <pc:sldMk cId="0" sldId="270"/>
        </pc:sldMkLst>
      </pc:sldChg>
      <pc:sldChg chg="del">
        <pc:chgData name="Lalwani, Sunil" userId="95b0a425-4eed-4b84-a7cf-34664c131309" providerId="ADAL" clId="{CC5F0CBF-77A6-4739-8FF3-8FB7DAFF4AC8}" dt="2025-12-14T10:23:01.514" v="2" actId="47"/>
        <pc:sldMkLst>
          <pc:docMk/>
          <pc:sldMk cId="0" sldId="271"/>
        </pc:sldMkLst>
      </pc:sldChg>
      <pc:sldChg chg="del">
        <pc:chgData name="Lalwani, Sunil" userId="95b0a425-4eed-4b84-a7cf-34664c131309" providerId="ADAL" clId="{CC5F0CBF-77A6-4739-8FF3-8FB7DAFF4AC8}" dt="2025-12-14T10:23:01.514" v="2" actId="47"/>
        <pc:sldMkLst>
          <pc:docMk/>
          <pc:sldMk cId="0" sldId="272"/>
        </pc:sldMkLst>
      </pc:sldChg>
      <pc:sldChg chg="del">
        <pc:chgData name="Lalwani, Sunil" userId="95b0a425-4eed-4b84-a7cf-34664c131309" providerId="ADAL" clId="{CC5F0CBF-77A6-4739-8FF3-8FB7DAFF4AC8}" dt="2025-12-14T10:22:56.570" v="1" actId="47"/>
        <pc:sldMkLst>
          <pc:docMk/>
          <pc:sldMk cId="0" sldId="274"/>
        </pc:sldMkLst>
      </pc:sldChg>
      <pc:sldChg chg="del">
        <pc:chgData name="Lalwani, Sunil" userId="95b0a425-4eed-4b84-a7cf-34664c131309" providerId="ADAL" clId="{CC5F0CBF-77A6-4739-8FF3-8FB7DAFF4AC8}" dt="2025-12-14T10:22:54.853" v="0" actId="47"/>
        <pc:sldMkLst>
          <pc:docMk/>
          <pc:sldMk cId="0" sldId="27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4307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69306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Supplier Bankruptcy and Financial Instability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535341" y="2450783"/>
            <a:ext cx="30480" cy="5085636"/>
          </a:xfrm>
          <a:prstGeom prst="roundRect">
            <a:avLst>
              <a:gd name="adj" fmla="val 312558"/>
            </a:avLst>
          </a:prstGeom>
          <a:solidFill>
            <a:srgbClr val="C7C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6760012" y="2690693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C7C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280190" y="245078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9EA"/>
          </a:solidFill>
          <a:ln w="7620">
            <a:solidFill>
              <a:srgbClr val="C7C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365260" y="249328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1</a:t>
            </a:r>
            <a:endParaRPr lang="en-US" sz="2650" dirty="0"/>
          </a:p>
        </p:txBody>
      </p:sp>
      <p:sp>
        <p:nvSpPr>
          <p:cNvPr id="8" name="Text 5"/>
          <p:cNvSpPr/>
          <p:nvPr/>
        </p:nvSpPr>
        <p:spPr>
          <a:xfrm>
            <a:off x="7669411" y="252864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Early 2020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669411" y="3019068"/>
            <a:ext cx="61671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Pandemic triggers wave of supplier bankruptcies globally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760012" y="4075509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C7C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280190" y="383559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9EA"/>
          </a:solidFill>
          <a:ln w="7620">
            <a:solidFill>
              <a:srgbClr val="C7C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365260" y="3878104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2</a:t>
            </a:r>
            <a:endParaRPr lang="en-US" sz="2650" dirty="0"/>
          </a:p>
        </p:txBody>
      </p:sp>
      <p:sp>
        <p:nvSpPr>
          <p:cNvPr id="13" name="Text 10"/>
          <p:cNvSpPr/>
          <p:nvPr/>
        </p:nvSpPr>
        <p:spPr>
          <a:xfrm>
            <a:off x="7669411" y="39134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Supply Gaps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669411" y="4403884"/>
            <a:ext cx="61671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Sudden closures create immediate material shortages</a:t>
            </a:r>
            <a:endParaRPr lang="en-US" sz="1750" dirty="0"/>
          </a:p>
        </p:txBody>
      </p:sp>
      <p:sp>
        <p:nvSpPr>
          <p:cNvPr id="15" name="Shape 12"/>
          <p:cNvSpPr/>
          <p:nvPr/>
        </p:nvSpPr>
        <p:spPr>
          <a:xfrm>
            <a:off x="6760012" y="5460325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C7C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280190" y="5220414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9EA"/>
          </a:solidFill>
          <a:ln w="7620">
            <a:solidFill>
              <a:srgbClr val="C7C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365260" y="5262920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3</a:t>
            </a:r>
            <a:endParaRPr lang="en-US" sz="2650" dirty="0"/>
          </a:p>
        </p:txBody>
      </p:sp>
      <p:sp>
        <p:nvSpPr>
          <p:cNvPr id="18" name="Text 15"/>
          <p:cNvSpPr/>
          <p:nvPr/>
        </p:nvSpPr>
        <p:spPr>
          <a:xfrm>
            <a:off x="7669411" y="52982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New Protocols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7669411" y="5788700"/>
            <a:ext cx="61671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Financial health monitoring becomes standard practice</a:t>
            </a:r>
            <a:endParaRPr lang="en-US" sz="1750" dirty="0"/>
          </a:p>
        </p:txBody>
      </p:sp>
      <p:sp>
        <p:nvSpPr>
          <p:cNvPr id="20" name="Shape 17"/>
          <p:cNvSpPr/>
          <p:nvPr/>
        </p:nvSpPr>
        <p:spPr>
          <a:xfrm>
            <a:off x="6760012" y="6845141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C7C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6280190" y="660523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9EA"/>
          </a:solidFill>
          <a:ln w="7620">
            <a:solidFill>
              <a:srgbClr val="C7C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365260" y="6647736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4</a:t>
            </a:r>
            <a:endParaRPr lang="en-US" sz="2650" dirty="0"/>
          </a:p>
        </p:txBody>
      </p:sp>
      <p:sp>
        <p:nvSpPr>
          <p:cNvPr id="23" name="Text 20"/>
          <p:cNvSpPr/>
          <p:nvPr/>
        </p:nvSpPr>
        <p:spPr>
          <a:xfrm>
            <a:off x="7669411" y="668309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Risk Scoring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7669411" y="7173516"/>
            <a:ext cx="61671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Continuous credit assessment and early warning systems deployed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</Words>
  <Application>Microsoft Office PowerPoint</Application>
  <PresentationFormat>Custom</PresentationFormat>
  <Paragraphs>14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Hubot Sans Bold</vt:lpstr>
      <vt:lpstr>Arial</vt:lpstr>
      <vt:lpstr>Roboto Condensed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Lalwani, Sunil</cp:lastModifiedBy>
  <cp:revision>1</cp:revision>
  <dcterms:created xsi:type="dcterms:W3CDTF">2025-12-14T09:57:07Z</dcterms:created>
  <dcterms:modified xsi:type="dcterms:W3CDTF">2025-12-14T10:23:07Z</dcterms:modified>
</cp:coreProperties>
</file>