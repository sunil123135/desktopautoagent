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6T15:35:38.097" v="2" actId="47"/>
      <pc:docMkLst>
        <pc:docMk/>
      </pc:docMkLst>
      <pc:sldChg chg="del">
        <pc:chgData name="Lalwani, Sunil" userId="95b0a425-4eed-4b84-a7cf-34664c131309" providerId="ADAL" clId="{CC5F0CBF-77A6-4739-8FF3-8FB7DAFF4AC8}" dt="2025-12-14T09:24:05.603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4:05.603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4:05.603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6T15:35:38.097" v="2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24:02.511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732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0356"/>
            <a:ext cx="87746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Supply Chain Risk Management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2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57807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Identification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2253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Mapping vulnerabilities across suppliers, geography, and operations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102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57807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632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Assessment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122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Quantifying impact and probability of disruptions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600218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4774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Mitigation Strategy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26494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resilience through diversification and redundancy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2451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600218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4774525"/>
            <a:ext cx="3183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26494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tracking of risk indicators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133951" y="63081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COVID-19 exposed global supply chain fragility—companies with resilience strategies recovered 3x faster than those without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6053018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Inter Bold</vt:lpstr>
      <vt:lpstr>Arial</vt:lpstr>
      <vt:lpstr>Inter</vt:lpstr>
      <vt:lpstr>Calibri</vt:lpstr>
      <vt:lpstr>Inter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2025-12-16T15:35:40Z</dcterms:modified>
</cp:coreProperties>
</file>