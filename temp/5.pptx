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2"/>
  </p:notesMasterIdLst>
  <p:sldIdLst>
    <p:sldId id="260" r:id="rId2"/>
    <p:sldId id="265" r:id="rId3"/>
    <p:sldId id="458" r:id="rId4"/>
    <p:sldId id="261" r:id="rId5"/>
    <p:sldId id="263" r:id="rId6"/>
    <p:sldId id="264" r:id="rId7"/>
    <p:sldId id="267" r:id="rId8"/>
    <p:sldId id="268" r:id="rId9"/>
    <p:sldId id="269" r:id="rId10"/>
    <p:sldId id="271" r:id="rId11"/>
    <p:sldId id="272" r:id="rId12"/>
    <p:sldId id="273" r:id="rId13"/>
    <p:sldId id="275" r:id="rId14"/>
    <p:sldId id="276" r:id="rId15"/>
    <p:sldId id="277" r:id="rId16"/>
    <p:sldId id="279" r:id="rId17"/>
    <p:sldId id="280" r:id="rId18"/>
    <p:sldId id="281" r:id="rId19"/>
    <p:sldId id="283" r:id="rId20"/>
    <p:sldId id="284" r:id="rId21"/>
    <p:sldId id="285" r:id="rId22"/>
    <p:sldId id="287" r:id="rId23"/>
    <p:sldId id="288" r:id="rId24"/>
    <p:sldId id="289" r:id="rId25"/>
    <p:sldId id="291" r:id="rId26"/>
    <p:sldId id="292" r:id="rId27"/>
    <p:sldId id="293" r:id="rId28"/>
    <p:sldId id="295" r:id="rId29"/>
    <p:sldId id="296" r:id="rId30"/>
    <p:sldId id="297" r:id="rId31"/>
    <p:sldId id="299" r:id="rId32"/>
    <p:sldId id="300" r:id="rId33"/>
    <p:sldId id="301" r:id="rId34"/>
    <p:sldId id="303" r:id="rId35"/>
    <p:sldId id="304" r:id="rId36"/>
    <p:sldId id="305" r:id="rId37"/>
    <p:sldId id="307" r:id="rId38"/>
    <p:sldId id="308" r:id="rId39"/>
    <p:sldId id="309" r:id="rId40"/>
    <p:sldId id="311" r:id="rId41"/>
    <p:sldId id="312" r:id="rId42"/>
    <p:sldId id="313" r:id="rId43"/>
    <p:sldId id="315" r:id="rId44"/>
    <p:sldId id="316" r:id="rId45"/>
    <p:sldId id="317" r:id="rId46"/>
    <p:sldId id="319" r:id="rId47"/>
    <p:sldId id="320" r:id="rId48"/>
    <p:sldId id="321" r:id="rId49"/>
    <p:sldId id="323" r:id="rId50"/>
    <p:sldId id="324" r:id="rId51"/>
    <p:sldId id="325" r:id="rId52"/>
    <p:sldId id="327" r:id="rId53"/>
    <p:sldId id="328" r:id="rId54"/>
    <p:sldId id="329" r:id="rId55"/>
    <p:sldId id="331" r:id="rId56"/>
    <p:sldId id="332" r:id="rId57"/>
    <p:sldId id="333" r:id="rId58"/>
    <p:sldId id="335" r:id="rId59"/>
    <p:sldId id="336" r:id="rId60"/>
    <p:sldId id="337" r:id="rId61"/>
    <p:sldId id="339" r:id="rId62"/>
    <p:sldId id="340" r:id="rId63"/>
    <p:sldId id="341" r:id="rId64"/>
    <p:sldId id="343" r:id="rId65"/>
    <p:sldId id="344" r:id="rId66"/>
    <p:sldId id="345" r:id="rId67"/>
    <p:sldId id="347" r:id="rId68"/>
    <p:sldId id="348" r:id="rId69"/>
    <p:sldId id="349" r:id="rId70"/>
    <p:sldId id="351" r:id="rId71"/>
    <p:sldId id="352" r:id="rId72"/>
    <p:sldId id="353" r:id="rId73"/>
    <p:sldId id="355" r:id="rId74"/>
    <p:sldId id="356" r:id="rId75"/>
    <p:sldId id="357" r:id="rId76"/>
    <p:sldId id="359" r:id="rId77"/>
    <p:sldId id="360" r:id="rId78"/>
    <p:sldId id="361" r:id="rId79"/>
    <p:sldId id="363" r:id="rId80"/>
    <p:sldId id="364" r:id="rId81"/>
    <p:sldId id="365" r:id="rId82"/>
    <p:sldId id="367" r:id="rId83"/>
    <p:sldId id="368" r:id="rId84"/>
    <p:sldId id="369" r:id="rId85"/>
    <p:sldId id="371" r:id="rId86"/>
    <p:sldId id="372" r:id="rId87"/>
    <p:sldId id="373" r:id="rId88"/>
    <p:sldId id="375" r:id="rId89"/>
    <p:sldId id="376" r:id="rId90"/>
    <p:sldId id="377" r:id="rId91"/>
    <p:sldId id="379" r:id="rId92"/>
    <p:sldId id="380" r:id="rId93"/>
    <p:sldId id="381" r:id="rId94"/>
    <p:sldId id="383" r:id="rId95"/>
    <p:sldId id="384" r:id="rId96"/>
    <p:sldId id="385" r:id="rId97"/>
    <p:sldId id="387" r:id="rId98"/>
    <p:sldId id="388" r:id="rId99"/>
    <p:sldId id="389" r:id="rId100"/>
    <p:sldId id="391" r:id="rId101"/>
    <p:sldId id="392" r:id="rId102"/>
    <p:sldId id="393" r:id="rId103"/>
    <p:sldId id="395" r:id="rId104"/>
    <p:sldId id="396" r:id="rId105"/>
    <p:sldId id="397" r:id="rId106"/>
    <p:sldId id="399" r:id="rId107"/>
    <p:sldId id="400" r:id="rId108"/>
    <p:sldId id="401" r:id="rId109"/>
    <p:sldId id="403" r:id="rId110"/>
    <p:sldId id="404" r:id="rId111"/>
    <p:sldId id="405" r:id="rId112"/>
    <p:sldId id="407" r:id="rId113"/>
    <p:sldId id="408" r:id="rId114"/>
    <p:sldId id="409" r:id="rId115"/>
    <p:sldId id="411" r:id="rId116"/>
    <p:sldId id="412" r:id="rId117"/>
    <p:sldId id="413" r:id="rId118"/>
    <p:sldId id="415" r:id="rId119"/>
    <p:sldId id="416" r:id="rId120"/>
    <p:sldId id="417" r:id="rId121"/>
    <p:sldId id="419" r:id="rId122"/>
    <p:sldId id="420" r:id="rId123"/>
    <p:sldId id="421" r:id="rId124"/>
    <p:sldId id="423" r:id="rId125"/>
    <p:sldId id="424" r:id="rId126"/>
    <p:sldId id="425" r:id="rId127"/>
    <p:sldId id="427" r:id="rId128"/>
    <p:sldId id="428" r:id="rId129"/>
    <p:sldId id="429" r:id="rId130"/>
    <p:sldId id="431" r:id="rId131"/>
    <p:sldId id="432" r:id="rId132"/>
    <p:sldId id="433" r:id="rId133"/>
    <p:sldId id="435" r:id="rId134"/>
    <p:sldId id="436" r:id="rId135"/>
    <p:sldId id="437" r:id="rId136"/>
    <p:sldId id="439" r:id="rId137"/>
    <p:sldId id="440" r:id="rId138"/>
    <p:sldId id="441" r:id="rId139"/>
    <p:sldId id="443" r:id="rId140"/>
    <p:sldId id="444" r:id="rId141"/>
    <p:sldId id="445" r:id="rId142"/>
    <p:sldId id="447" r:id="rId143"/>
    <p:sldId id="448" r:id="rId144"/>
    <p:sldId id="449" r:id="rId145"/>
    <p:sldId id="451" r:id="rId146"/>
    <p:sldId id="452" r:id="rId147"/>
    <p:sldId id="453" r:id="rId148"/>
    <p:sldId id="455" r:id="rId149"/>
    <p:sldId id="456" r:id="rId150"/>
    <p:sldId id="457" r:id="rId151"/>
  </p:sldIdLst>
  <p:sldSz cx="14630400" cy="8229600"/>
  <p:notesSz cx="8229600" cy="14630400"/>
  <p:embeddedFontLst>
    <p:embeddedFont>
      <p:font typeface="Inter" panose="020B0604020202020204" charset="0"/>
      <p:regular r:id="rId1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C26A96-EDEF-40B2-A52C-3E7BD4EC9052}" v="410" dt="2025-12-17T09:38:02.5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36" y="-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microsoft.com/office/2015/10/relationships/revisionInfo" Target="revisionInfo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viewProps" Target="view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font" Target="fonts/font1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presProps" Target="pres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custSel addSld delSld modSld sldOrd">
      <pc:chgData name="Lalwani, Sunil" userId="95b0a425-4eed-4b84-a7cf-34664c131309" providerId="ADAL" clId="{CC5F0CBF-77A6-4739-8FF3-8FB7DAFF4AC8}" dt="2025-12-17T09:38:02.500" v="835"/>
      <pc:docMkLst>
        <pc:docMk/>
      </pc:docMkLst>
      <pc:sldChg chg="del">
        <pc:chgData name="Lalwani, Sunil" userId="95b0a425-4eed-4b84-a7cf-34664c131309" providerId="ADAL" clId="{CC5F0CBF-77A6-4739-8FF3-8FB7DAFF4AC8}" dt="2025-12-14T09:23:45.106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23:45.106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23:45.106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23:45.106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6T15:35:53.194" v="2" actId="47"/>
        <pc:sldMkLst>
          <pc:docMk/>
          <pc:sldMk cId="0" sldId="261"/>
        </pc:sldMkLst>
      </pc:sldChg>
      <pc:sldChg chg="addSp modSp add mod ord modTransition setBg modNotes">
        <pc:chgData name="Lalwani, Sunil" userId="95b0a425-4eed-4b84-a7cf-34664c131309" providerId="ADAL" clId="{CC5F0CBF-77A6-4739-8FF3-8FB7DAFF4AC8}" dt="2025-12-17T09:38:01.700" v="834" actId="1582"/>
        <pc:sldMkLst>
          <pc:docMk/>
          <pc:sldMk cId="340021697" sldId="261"/>
        </pc:sldMkLst>
        <pc:spChg chg="mod">
          <ac:chgData name="Lalwani, Sunil" userId="95b0a425-4eed-4b84-a7cf-34664c131309" providerId="ADAL" clId="{CC5F0CBF-77A6-4739-8FF3-8FB7DAFF4AC8}" dt="2025-12-17T09:38:01.700" v="834" actId="1582"/>
          <ac:spMkLst>
            <pc:docMk/>
            <pc:sldMk cId="340021697" sldId="261"/>
            <ac:spMk id="2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38:01.700" v="834" actId="1582"/>
          <ac:spMkLst>
            <pc:docMk/>
            <pc:sldMk cId="340021697" sldId="261"/>
            <ac:spMk id="3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38:01.700" v="834" actId="1582"/>
          <ac:spMkLst>
            <pc:docMk/>
            <pc:sldMk cId="340021697" sldId="261"/>
            <ac:spMk id="4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38:01.700" v="834" actId="1582"/>
          <ac:spMkLst>
            <pc:docMk/>
            <pc:sldMk cId="340021697" sldId="261"/>
            <ac:spMk id="5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38:01.700" v="834" actId="1582"/>
          <ac:spMkLst>
            <pc:docMk/>
            <pc:sldMk cId="340021697" sldId="261"/>
            <ac:spMk id="6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38:01.700" v="834" actId="1582"/>
          <ac:spMkLst>
            <pc:docMk/>
            <pc:sldMk cId="340021697" sldId="261"/>
            <ac:spMk id="7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38:01.700" v="834" actId="1582"/>
          <ac:spMkLst>
            <pc:docMk/>
            <pc:sldMk cId="340021697" sldId="261"/>
            <ac:spMk id="8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34:13.142" v="640"/>
          <ac:spMkLst>
            <pc:docMk/>
            <pc:sldMk cId="340021697" sldId="261"/>
            <ac:spMk id="9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38:01.700" v="834" actId="1582"/>
          <ac:spMkLst>
            <pc:docMk/>
            <pc:sldMk cId="340021697" sldId="261"/>
            <ac:spMk id="10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38:01.700" v="834" actId="1582"/>
          <ac:spMkLst>
            <pc:docMk/>
            <pc:sldMk cId="340021697" sldId="261"/>
            <ac:spMk id="11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35:27.561" v="704"/>
          <ac:spMkLst>
            <pc:docMk/>
            <pc:sldMk cId="340021697" sldId="261"/>
            <ac:spMk id="12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38:01.700" v="834" actId="1582"/>
          <ac:spMkLst>
            <pc:docMk/>
            <pc:sldMk cId="340021697" sldId="261"/>
            <ac:spMk id="13" creationId="{00000000-0000-0000-0000-000000000000}"/>
          </ac:spMkLst>
        </pc:spChg>
        <pc:grpChg chg="add mod">
          <ac:chgData name="Lalwani, Sunil" userId="95b0a425-4eed-4b84-a7cf-34664c131309" providerId="ADAL" clId="{CC5F0CBF-77A6-4739-8FF3-8FB7DAFF4AC8}" dt="2025-12-17T09:30:47.520" v="444"/>
          <ac:grpSpMkLst>
            <pc:docMk/>
            <pc:sldMk cId="340021697" sldId="261"/>
            <ac:grpSpMk id="16" creationId="{42FB60EB-6945-F955-B5FE-39964A00B9A5}"/>
          </ac:grpSpMkLst>
        </pc:grpChg>
        <pc:grpChg chg="add mod">
          <ac:chgData name="Lalwani, Sunil" userId="95b0a425-4eed-4b84-a7cf-34664c131309" providerId="ADAL" clId="{CC5F0CBF-77A6-4739-8FF3-8FB7DAFF4AC8}" dt="2025-12-17T09:32:06.942" v="510"/>
          <ac:grpSpMkLst>
            <pc:docMk/>
            <pc:sldMk cId="340021697" sldId="261"/>
            <ac:grpSpMk id="17" creationId="{7FD71EB0-54A7-A8E0-F239-936C79DE81E0}"/>
          </ac:grpSpMkLst>
        </pc:grpChg>
        <pc:grpChg chg="add mod">
          <ac:chgData name="Lalwani, Sunil" userId="95b0a425-4eed-4b84-a7cf-34664c131309" providerId="ADAL" clId="{CC5F0CBF-77A6-4739-8FF3-8FB7DAFF4AC8}" dt="2025-12-17T09:29:35.795" v="377"/>
          <ac:grpSpMkLst>
            <pc:docMk/>
            <pc:sldMk cId="340021697" sldId="261"/>
            <ac:grpSpMk id="18" creationId="{EC6EE42C-6FDD-037D-C040-6DBA47B92C18}"/>
          </ac:grpSpMkLst>
        </pc:grpChg>
        <pc:grpChg chg="add mod">
          <ac:chgData name="Lalwani, Sunil" userId="95b0a425-4eed-4b84-a7cf-34664c131309" providerId="ADAL" clId="{CC5F0CBF-77A6-4739-8FF3-8FB7DAFF4AC8}" dt="2025-12-17T09:29:36.735" v="379" actId="207"/>
          <ac:grpSpMkLst>
            <pc:docMk/>
            <pc:sldMk cId="340021697" sldId="261"/>
            <ac:grpSpMk id="19" creationId="{91CA1D7C-A572-FED3-7421-7CE0B3E87FE4}"/>
          </ac:grpSpMkLst>
        </pc:grpChg>
        <pc:grpChg chg="add mod">
          <ac:chgData name="Lalwani, Sunil" userId="95b0a425-4eed-4b84-a7cf-34664c131309" providerId="ADAL" clId="{CC5F0CBF-77A6-4739-8FF3-8FB7DAFF4AC8}" dt="2025-12-17T09:29:36.273" v="378"/>
          <ac:grpSpMkLst>
            <pc:docMk/>
            <pc:sldMk cId="340021697" sldId="261"/>
            <ac:grpSpMk id="20" creationId="{9CF62924-E3CF-8E7C-0436-06523D4DF8C6}"/>
          </ac:grpSpMkLst>
        </pc:grpChg>
        <pc:grpChg chg="add mod">
          <ac:chgData name="Lalwani, Sunil" userId="95b0a425-4eed-4b84-a7cf-34664c131309" providerId="ADAL" clId="{CC5F0CBF-77A6-4739-8FF3-8FB7DAFF4AC8}" dt="2025-12-17T09:30:48.187" v="445"/>
          <ac:grpSpMkLst>
            <pc:docMk/>
            <pc:sldMk cId="340021697" sldId="261"/>
            <ac:grpSpMk id="21" creationId="{2595BA81-0480-4530-D8DE-7B8A21203A68}"/>
          </ac:grpSpMkLst>
        </pc:grpChg>
        <pc:grpChg chg="add mod">
          <ac:chgData name="Lalwani, Sunil" userId="95b0a425-4eed-4b84-a7cf-34664c131309" providerId="ADAL" clId="{CC5F0CBF-77A6-4739-8FF3-8FB7DAFF4AC8}" dt="2025-12-17T09:33:21.861" v="575"/>
          <ac:grpSpMkLst>
            <pc:docMk/>
            <pc:sldMk cId="340021697" sldId="261"/>
            <ac:grpSpMk id="22" creationId="{A2BF5FB7-A2F6-A81E-F657-420A9DD9EA7A}"/>
          </ac:grpSpMkLst>
        </pc:grpChg>
        <pc:grpChg chg="add mod">
          <ac:chgData name="Lalwani, Sunil" userId="95b0a425-4eed-4b84-a7cf-34664c131309" providerId="ADAL" clId="{CC5F0CBF-77A6-4739-8FF3-8FB7DAFF4AC8}" dt="2025-12-17T09:33:22.392" v="576"/>
          <ac:grpSpMkLst>
            <pc:docMk/>
            <pc:sldMk cId="340021697" sldId="261"/>
            <ac:grpSpMk id="23" creationId="{5134F114-CA4A-5E70-8F54-F01513B67BFE}"/>
          </ac:grpSpMkLst>
        </pc:grpChg>
        <pc:grpChg chg="add mod">
          <ac:chgData name="Lalwani, Sunil" userId="95b0a425-4eed-4b84-a7cf-34664c131309" providerId="ADAL" clId="{CC5F0CBF-77A6-4739-8FF3-8FB7DAFF4AC8}" dt="2025-12-17T09:34:13.601" v="641"/>
          <ac:grpSpMkLst>
            <pc:docMk/>
            <pc:sldMk cId="340021697" sldId="261"/>
            <ac:grpSpMk id="24" creationId="{EEED27AE-EC34-93B6-31F8-E0EAD06DEBEB}"/>
          </ac:grpSpMkLst>
        </pc:grpChg>
        <pc:grpChg chg="add mod">
          <ac:chgData name="Lalwani, Sunil" userId="95b0a425-4eed-4b84-a7cf-34664c131309" providerId="ADAL" clId="{CC5F0CBF-77A6-4739-8FF3-8FB7DAFF4AC8}" dt="2025-12-17T09:35:28.104" v="705"/>
          <ac:grpSpMkLst>
            <pc:docMk/>
            <pc:sldMk cId="340021697" sldId="261"/>
            <ac:grpSpMk id="25" creationId="{22E9A442-DF8B-23B6-3F50-B5DC76F07D46}"/>
          </ac:grpSpMkLst>
        </pc:grpChg>
        <pc:grpChg chg="add mod">
          <ac:chgData name="Lalwani, Sunil" userId="95b0a425-4eed-4b84-a7cf-34664c131309" providerId="ADAL" clId="{CC5F0CBF-77A6-4739-8FF3-8FB7DAFF4AC8}" dt="2025-12-17T09:36:43.598" v="768"/>
          <ac:grpSpMkLst>
            <pc:docMk/>
            <pc:sldMk cId="340021697" sldId="261"/>
            <ac:grpSpMk id="26" creationId="{C5DB12F6-6D47-C2DC-C453-8C57CE16A6C9}"/>
          </ac:grpSpMkLst>
        </pc:grpChg>
        <pc:grpChg chg="add mod">
          <ac:chgData name="Lalwani, Sunil" userId="95b0a425-4eed-4b84-a7cf-34664c131309" providerId="ADAL" clId="{CC5F0CBF-77A6-4739-8FF3-8FB7DAFF4AC8}" dt="2025-12-17T09:38:00.765" v="831"/>
          <ac:grpSpMkLst>
            <pc:docMk/>
            <pc:sldMk cId="340021697" sldId="261"/>
            <ac:grpSpMk id="27" creationId="{0E8975B0-113B-F986-63FA-61D1CAEA9A8F}"/>
          </ac:grpSpMkLst>
        </pc:grpChg>
        <pc:grpChg chg="add mod">
          <ac:chgData name="Lalwani, Sunil" userId="95b0a425-4eed-4b84-a7cf-34664c131309" providerId="ADAL" clId="{CC5F0CBF-77A6-4739-8FF3-8FB7DAFF4AC8}" dt="2025-12-17T09:38:00.765" v="831"/>
          <ac:grpSpMkLst>
            <pc:docMk/>
            <pc:sldMk cId="340021697" sldId="261"/>
            <ac:grpSpMk id="28" creationId="{92985025-D864-0C51-2199-21771F0DB98B}"/>
          </ac:grpSpMkLst>
        </pc:grpChg>
        <pc:picChg chg="mod">
          <ac:chgData name="Lalwani, Sunil" userId="95b0a425-4eed-4b84-a7cf-34664c131309" providerId="ADAL" clId="{CC5F0CBF-77A6-4739-8FF3-8FB7DAFF4AC8}" dt="2025-12-17T09:36:43.598" v="768"/>
          <ac:picMkLst>
            <pc:docMk/>
            <pc:sldMk cId="340021697" sldId="261"/>
            <ac:picMk id="14" creationId="{00000000-0000-0000-0000-000000000000}"/>
          </ac:picMkLst>
        </pc:picChg>
        <pc:picChg chg="mod">
          <ac:chgData name="Lalwani, Sunil" userId="95b0a425-4eed-4b84-a7cf-34664c131309" providerId="ADAL" clId="{CC5F0CBF-77A6-4739-8FF3-8FB7DAFF4AC8}" dt="2025-12-17T09:38:00.765" v="831"/>
          <ac:picMkLst>
            <pc:docMk/>
            <pc:sldMk cId="340021697" sldId="261"/>
            <ac:picMk id="15" creationId="{00000000-0000-0000-0000-000000000000}"/>
          </ac:picMkLst>
        </pc:picChg>
      </pc:sldChg>
      <pc:sldChg chg="del">
        <pc:chgData name="Lalwani, Sunil" userId="95b0a425-4eed-4b84-a7cf-34664c131309" providerId="ADAL" clId="{CC5F0CBF-77A6-4739-8FF3-8FB7DAFF4AC8}" dt="2025-12-14T09:23:41.600" v="0" actId="47"/>
        <pc:sldMkLst>
          <pc:docMk/>
          <pc:sldMk cId="0" sldId="262"/>
        </pc:sldMkLst>
      </pc:sldChg>
      <pc:sldChg chg="add del">
        <pc:chgData name="Lalwani, Sunil" userId="95b0a425-4eed-4b84-a7cf-34664c131309" providerId="ADAL" clId="{CC5F0CBF-77A6-4739-8FF3-8FB7DAFF4AC8}" dt="2025-12-17T09:24:30.419" v="7" actId="2696"/>
        <pc:sldMkLst>
          <pc:docMk/>
          <pc:sldMk cId="2058005629" sldId="262"/>
        </pc:sldMkLst>
      </pc:sldChg>
      <pc:sldChg chg="add del">
        <pc:chgData name="Lalwani, Sunil" userId="95b0a425-4eed-4b84-a7cf-34664c131309" providerId="ADAL" clId="{CC5F0CBF-77A6-4739-8FF3-8FB7DAFF4AC8}" dt="2025-12-17T09:24:41.087" v="26" actId="2696"/>
        <pc:sldMkLst>
          <pc:docMk/>
          <pc:sldMk cId="2638741857" sldId="262"/>
        </pc:sldMkLst>
      </pc:sldChg>
      <pc:sldChg chg="del">
        <pc:chgData name="Lalwani, Sunil" userId="95b0a425-4eed-4b84-a7cf-34664c131309" providerId="ADAL" clId="{CC5F0CBF-77A6-4739-8FF3-8FB7DAFF4AC8}" dt="2025-12-14T09:23:41.600" v="0" actId="47"/>
        <pc:sldMkLst>
          <pc:docMk/>
          <pc:sldMk cId="0" sldId="263"/>
        </pc:sldMkLst>
      </pc:sldChg>
      <pc:sldChg chg="add ord modTransition setBg modNotes">
        <pc:chgData name="Lalwani, Sunil" userId="95b0a425-4eed-4b84-a7cf-34664c131309" providerId="ADAL" clId="{CC5F0CBF-77A6-4739-8FF3-8FB7DAFF4AC8}" dt="2025-12-17T09:37:11.123" v="799"/>
        <pc:sldMkLst>
          <pc:docMk/>
          <pc:sldMk cId="2282057073" sldId="263"/>
        </pc:sldMkLst>
      </pc:sldChg>
      <pc:sldChg chg="del">
        <pc:chgData name="Lalwani, Sunil" userId="95b0a425-4eed-4b84-a7cf-34664c131309" providerId="ADAL" clId="{CC5F0CBF-77A6-4739-8FF3-8FB7DAFF4AC8}" dt="2025-12-14T09:23:41.600" v="0" actId="47"/>
        <pc:sldMkLst>
          <pc:docMk/>
          <pc:sldMk cId="0" sldId="264"/>
        </pc:sldMkLst>
      </pc:sldChg>
      <pc:sldChg chg="add ord modTransition setBg modNotes">
        <pc:chgData name="Lalwani, Sunil" userId="95b0a425-4eed-4b84-a7cf-34664c131309" providerId="ADAL" clId="{CC5F0CBF-77A6-4739-8FF3-8FB7DAFF4AC8}" dt="2025-12-17T09:37:59.873" v="826" actId="20577"/>
        <pc:sldMkLst>
          <pc:docMk/>
          <pc:sldMk cId="776214251" sldId="264"/>
        </pc:sldMkLst>
      </pc:sldChg>
      <pc:sldChg chg="del">
        <pc:chgData name="Lalwani, Sunil" userId="95b0a425-4eed-4b84-a7cf-34664c131309" providerId="ADAL" clId="{CC5F0CBF-77A6-4739-8FF3-8FB7DAFF4AC8}" dt="2025-12-14T09:23:41.600" v="0" actId="47"/>
        <pc:sldMkLst>
          <pc:docMk/>
          <pc:sldMk cId="0" sldId="265"/>
        </pc:sldMkLst>
      </pc:sldChg>
      <pc:sldChg chg="add ord modTransition setBg modNotes">
        <pc:chgData name="Lalwani, Sunil" userId="95b0a425-4eed-4b84-a7cf-34664c131309" providerId="ADAL" clId="{CC5F0CBF-77A6-4739-8FF3-8FB7DAFF4AC8}" dt="2025-12-17T09:37:50.011" v="825"/>
        <pc:sldMkLst>
          <pc:docMk/>
          <pc:sldMk cId="7162453" sldId="265"/>
        </pc:sldMkLst>
      </pc:sldChg>
      <pc:sldChg chg="del">
        <pc:chgData name="Lalwani, Sunil" userId="95b0a425-4eed-4b84-a7cf-34664c131309" providerId="ADAL" clId="{CC5F0CBF-77A6-4739-8FF3-8FB7DAFF4AC8}" dt="2025-12-14T09:23:41.600" v="0" actId="47"/>
        <pc:sldMkLst>
          <pc:docMk/>
          <pc:sldMk cId="0" sldId="266"/>
        </pc:sldMkLst>
      </pc:sldChg>
      <pc:sldChg chg="add del">
        <pc:chgData name="Lalwani, Sunil" userId="95b0a425-4eed-4b84-a7cf-34664c131309" providerId="ADAL" clId="{CC5F0CBF-77A6-4739-8FF3-8FB7DAFF4AC8}" dt="2025-12-17T09:24:54.536" v="49" actId="2696"/>
        <pc:sldMkLst>
          <pc:docMk/>
          <pc:sldMk cId="1340315212" sldId="266"/>
        </pc:sldMkLst>
      </pc:sldChg>
      <pc:sldChg chg="del">
        <pc:chgData name="Lalwani, Sunil" userId="95b0a425-4eed-4b84-a7cf-34664c131309" providerId="ADAL" clId="{CC5F0CBF-77A6-4739-8FF3-8FB7DAFF4AC8}" dt="2025-12-14T09:23:41.600" v="0" actId="47"/>
        <pc:sldMkLst>
          <pc:docMk/>
          <pc:sldMk cId="0" sldId="267"/>
        </pc:sldMkLst>
      </pc:sldChg>
      <pc:sldChg chg="addSp modSp add ord">
        <pc:chgData name="Lalwani, Sunil" userId="95b0a425-4eed-4b84-a7cf-34664c131309" providerId="ADAL" clId="{CC5F0CBF-77A6-4739-8FF3-8FB7DAFF4AC8}" dt="2025-12-17T09:38:02.500" v="835"/>
        <pc:sldMkLst>
          <pc:docMk/>
          <pc:sldMk cId="3312322918" sldId="267"/>
        </pc:sldMkLst>
        <pc:spChg chg="mod">
          <ac:chgData name="Lalwani, Sunil" userId="95b0a425-4eed-4b84-a7cf-34664c131309" providerId="ADAL" clId="{CC5F0CBF-77A6-4739-8FF3-8FB7DAFF4AC8}" dt="2025-12-17T09:25:41.356" v="109"/>
          <ac:spMkLst>
            <pc:docMk/>
            <pc:sldMk cId="3312322918" sldId="267"/>
            <ac:spMk id="4" creationId="{EC3D71AD-E5D3-8692-1678-EFE708816473}"/>
          </ac:spMkLst>
        </pc:spChg>
        <pc:spChg chg="mod">
          <ac:chgData name="Lalwani, Sunil" userId="95b0a425-4eed-4b84-a7cf-34664c131309" providerId="ADAL" clId="{CC5F0CBF-77A6-4739-8FF3-8FB7DAFF4AC8}" dt="2025-12-17T09:25:41.356" v="109"/>
          <ac:spMkLst>
            <pc:docMk/>
            <pc:sldMk cId="3312322918" sldId="267"/>
            <ac:spMk id="5" creationId="{CBEEDF20-7D7E-F44C-EF60-D0B32D8DA723}"/>
          </ac:spMkLst>
        </pc:spChg>
        <pc:spChg chg="mod">
          <ac:chgData name="Lalwani, Sunil" userId="95b0a425-4eed-4b84-a7cf-34664c131309" providerId="ADAL" clId="{CC5F0CBF-77A6-4739-8FF3-8FB7DAFF4AC8}" dt="2025-12-17T09:25:41.356" v="109"/>
          <ac:spMkLst>
            <pc:docMk/>
            <pc:sldMk cId="3312322918" sldId="267"/>
            <ac:spMk id="6" creationId="{DD327EE4-E08A-BFC2-DEAE-2145D221B031}"/>
          </ac:spMkLst>
        </pc:spChg>
        <pc:spChg chg="mod">
          <ac:chgData name="Lalwani, Sunil" userId="95b0a425-4eed-4b84-a7cf-34664c131309" providerId="ADAL" clId="{CC5F0CBF-77A6-4739-8FF3-8FB7DAFF4AC8}" dt="2025-12-17T09:26:34.867" v="178"/>
          <ac:spMkLst>
            <pc:docMk/>
            <pc:sldMk cId="3312322918" sldId="267"/>
            <ac:spMk id="9" creationId="{F2648504-72E7-8E15-B8A5-696A52A2B764}"/>
          </ac:spMkLst>
        </pc:spChg>
        <pc:spChg chg="mod">
          <ac:chgData name="Lalwani, Sunil" userId="95b0a425-4eed-4b84-a7cf-34664c131309" providerId="ADAL" clId="{CC5F0CBF-77A6-4739-8FF3-8FB7DAFF4AC8}" dt="2025-12-17T09:26:34.867" v="178"/>
          <ac:spMkLst>
            <pc:docMk/>
            <pc:sldMk cId="3312322918" sldId="267"/>
            <ac:spMk id="11" creationId="{17304D85-704E-5581-1E59-20F134D3E3F8}"/>
          </ac:spMkLst>
        </pc:spChg>
        <pc:spChg chg="mod">
          <ac:chgData name="Lalwani, Sunil" userId="95b0a425-4eed-4b84-a7cf-34664c131309" providerId="ADAL" clId="{CC5F0CBF-77A6-4739-8FF3-8FB7DAFF4AC8}" dt="2025-12-17T09:26:34.867" v="178"/>
          <ac:spMkLst>
            <pc:docMk/>
            <pc:sldMk cId="3312322918" sldId="267"/>
            <ac:spMk id="12" creationId="{AAC7D769-3414-4363-05AF-EAB40493B606}"/>
          </ac:spMkLst>
        </pc:spChg>
        <pc:spChg chg="mod">
          <ac:chgData name="Lalwani, Sunil" userId="95b0a425-4eed-4b84-a7cf-34664c131309" providerId="ADAL" clId="{CC5F0CBF-77A6-4739-8FF3-8FB7DAFF4AC8}" dt="2025-12-17T09:26:34.867" v="178"/>
          <ac:spMkLst>
            <pc:docMk/>
            <pc:sldMk cId="3312322918" sldId="267"/>
            <ac:spMk id="13" creationId="{FD15FDB2-91FB-48D3-CF52-E08672C4CF56}"/>
          </ac:spMkLst>
        </pc:spChg>
        <pc:spChg chg="mod">
          <ac:chgData name="Lalwani, Sunil" userId="95b0a425-4eed-4b84-a7cf-34664c131309" providerId="ADAL" clId="{CC5F0CBF-77A6-4739-8FF3-8FB7DAFF4AC8}" dt="2025-12-17T09:27:31.920" v="247"/>
          <ac:spMkLst>
            <pc:docMk/>
            <pc:sldMk cId="3312322918" sldId="267"/>
            <ac:spMk id="16" creationId="{3DC2E977-C796-AB41-000D-173925FCDBA4}"/>
          </ac:spMkLst>
        </pc:spChg>
        <pc:spChg chg="mod">
          <ac:chgData name="Lalwani, Sunil" userId="95b0a425-4eed-4b84-a7cf-34664c131309" providerId="ADAL" clId="{CC5F0CBF-77A6-4739-8FF3-8FB7DAFF4AC8}" dt="2025-12-17T09:27:31.920" v="247"/>
          <ac:spMkLst>
            <pc:docMk/>
            <pc:sldMk cId="3312322918" sldId="267"/>
            <ac:spMk id="18" creationId="{D781F06B-AAFC-4F40-8CAF-B7DEB50A1B56}"/>
          </ac:spMkLst>
        </pc:spChg>
        <pc:spChg chg="mod">
          <ac:chgData name="Lalwani, Sunil" userId="95b0a425-4eed-4b84-a7cf-34664c131309" providerId="ADAL" clId="{CC5F0CBF-77A6-4739-8FF3-8FB7DAFF4AC8}" dt="2025-12-17T09:27:31.920" v="247"/>
          <ac:spMkLst>
            <pc:docMk/>
            <pc:sldMk cId="3312322918" sldId="267"/>
            <ac:spMk id="20" creationId="{5ACAD226-A42E-1666-AE48-A3EA3D91530B}"/>
          </ac:spMkLst>
        </pc:spChg>
        <pc:spChg chg="mod">
          <ac:chgData name="Lalwani, Sunil" userId="95b0a425-4eed-4b84-a7cf-34664c131309" providerId="ADAL" clId="{CC5F0CBF-77A6-4739-8FF3-8FB7DAFF4AC8}" dt="2025-12-17T09:27:31.920" v="247"/>
          <ac:spMkLst>
            <pc:docMk/>
            <pc:sldMk cId="3312322918" sldId="267"/>
            <ac:spMk id="21" creationId="{16F96A03-C6B3-035B-FAF5-0F3C58835128}"/>
          </ac:spMkLst>
        </pc:spChg>
        <pc:spChg chg="mod">
          <ac:chgData name="Lalwani, Sunil" userId="95b0a425-4eed-4b84-a7cf-34664c131309" providerId="ADAL" clId="{CC5F0CBF-77A6-4739-8FF3-8FB7DAFF4AC8}" dt="2025-12-17T09:27:31.920" v="247"/>
          <ac:spMkLst>
            <pc:docMk/>
            <pc:sldMk cId="3312322918" sldId="267"/>
            <ac:spMk id="22" creationId="{1E06EF4D-3134-B5A0-FBF8-11891DC04DCA}"/>
          </ac:spMkLst>
        </pc:spChg>
        <pc:spChg chg="mod">
          <ac:chgData name="Lalwani, Sunil" userId="95b0a425-4eed-4b84-a7cf-34664c131309" providerId="ADAL" clId="{CC5F0CBF-77A6-4739-8FF3-8FB7DAFF4AC8}" dt="2025-12-17T09:28:36.281" v="315"/>
          <ac:spMkLst>
            <pc:docMk/>
            <pc:sldMk cId="3312322918" sldId="267"/>
            <ac:spMk id="25" creationId="{79B6A7B2-ED50-A7FC-94B0-90EE994B3E17}"/>
          </ac:spMkLst>
        </pc:spChg>
        <pc:spChg chg="mod">
          <ac:chgData name="Lalwani, Sunil" userId="95b0a425-4eed-4b84-a7cf-34664c131309" providerId="ADAL" clId="{CC5F0CBF-77A6-4739-8FF3-8FB7DAFF4AC8}" dt="2025-12-17T09:28:36.281" v="315"/>
          <ac:spMkLst>
            <pc:docMk/>
            <pc:sldMk cId="3312322918" sldId="267"/>
            <ac:spMk id="27" creationId="{832E5FD8-88FC-06C2-7E23-C05D35EE8B79}"/>
          </ac:spMkLst>
        </pc:spChg>
        <pc:spChg chg="mod">
          <ac:chgData name="Lalwani, Sunil" userId="95b0a425-4eed-4b84-a7cf-34664c131309" providerId="ADAL" clId="{CC5F0CBF-77A6-4739-8FF3-8FB7DAFF4AC8}" dt="2025-12-17T09:28:36.281" v="315"/>
          <ac:spMkLst>
            <pc:docMk/>
            <pc:sldMk cId="3312322918" sldId="267"/>
            <ac:spMk id="29" creationId="{28934D0F-355F-B05F-EA83-A5AA3E40BE81}"/>
          </ac:spMkLst>
        </pc:spChg>
        <pc:spChg chg="mod">
          <ac:chgData name="Lalwani, Sunil" userId="95b0a425-4eed-4b84-a7cf-34664c131309" providerId="ADAL" clId="{CC5F0CBF-77A6-4739-8FF3-8FB7DAFF4AC8}" dt="2025-12-17T09:28:36.281" v="315"/>
          <ac:spMkLst>
            <pc:docMk/>
            <pc:sldMk cId="3312322918" sldId="267"/>
            <ac:spMk id="31" creationId="{0428D186-8F3A-EA31-5205-E9A6322303BB}"/>
          </ac:spMkLst>
        </pc:spChg>
        <pc:spChg chg="mod">
          <ac:chgData name="Lalwani, Sunil" userId="95b0a425-4eed-4b84-a7cf-34664c131309" providerId="ADAL" clId="{CC5F0CBF-77A6-4739-8FF3-8FB7DAFF4AC8}" dt="2025-12-17T09:28:36.281" v="315"/>
          <ac:spMkLst>
            <pc:docMk/>
            <pc:sldMk cId="3312322918" sldId="267"/>
            <ac:spMk id="32" creationId="{62880D8C-966E-8FB1-76EC-3671EFB04F9B}"/>
          </ac:spMkLst>
        </pc:spChg>
        <pc:spChg chg="mod">
          <ac:chgData name="Lalwani, Sunil" userId="95b0a425-4eed-4b84-a7cf-34664c131309" providerId="ADAL" clId="{CC5F0CBF-77A6-4739-8FF3-8FB7DAFF4AC8}" dt="2025-12-17T09:28:36.281" v="315"/>
          <ac:spMkLst>
            <pc:docMk/>
            <pc:sldMk cId="3312322918" sldId="267"/>
            <ac:spMk id="33" creationId="{9F4C0357-F37F-552D-93E1-BEEC167825E6}"/>
          </ac:spMkLst>
        </pc:spChg>
        <pc:spChg chg="mod">
          <ac:chgData name="Lalwani, Sunil" userId="95b0a425-4eed-4b84-a7cf-34664c131309" providerId="ADAL" clId="{CC5F0CBF-77A6-4739-8FF3-8FB7DAFF4AC8}" dt="2025-12-17T09:29:37.822" v="382"/>
          <ac:spMkLst>
            <pc:docMk/>
            <pc:sldMk cId="3312322918" sldId="267"/>
            <ac:spMk id="36" creationId="{7992A642-AE0F-45E1-B3C2-8A9D857B9FF6}"/>
          </ac:spMkLst>
        </pc:spChg>
        <pc:spChg chg="mod">
          <ac:chgData name="Lalwani, Sunil" userId="95b0a425-4eed-4b84-a7cf-34664c131309" providerId="ADAL" clId="{CC5F0CBF-77A6-4739-8FF3-8FB7DAFF4AC8}" dt="2025-12-17T09:29:37.822" v="382"/>
          <ac:spMkLst>
            <pc:docMk/>
            <pc:sldMk cId="3312322918" sldId="267"/>
            <ac:spMk id="38" creationId="{DDBE583C-E597-D57C-80A0-BC6036BDCC38}"/>
          </ac:spMkLst>
        </pc:spChg>
        <pc:spChg chg="mod">
          <ac:chgData name="Lalwani, Sunil" userId="95b0a425-4eed-4b84-a7cf-34664c131309" providerId="ADAL" clId="{CC5F0CBF-77A6-4739-8FF3-8FB7DAFF4AC8}" dt="2025-12-17T09:29:37.822" v="382"/>
          <ac:spMkLst>
            <pc:docMk/>
            <pc:sldMk cId="3312322918" sldId="267"/>
            <ac:spMk id="40" creationId="{390AFBF6-3D97-7EBC-DEE2-6C70EFDC473F}"/>
          </ac:spMkLst>
        </pc:spChg>
        <pc:spChg chg="mod">
          <ac:chgData name="Lalwani, Sunil" userId="95b0a425-4eed-4b84-a7cf-34664c131309" providerId="ADAL" clId="{CC5F0CBF-77A6-4739-8FF3-8FB7DAFF4AC8}" dt="2025-12-17T09:29:37.822" v="382"/>
          <ac:spMkLst>
            <pc:docMk/>
            <pc:sldMk cId="3312322918" sldId="267"/>
            <ac:spMk id="42" creationId="{BEF67273-43F5-2B74-23F2-3983283BEBB3}"/>
          </ac:spMkLst>
        </pc:spChg>
        <pc:spChg chg="mod">
          <ac:chgData name="Lalwani, Sunil" userId="95b0a425-4eed-4b84-a7cf-34664c131309" providerId="ADAL" clId="{CC5F0CBF-77A6-4739-8FF3-8FB7DAFF4AC8}" dt="2025-12-17T09:29:37.822" v="382"/>
          <ac:spMkLst>
            <pc:docMk/>
            <pc:sldMk cId="3312322918" sldId="267"/>
            <ac:spMk id="44" creationId="{3453EA48-3681-CF20-2A59-4D9D057E8147}"/>
          </ac:spMkLst>
        </pc:spChg>
        <pc:spChg chg="mod">
          <ac:chgData name="Lalwani, Sunil" userId="95b0a425-4eed-4b84-a7cf-34664c131309" providerId="ADAL" clId="{CC5F0CBF-77A6-4739-8FF3-8FB7DAFF4AC8}" dt="2025-12-17T09:29:37.822" v="382"/>
          <ac:spMkLst>
            <pc:docMk/>
            <pc:sldMk cId="3312322918" sldId="267"/>
            <ac:spMk id="45" creationId="{AF7F59A7-B399-302B-2904-CBBBF971C7C3}"/>
          </ac:spMkLst>
        </pc:spChg>
        <pc:spChg chg="mod">
          <ac:chgData name="Lalwani, Sunil" userId="95b0a425-4eed-4b84-a7cf-34664c131309" providerId="ADAL" clId="{CC5F0CBF-77A6-4739-8FF3-8FB7DAFF4AC8}" dt="2025-12-17T09:29:37.822" v="382"/>
          <ac:spMkLst>
            <pc:docMk/>
            <pc:sldMk cId="3312322918" sldId="267"/>
            <ac:spMk id="46" creationId="{7FF818BC-8A4E-A2B1-9B4E-211E1F9FD8DC}"/>
          </ac:spMkLst>
        </pc:spChg>
        <pc:spChg chg="mod">
          <ac:chgData name="Lalwani, Sunil" userId="95b0a425-4eed-4b84-a7cf-34664c131309" providerId="ADAL" clId="{CC5F0CBF-77A6-4739-8FF3-8FB7DAFF4AC8}" dt="2025-12-17T09:30:50.070" v="449"/>
          <ac:spMkLst>
            <pc:docMk/>
            <pc:sldMk cId="3312322918" sldId="267"/>
            <ac:spMk id="49" creationId="{5BD973C3-12AE-780D-32A2-5872B87442C6}"/>
          </ac:spMkLst>
        </pc:spChg>
        <pc:spChg chg="mod">
          <ac:chgData name="Lalwani, Sunil" userId="95b0a425-4eed-4b84-a7cf-34664c131309" providerId="ADAL" clId="{CC5F0CBF-77A6-4739-8FF3-8FB7DAFF4AC8}" dt="2025-12-17T09:30:50.070" v="449"/>
          <ac:spMkLst>
            <pc:docMk/>
            <pc:sldMk cId="3312322918" sldId="267"/>
            <ac:spMk id="51" creationId="{BA8A601E-3227-47FD-E2DA-41D3F72429B6}"/>
          </ac:spMkLst>
        </pc:spChg>
        <pc:spChg chg="mod">
          <ac:chgData name="Lalwani, Sunil" userId="95b0a425-4eed-4b84-a7cf-34664c131309" providerId="ADAL" clId="{CC5F0CBF-77A6-4739-8FF3-8FB7DAFF4AC8}" dt="2025-12-17T09:30:50.070" v="449"/>
          <ac:spMkLst>
            <pc:docMk/>
            <pc:sldMk cId="3312322918" sldId="267"/>
            <ac:spMk id="53" creationId="{2036D271-30C0-538D-1AFF-D372770A0191}"/>
          </ac:spMkLst>
        </pc:spChg>
        <pc:spChg chg="mod">
          <ac:chgData name="Lalwani, Sunil" userId="95b0a425-4eed-4b84-a7cf-34664c131309" providerId="ADAL" clId="{CC5F0CBF-77A6-4739-8FF3-8FB7DAFF4AC8}" dt="2025-12-17T09:30:50.070" v="449"/>
          <ac:spMkLst>
            <pc:docMk/>
            <pc:sldMk cId="3312322918" sldId="267"/>
            <ac:spMk id="55" creationId="{26189BF9-C848-6AB4-8E75-CF9E020A19C5}"/>
          </ac:spMkLst>
        </pc:spChg>
        <pc:spChg chg="mod">
          <ac:chgData name="Lalwani, Sunil" userId="95b0a425-4eed-4b84-a7cf-34664c131309" providerId="ADAL" clId="{CC5F0CBF-77A6-4739-8FF3-8FB7DAFF4AC8}" dt="2025-12-17T09:30:50.070" v="449"/>
          <ac:spMkLst>
            <pc:docMk/>
            <pc:sldMk cId="3312322918" sldId="267"/>
            <ac:spMk id="57" creationId="{4394E7A3-C4CE-C3DB-830B-D5A6B8C0E2AB}"/>
          </ac:spMkLst>
        </pc:spChg>
        <pc:spChg chg="mod">
          <ac:chgData name="Lalwani, Sunil" userId="95b0a425-4eed-4b84-a7cf-34664c131309" providerId="ADAL" clId="{CC5F0CBF-77A6-4739-8FF3-8FB7DAFF4AC8}" dt="2025-12-17T09:30:50.070" v="449"/>
          <ac:spMkLst>
            <pc:docMk/>
            <pc:sldMk cId="3312322918" sldId="267"/>
            <ac:spMk id="59" creationId="{E3F7EB37-3527-BB4A-208F-9D40E7E28DAC}"/>
          </ac:spMkLst>
        </pc:spChg>
        <pc:spChg chg="mod">
          <ac:chgData name="Lalwani, Sunil" userId="95b0a425-4eed-4b84-a7cf-34664c131309" providerId="ADAL" clId="{CC5F0CBF-77A6-4739-8FF3-8FB7DAFF4AC8}" dt="2025-12-17T09:30:50.070" v="449"/>
          <ac:spMkLst>
            <pc:docMk/>
            <pc:sldMk cId="3312322918" sldId="267"/>
            <ac:spMk id="60" creationId="{0AE8225E-51BE-4549-7F27-330BB9BA948E}"/>
          </ac:spMkLst>
        </pc:spChg>
        <pc:spChg chg="mod">
          <ac:chgData name="Lalwani, Sunil" userId="95b0a425-4eed-4b84-a7cf-34664c131309" providerId="ADAL" clId="{CC5F0CBF-77A6-4739-8FF3-8FB7DAFF4AC8}" dt="2025-12-17T09:30:50.070" v="449"/>
          <ac:spMkLst>
            <pc:docMk/>
            <pc:sldMk cId="3312322918" sldId="267"/>
            <ac:spMk id="61" creationId="{23ED1CF7-5CC5-1EFC-42C1-4D3BC41B0E57}"/>
          </ac:spMkLst>
        </pc:spChg>
        <pc:spChg chg="mod">
          <ac:chgData name="Lalwani, Sunil" userId="95b0a425-4eed-4b84-a7cf-34664c131309" providerId="ADAL" clId="{CC5F0CBF-77A6-4739-8FF3-8FB7DAFF4AC8}" dt="2025-12-17T09:32:09.418" v="515"/>
          <ac:spMkLst>
            <pc:docMk/>
            <pc:sldMk cId="3312322918" sldId="267"/>
            <ac:spMk id="64" creationId="{4F593F24-7B4F-BC3F-13F5-737C8F75930D}"/>
          </ac:spMkLst>
        </pc:spChg>
        <pc:spChg chg="mod">
          <ac:chgData name="Lalwani, Sunil" userId="95b0a425-4eed-4b84-a7cf-34664c131309" providerId="ADAL" clId="{CC5F0CBF-77A6-4739-8FF3-8FB7DAFF4AC8}" dt="2025-12-17T09:32:09.418" v="515"/>
          <ac:spMkLst>
            <pc:docMk/>
            <pc:sldMk cId="3312322918" sldId="267"/>
            <ac:spMk id="66" creationId="{0F2970F2-8AFA-73D6-AC5D-826A07C71CE4}"/>
          </ac:spMkLst>
        </pc:spChg>
        <pc:spChg chg="mod">
          <ac:chgData name="Lalwani, Sunil" userId="95b0a425-4eed-4b84-a7cf-34664c131309" providerId="ADAL" clId="{CC5F0CBF-77A6-4739-8FF3-8FB7DAFF4AC8}" dt="2025-12-17T09:32:09.418" v="515"/>
          <ac:spMkLst>
            <pc:docMk/>
            <pc:sldMk cId="3312322918" sldId="267"/>
            <ac:spMk id="68" creationId="{1680FC6F-320A-66F2-F427-2A499916AD94}"/>
          </ac:spMkLst>
        </pc:spChg>
        <pc:spChg chg="mod">
          <ac:chgData name="Lalwani, Sunil" userId="95b0a425-4eed-4b84-a7cf-34664c131309" providerId="ADAL" clId="{CC5F0CBF-77A6-4739-8FF3-8FB7DAFF4AC8}" dt="2025-12-17T09:32:09.418" v="515"/>
          <ac:spMkLst>
            <pc:docMk/>
            <pc:sldMk cId="3312322918" sldId="267"/>
            <ac:spMk id="70" creationId="{87CBF272-C64D-4FF6-EC2C-760EB043A5A3}"/>
          </ac:spMkLst>
        </pc:spChg>
        <pc:spChg chg="mod">
          <ac:chgData name="Lalwani, Sunil" userId="95b0a425-4eed-4b84-a7cf-34664c131309" providerId="ADAL" clId="{CC5F0CBF-77A6-4739-8FF3-8FB7DAFF4AC8}" dt="2025-12-17T09:32:09.418" v="515"/>
          <ac:spMkLst>
            <pc:docMk/>
            <pc:sldMk cId="3312322918" sldId="267"/>
            <ac:spMk id="72" creationId="{5DBC4148-0228-D09B-2698-74AD232A272D}"/>
          </ac:spMkLst>
        </pc:spChg>
        <pc:spChg chg="mod">
          <ac:chgData name="Lalwani, Sunil" userId="95b0a425-4eed-4b84-a7cf-34664c131309" providerId="ADAL" clId="{CC5F0CBF-77A6-4739-8FF3-8FB7DAFF4AC8}" dt="2025-12-17T09:32:09.418" v="515"/>
          <ac:spMkLst>
            <pc:docMk/>
            <pc:sldMk cId="3312322918" sldId="267"/>
            <ac:spMk id="74" creationId="{0DADF3FE-3411-B7BB-017A-53C3EB2E2AAA}"/>
          </ac:spMkLst>
        </pc:spChg>
        <pc:spChg chg="mod">
          <ac:chgData name="Lalwani, Sunil" userId="95b0a425-4eed-4b84-a7cf-34664c131309" providerId="ADAL" clId="{CC5F0CBF-77A6-4739-8FF3-8FB7DAFF4AC8}" dt="2025-12-17T09:32:09.418" v="515"/>
          <ac:spMkLst>
            <pc:docMk/>
            <pc:sldMk cId="3312322918" sldId="267"/>
            <ac:spMk id="76" creationId="{59695303-3201-C766-2B3C-0487C45BB76D}"/>
          </ac:spMkLst>
        </pc:spChg>
        <pc:spChg chg="mod">
          <ac:chgData name="Lalwani, Sunil" userId="95b0a425-4eed-4b84-a7cf-34664c131309" providerId="ADAL" clId="{CC5F0CBF-77A6-4739-8FF3-8FB7DAFF4AC8}" dt="2025-12-17T09:32:09.418" v="515"/>
          <ac:spMkLst>
            <pc:docMk/>
            <pc:sldMk cId="3312322918" sldId="267"/>
            <ac:spMk id="77" creationId="{CAB9E77D-13A1-FD7C-DD92-1930E2A6D159}"/>
          </ac:spMkLst>
        </pc:spChg>
        <pc:spChg chg="mod">
          <ac:chgData name="Lalwani, Sunil" userId="95b0a425-4eed-4b84-a7cf-34664c131309" providerId="ADAL" clId="{CC5F0CBF-77A6-4739-8FF3-8FB7DAFF4AC8}" dt="2025-12-17T09:32:09.418" v="515"/>
          <ac:spMkLst>
            <pc:docMk/>
            <pc:sldMk cId="3312322918" sldId="267"/>
            <ac:spMk id="78" creationId="{8D0F8875-0379-D6AC-E00E-A03138ED14A9}"/>
          </ac:spMkLst>
        </pc:spChg>
        <pc:spChg chg="mod">
          <ac:chgData name="Lalwani, Sunil" userId="95b0a425-4eed-4b84-a7cf-34664c131309" providerId="ADAL" clId="{CC5F0CBF-77A6-4739-8FF3-8FB7DAFF4AC8}" dt="2025-12-17T09:33:24.166" v="580"/>
          <ac:spMkLst>
            <pc:docMk/>
            <pc:sldMk cId="3312322918" sldId="267"/>
            <ac:spMk id="81" creationId="{C089BD89-DB5D-13BF-B21B-65EBA2C02C80}"/>
          </ac:spMkLst>
        </pc:spChg>
        <pc:spChg chg="mod">
          <ac:chgData name="Lalwani, Sunil" userId="95b0a425-4eed-4b84-a7cf-34664c131309" providerId="ADAL" clId="{CC5F0CBF-77A6-4739-8FF3-8FB7DAFF4AC8}" dt="2025-12-17T09:33:24.166" v="580"/>
          <ac:spMkLst>
            <pc:docMk/>
            <pc:sldMk cId="3312322918" sldId="267"/>
            <ac:spMk id="83" creationId="{66A8F33E-4740-6532-5A3B-D147FA20C37B}"/>
          </ac:spMkLst>
        </pc:spChg>
        <pc:spChg chg="mod">
          <ac:chgData name="Lalwani, Sunil" userId="95b0a425-4eed-4b84-a7cf-34664c131309" providerId="ADAL" clId="{CC5F0CBF-77A6-4739-8FF3-8FB7DAFF4AC8}" dt="2025-12-17T09:33:24.166" v="580"/>
          <ac:spMkLst>
            <pc:docMk/>
            <pc:sldMk cId="3312322918" sldId="267"/>
            <ac:spMk id="85" creationId="{9E0568DB-81F0-CDB7-B263-E7826EC7A65B}"/>
          </ac:spMkLst>
        </pc:spChg>
        <pc:spChg chg="mod">
          <ac:chgData name="Lalwani, Sunil" userId="95b0a425-4eed-4b84-a7cf-34664c131309" providerId="ADAL" clId="{CC5F0CBF-77A6-4739-8FF3-8FB7DAFF4AC8}" dt="2025-12-17T09:33:24.166" v="580"/>
          <ac:spMkLst>
            <pc:docMk/>
            <pc:sldMk cId="3312322918" sldId="267"/>
            <ac:spMk id="87" creationId="{65F52928-44F9-904E-2470-2A23495BCDAA}"/>
          </ac:spMkLst>
        </pc:spChg>
        <pc:spChg chg="mod">
          <ac:chgData name="Lalwani, Sunil" userId="95b0a425-4eed-4b84-a7cf-34664c131309" providerId="ADAL" clId="{CC5F0CBF-77A6-4739-8FF3-8FB7DAFF4AC8}" dt="2025-12-17T09:33:24.166" v="580"/>
          <ac:spMkLst>
            <pc:docMk/>
            <pc:sldMk cId="3312322918" sldId="267"/>
            <ac:spMk id="89" creationId="{8B1C02F6-4C8C-48F8-B8DC-EB4A64162C4E}"/>
          </ac:spMkLst>
        </pc:spChg>
        <pc:spChg chg="mod">
          <ac:chgData name="Lalwani, Sunil" userId="95b0a425-4eed-4b84-a7cf-34664c131309" providerId="ADAL" clId="{CC5F0CBF-77A6-4739-8FF3-8FB7DAFF4AC8}" dt="2025-12-17T09:33:24.166" v="580"/>
          <ac:spMkLst>
            <pc:docMk/>
            <pc:sldMk cId="3312322918" sldId="267"/>
            <ac:spMk id="91" creationId="{32F5DB5F-F691-2A7F-1BB7-E6FB05D3F17C}"/>
          </ac:spMkLst>
        </pc:spChg>
        <pc:spChg chg="mod">
          <ac:chgData name="Lalwani, Sunil" userId="95b0a425-4eed-4b84-a7cf-34664c131309" providerId="ADAL" clId="{CC5F0CBF-77A6-4739-8FF3-8FB7DAFF4AC8}" dt="2025-12-17T09:33:24.166" v="580"/>
          <ac:spMkLst>
            <pc:docMk/>
            <pc:sldMk cId="3312322918" sldId="267"/>
            <ac:spMk id="93" creationId="{07A69D03-3F96-1CAC-09C1-2A930851E3A4}"/>
          </ac:spMkLst>
        </pc:spChg>
        <pc:spChg chg="mod">
          <ac:chgData name="Lalwani, Sunil" userId="95b0a425-4eed-4b84-a7cf-34664c131309" providerId="ADAL" clId="{CC5F0CBF-77A6-4739-8FF3-8FB7DAFF4AC8}" dt="2025-12-17T09:33:24.166" v="580"/>
          <ac:spMkLst>
            <pc:docMk/>
            <pc:sldMk cId="3312322918" sldId="267"/>
            <ac:spMk id="95" creationId="{603E650E-856C-78DF-C7A6-6D6CCFA313F1}"/>
          </ac:spMkLst>
        </pc:spChg>
        <pc:spChg chg="mod">
          <ac:chgData name="Lalwani, Sunil" userId="95b0a425-4eed-4b84-a7cf-34664c131309" providerId="ADAL" clId="{CC5F0CBF-77A6-4739-8FF3-8FB7DAFF4AC8}" dt="2025-12-17T09:33:24.166" v="580"/>
          <ac:spMkLst>
            <pc:docMk/>
            <pc:sldMk cId="3312322918" sldId="267"/>
            <ac:spMk id="96" creationId="{68FEA243-A915-70FF-9A11-6BE84CF43155}"/>
          </ac:spMkLst>
        </pc:spChg>
        <pc:spChg chg="mod">
          <ac:chgData name="Lalwani, Sunil" userId="95b0a425-4eed-4b84-a7cf-34664c131309" providerId="ADAL" clId="{CC5F0CBF-77A6-4739-8FF3-8FB7DAFF4AC8}" dt="2025-12-17T09:33:24.166" v="580"/>
          <ac:spMkLst>
            <pc:docMk/>
            <pc:sldMk cId="3312322918" sldId="267"/>
            <ac:spMk id="97" creationId="{B8956D89-1D67-BE42-6EB5-D305486218A9}"/>
          </ac:spMkLst>
        </pc:spChg>
        <pc:spChg chg="mod">
          <ac:chgData name="Lalwani, Sunil" userId="95b0a425-4eed-4b84-a7cf-34664c131309" providerId="ADAL" clId="{CC5F0CBF-77A6-4739-8FF3-8FB7DAFF4AC8}" dt="2025-12-17T09:34:15.300" v="645"/>
          <ac:spMkLst>
            <pc:docMk/>
            <pc:sldMk cId="3312322918" sldId="267"/>
            <ac:spMk id="100" creationId="{7A48C2B4-0EFC-7E98-EB76-C8283C5F7F60}"/>
          </ac:spMkLst>
        </pc:spChg>
        <pc:spChg chg="mod">
          <ac:chgData name="Lalwani, Sunil" userId="95b0a425-4eed-4b84-a7cf-34664c131309" providerId="ADAL" clId="{CC5F0CBF-77A6-4739-8FF3-8FB7DAFF4AC8}" dt="2025-12-17T09:34:15.300" v="645"/>
          <ac:spMkLst>
            <pc:docMk/>
            <pc:sldMk cId="3312322918" sldId="267"/>
            <ac:spMk id="102" creationId="{1D7B3E6F-EFA7-8950-D38C-2FC095C84CC4}"/>
          </ac:spMkLst>
        </pc:spChg>
        <pc:spChg chg="mod">
          <ac:chgData name="Lalwani, Sunil" userId="95b0a425-4eed-4b84-a7cf-34664c131309" providerId="ADAL" clId="{CC5F0CBF-77A6-4739-8FF3-8FB7DAFF4AC8}" dt="2025-12-17T09:34:15.300" v="645"/>
          <ac:spMkLst>
            <pc:docMk/>
            <pc:sldMk cId="3312322918" sldId="267"/>
            <ac:spMk id="104" creationId="{24EAC861-82B0-3FDB-4BD4-1E192BD09A36}"/>
          </ac:spMkLst>
        </pc:spChg>
        <pc:spChg chg="mod">
          <ac:chgData name="Lalwani, Sunil" userId="95b0a425-4eed-4b84-a7cf-34664c131309" providerId="ADAL" clId="{CC5F0CBF-77A6-4739-8FF3-8FB7DAFF4AC8}" dt="2025-12-17T09:34:15.300" v="645"/>
          <ac:spMkLst>
            <pc:docMk/>
            <pc:sldMk cId="3312322918" sldId="267"/>
            <ac:spMk id="106" creationId="{9E723B54-CEA2-D19A-DC0E-9D9F38FC436C}"/>
          </ac:spMkLst>
        </pc:spChg>
        <pc:spChg chg="mod">
          <ac:chgData name="Lalwani, Sunil" userId="95b0a425-4eed-4b84-a7cf-34664c131309" providerId="ADAL" clId="{CC5F0CBF-77A6-4739-8FF3-8FB7DAFF4AC8}" dt="2025-12-17T09:34:15.300" v="645"/>
          <ac:spMkLst>
            <pc:docMk/>
            <pc:sldMk cId="3312322918" sldId="267"/>
            <ac:spMk id="108" creationId="{6D27F49D-6C3C-93AC-4AC0-CCA925453E4A}"/>
          </ac:spMkLst>
        </pc:spChg>
        <pc:spChg chg="mod">
          <ac:chgData name="Lalwani, Sunil" userId="95b0a425-4eed-4b84-a7cf-34664c131309" providerId="ADAL" clId="{CC5F0CBF-77A6-4739-8FF3-8FB7DAFF4AC8}" dt="2025-12-17T09:34:15.300" v="645"/>
          <ac:spMkLst>
            <pc:docMk/>
            <pc:sldMk cId="3312322918" sldId="267"/>
            <ac:spMk id="110" creationId="{0AA3E426-69C7-0F43-3F2D-D86727BB613E}"/>
          </ac:spMkLst>
        </pc:spChg>
        <pc:spChg chg="mod">
          <ac:chgData name="Lalwani, Sunil" userId="95b0a425-4eed-4b84-a7cf-34664c131309" providerId="ADAL" clId="{CC5F0CBF-77A6-4739-8FF3-8FB7DAFF4AC8}" dt="2025-12-17T09:34:15.300" v="645"/>
          <ac:spMkLst>
            <pc:docMk/>
            <pc:sldMk cId="3312322918" sldId="267"/>
            <ac:spMk id="112" creationId="{1CD0829D-E050-4ECB-58AF-FBA6FA303A33}"/>
          </ac:spMkLst>
        </pc:spChg>
        <pc:spChg chg="mod">
          <ac:chgData name="Lalwani, Sunil" userId="95b0a425-4eed-4b84-a7cf-34664c131309" providerId="ADAL" clId="{CC5F0CBF-77A6-4739-8FF3-8FB7DAFF4AC8}" dt="2025-12-17T09:34:15.300" v="645"/>
          <ac:spMkLst>
            <pc:docMk/>
            <pc:sldMk cId="3312322918" sldId="267"/>
            <ac:spMk id="114" creationId="{C8AF9A68-3332-F5C6-4BFD-FC804185B83D}"/>
          </ac:spMkLst>
        </pc:spChg>
        <pc:spChg chg="mod">
          <ac:chgData name="Lalwani, Sunil" userId="95b0a425-4eed-4b84-a7cf-34664c131309" providerId="ADAL" clId="{CC5F0CBF-77A6-4739-8FF3-8FB7DAFF4AC8}" dt="2025-12-17T09:34:15.300" v="645"/>
          <ac:spMkLst>
            <pc:docMk/>
            <pc:sldMk cId="3312322918" sldId="267"/>
            <ac:spMk id="117" creationId="{6D2F2793-CE37-E699-50FC-F5AEABFA61F6}"/>
          </ac:spMkLst>
        </pc:spChg>
        <pc:spChg chg="mod">
          <ac:chgData name="Lalwani, Sunil" userId="95b0a425-4eed-4b84-a7cf-34664c131309" providerId="ADAL" clId="{CC5F0CBF-77A6-4739-8FF3-8FB7DAFF4AC8}" dt="2025-12-17T09:34:15.300" v="645"/>
          <ac:spMkLst>
            <pc:docMk/>
            <pc:sldMk cId="3312322918" sldId="267"/>
            <ac:spMk id="118" creationId="{7917FD25-CF54-5A62-D335-1721FBEEFD13}"/>
          </ac:spMkLst>
        </pc:spChg>
        <pc:spChg chg="mod">
          <ac:chgData name="Lalwani, Sunil" userId="95b0a425-4eed-4b84-a7cf-34664c131309" providerId="ADAL" clId="{CC5F0CBF-77A6-4739-8FF3-8FB7DAFF4AC8}" dt="2025-12-17T09:35:29.902" v="709"/>
          <ac:spMkLst>
            <pc:docMk/>
            <pc:sldMk cId="3312322918" sldId="267"/>
            <ac:spMk id="121" creationId="{A51F1C00-3518-1BAF-AAB2-A925B4F5D115}"/>
          </ac:spMkLst>
        </pc:spChg>
        <pc:spChg chg="mod">
          <ac:chgData name="Lalwani, Sunil" userId="95b0a425-4eed-4b84-a7cf-34664c131309" providerId="ADAL" clId="{CC5F0CBF-77A6-4739-8FF3-8FB7DAFF4AC8}" dt="2025-12-17T09:35:29.902" v="709"/>
          <ac:spMkLst>
            <pc:docMk/>
            <pc:sldMk cId="3312322918" sldId="267"/>
            <ac:spMk id="125" creationId="{F70B9660-160D-3FAE-448F-723AE676AB54}"/>
          </ac:spMkLst>
        </pc:spChg>
        <pc:spChg chg="mod">
          <ac:chgData name="Lalwani, Sunil" userId="95b0a425-4eed-4b84-a7cf-34664c131309" providerId="ADAL" clId="{CC5F0CBF-77A6-4739-8FF3-8FB7DAFF4AC8}" dt="2025-12-17T09:35:29.902" v="709"/>
          <ac:spMkLst>
            <pc:docMk/>
            <pc:sldMk cId="3312322918" sldId="267"/>
            <ac:spMk id="127" creationId="{96C94056-7633-79F7-F716-A3B7BA4E6D97}"/>
          </ac:spMkLst>
        </pc:spChg>
        <pc:spChg chg="mod">
          <ac:chgData name="Lalwani, Sunil" userId="95b0a425-4eed-4b84-a7cf-34664c131309" providerId="ADAL" clId="{CC5F0CBF-77A6-4739-8FF3-8FB7DAFF4AC8}" dt="2025-12-17T09:35:29.902" v="709"/>
          <ac:spMkLst>
            <pc:docMk/>
            <pc:sldMk cId="3312322918" sldId="267"/>
            <ac:spMk id="129" creationId="{A7A2B17B-48BD-75DF-8F7B-499650D3A219}"/>
          </ac:spMkLst>
        </pc:spChg>
        <pc:spChg chg="mod">
          <ac:chgData name="Lalwani, Sunil" userId="95b0a425-4eed-4b84-a7cf-34664c131309" providerId="ADAL" clId="{CC5F0CBF-77A6-4739-8FF3-8FB7DAFF4AC8}" dt="2025-12-17T09:35:29.902" v="709"/>
          <ac:spMkLst>
            <pc:docMk/>
            <pc:sldMk cId="3312322918" sldId="267"/>
            <ac:spMk id="131" creationId="{79DA7EA9-9AED-8916-C01C-E44A2EEEF951}"/>
          </ac:spMkLst>
        </pc:spChg>
        <pc:spChg chg="mod">
          <ac:chgData name="Lalwani, Sunil" userId="95b0a425-4eed-4b84-a7cf-34664c131309" providerId="ADAL" clId="{CC5F0CBF-77A6-4739-8FF3-8FB7DAFF4AC8}" dt="2025-12-17T09:35:29.902" v="709"/>
          <ac:spMkLst>
            <pc:docMk/>
            <pc:sldMk cId="3312322918" sldId="267"/>
            <ac:spMk id="133" creationId="{CD943A07-8198-701C-EC1B-FD8150848555}"/>
          </ac:spMkLst>
        </pc:spChg>
        <pc:spChg chg="mod">
          <ac:chgData name="Lalwani, Sunil" userId="95b0a425-4eed-4b84-a7cf-34664c131309" providerId="ADAL" clId="{CC5F0CBF-77A6-4739-8FF3-8FB7DAFF4AC8}" dt="2025-12-17T09:35:29.902" v="709"/>
          <ac:spMkLst>
            <pc:docMk/>
            <pc:sldMk cId="3312322918" sldId="267"/>
            <ac:spMk id="135" creationId="{A99AC3AA-8DCE-02BE-9836-6FD3079D15AC}"/>
          </ac:spMkLst>
        </pc:spChg>
        <pc:spChg chg="mod">
          <ac:chgData name="Lalwani, Sunil" userId="95b0a425-4eed-4b84-a7cf-34664c131309" providerId="ADAL" clId="{CC5F0CBF-77A6-4739-8FF3-8FB7DAFF4AC8}" dt="2025-12-17T09:35:29.902" v="709"/>
          <ac:spMkLst>
            <pc:docMk/>
            <pc:sldMk cId="3312322918" sldId="267"/>
            <ac:spMk id="137" creationId="{08F0C77D-357E-217C-8F60-E66DD1B34B22}"/>
          </ac:spMkLst>
        </pc:spChg>
        <pc:spChg chg="mod">
          <ac:chgData name="Lalwani, Sunil" userId="95b0a425-4eed-4b84-a7cf-34664c131309" providerId="ADAL" clId="{CC5F0CBF-77A6-4739-8FF3-8FB7DAFF4AC8}" dt="2025-12-17T09:35:29.902" v="709"/>
          <ac:spMkLst>
            <pc:docMk/>
            <pc:sldMk cId="3312322918" sldId="267"/>
            <ac:spMk id="139" creationId="{11751230-F07A-8B96-FDCD-D018A731F8E6}"/>
          </ac:spMkLst>
        </pc:spChg>
        <pc:spChg chg="mod">
          <ac:chgData name="Lalwani, Sunil" userId="95b0a425-4eed-4b84-a7cf-34664c131309" providerId="ADAL" clId="{CC5F0CBF-77A6-4739-8FF3-8FB7DAFF4AC8}" dt="2025-12-17T09:35:29.902" v="709"/>
          <ac:spMkLst>
            <pc:docMk/>
            <pc:sldMk cId="3312322918" sldId="267"/>
            <ac:spMk id="141" creationId="{1A9A3525-2A47-6F60-707D-7470C62D8BA5}"/>
          </ac:spMkLst>
        </pc:spChg>
        <pc:spChg chg="mod">
          <ac:chgData name="Lalwani, Sunil" userId="95b0a425-4eed-4b84-a7cf-34664c131309" providerId="ADAL" clId="{CC5F0CBF-77A6-4739-8FF3-8FB7DAFF4AC8}" dt="2025-12-17T09:36:45.343" v="772"/>
          <ac:spMkLst>
            <pc:docMk/>
            <pc:sldMk cId="3312322918" sldId="267"/>
            <ac:spMk id="146" creationId="{DCBBB423-59DF-4E47-78EB-58CBFA33FA1F}"/>
          </ac:spMkLst>
        </pc:spChg>
        <pc:spChg chg="mod">
          <ac:chgData name="Lalwani, Sunil" userId="95b0a425-4eed-4b84-a7cf-34664c131309" providerId="ADAL" clId="{CC5F0CBF-77A6-4739-8FF3-8FB7DAFF4AC8}" dt="2025-12-17T09:36:45.343" v="772"/>
          <ac:spMkLst>
            <pc:docMk/>
            <pc:sldMk cId="3312322918" sldId="267"/>
            <ac:spMk id="148" creationId="{AFADC229-55E1-A468-C95A-83CFDEAA29EA}"/>
          </ac:spMkLst>
        </pc:spChg>
        <pc:spChg chg="mod">
          <ac:chgData name="Lalwani, Sunil" userId="95b0a425-4eed-4b84-a7cf-34664c131309" providerId="ADAL" clId="{CC5F0CBF-77A6-4739-8FF3-8FB7DAFF4AC8}" dt="2025-12-17T09:36:45.343" v="772"/>
          <ac:spMkLst>
            <pc:docMk/>
            <pc:sldMk cId="3312322918" sldId="267"/>
            <ac:spMk id="150" creationId="{66BB130D-6735-974E-91E8-922AC31F6E33}"/>
          </ac:spMkLst>
        </pc:spChg>
        <pc:spChg chg="mod">
          <ac:chgData name="Lalwani, Sunil" userId="95b0a425-4eed-4b84-a7cf-34664c131309" providerId="ADAL" clId="{CC5F0CBF-77A6-4739-8FF3-8FB7DAFF4AC8}" dt="2025-12-17T09:36:45.343" v="772"/>
          <ac:spMkLst>
            <pc:docMk/>
            <pc:sldMk cId="3312322918" sldId="267"/>
            <ac:spMk id="152" creationId="{D4E43361-7B97-2855-A860-8BE5E6F1CE51}"/>
          </ac:spMkLst>
        </pc:spChg>
        <pc:spChg chg="mod">
          <ac:chgData name="Lalwani, Sunil" userId="95b0a425-4eed-4b84-a7cf-34664c131309" providerId="ADAL" clId="{CC5F0CBF-77A6-4739-8FF3-8FB7DAFF4AC8}" dt="2025-12-17T09:36:45.343" v="772"/>
          <ac:spMkLst>
            <pc:docMk/>
            <pc:sldMk cId="3312322918" sldId="267"/>
            <ac:spMk id="154" creationId="{0EC9E327-3CE4-84FA-5A3D-D2CC32C07DF4}"/>
          </ac:spMkLst>
        </pc:spChg>
        <pc:spChg chg="mod">
          <ac:chgData name="Lalwani, Sunil" userId="95b0a425-4eed-4b84-a7cf-34664c131309" providerId="ADAL" clId="{CC5F0CBF-77A6-4739-8FF3-8FB7DAFF4AC8}" dt="2025-12-17T09:36:45.343" v="772"/>
          <ac:spMkLst>
            <pc:docMk/>
            <pc:sldMk cId="3312322918" sldId="267"/>
            <ac:spMk id="156" creationId="{3FA24DF2-DC2C-2433-384A-D2B5F70C18BB}"/>
          </ac:spMkLst>
        </pc:spChg>
        <pc:spChg chg="mod">
          <ac:chgData name="Lalwani, Sunil" userId="95b0a425-4eed-4b84-a7cf-34664c131309" providerId="ADAL" clId="{CC5F0CBF-77A6-4739-8FF3-8FB7DAFF4AC8}" dt="2025-12-17T09:36:45.343" v="772"/>
          <ac:spMkLst>
            <pc:docMk/>
            <pc:sldMk cId="3312322918" sldId="267"/>
            <ac:spMk id="160" creationId="{753CDBF3-8310-4000-21A2-B9428F64BB1D}"/>
          </ac:spMkLst>
        </pc:spChg>
        <pc:spChg chg="mod">
          <ac:chgData name="Lalwani, Sunil" userId="95b0a425-4eed-4b84-a7cf-34664c131309" providerId="ADAL" clId="{CC5F0CBF-77A6-4739-8FF3-8FB7DAFF4AC8}" dt="2025-12-17T09:36:45.343" v="772"/>
          <ac:spMkLst>
            <pc:docMk/>
            <pc:sldMk cId="3312322918" sldId="267"/>
            <ac:spMk id="164" creationId="{254A1019-B78A-83FE-E20C-76663F72C88B}"/>
          </ac:spMkLst>
        </pc:spChg>
        <pc:spChg chg="mod">
          <ac:chgData name="Lalwani, Sunil" userId="95b0a425-4eed-4b84-a7cf-34664c131309" providerId="ADAL" clId="{CC5F0CBF-77A6-4739-8FF3-8FB7DAFF4AC8}" dt="2025-12-17T09:36:45.343" v="772"/>
          <ac:spMkLst>
            <pc:docMk/>
            <pc:sldMk cId="3312322918" sldId="267"/>
            <ac:spMk id="165" creationId="{AA866DCE-6320-A1C5-72EA-893B9F154877}"/>
          </ac:spMkLst>
        </pc:spChg>
        <pc:spChg chg="mod">
          <ac:chgData name="Lalwani, Sunil" userId="95b0a425-4eed-4b84-a7cf-34664c131309" providerId="ADAL" clId="{CC5F0CBF-77A6-4739-8FF3-8FB7DAFF4AC8}" dt="2025-12-17T09:36:45.343" v="772"/>
          <ac:spMkLst>
            <pc:docMk/>
            <pc:sldMk cId="3312322918" sldId="267"/>
            <ac:spMk id="166" creationId="{D10D7FFF-0854-08E9-ACB3-602889DD0DA6}"/>
          </ac:spMkLst>
        </pc:spChg>
        <pc:spChg chg="mod">
          <ac:chgData name="Lalwani, Sunil" userId="95b0a425-4eed-4b84-a7cf-34664c131309" providerId="ADAL" clId="{CC5F0CBF-77A6-4739-8FF3-8FB7DAFF4AC8}" dt="2025-12-17T09:38:02.500" v="835"/>
          <ac:spMkLst>
            <pc:docMk/>
            <pc:sldMk cId="3312322918" sldId="267"/>
            <ac:spMk id="173" creationId="{04EDC278-6C9D-6C10-9E9F-26B5B1196D37}"/>
          </ac:spMkLst>
        </pc:spChg>
        <pc:spChg chg="mod">
          <ac:chgData name="Lalwani, Sunil" userId="95b0a425-4eed-4b84-a7cf-34664c131309" providerId="ADAL" clId="{CC5F0CBF-77A6-4739-8FF3-8FB7DAFF4AC8}" dt="2025-12-17T09:38:02.500" v="835"/>
          <ac:spMkLst>
            <pc:docMk/>
            <pc:sldMk cId="3312322918" sldId="267"/>
            <ac:spMk id="177" creationId="{431A66F6-26DB-C458-9969-5303C99A9D9E}"/>
          </ac:spMkLst>
        </pc:spChg>
        <pc:spChg chg="mod">
          <ac:chgData name="Lalwani, Sunil" userId="95b0a425-4eed-4b84-a7cf-34664c131309" providerId="ADAL" clId="{CC5F0CBF-77A6-4739-8FF3-8FB7DAFF4AC8}" dt="2025-12-17T09:38:02.500" v="835"/>
          <ac:spMkLst>
            <pc:docMk/>
            <pc:sldMk cId="3312322918" sldId="267"/>
            <ac:spMk id="179" creationId="{E9C11DC7-817B-4C47-DE1C-9250439B23E9}"/>
          </ac:spMkLst>
        </pc:spChg>
        <pc:spChg chg="mod">
          <ac:chgData name="Lalwani, Sunil" userId="95b0a425-4eed-4b84-a7cf-34664c131309" providerId="ADAL" clId="{CC5F0CBF-77A6-4739-8FF3-8FB7DAFF4AC8}" dt="2025-12-17T09:38:02.500" v="835"/>
          <ac:spMkLst>
            <pc:docMk/>
            <pc:sldMk cId="3312322918" sldId="267"/>
            <ac:spMk id="183" creationId="{88D03032-8DC9-C92D-4F06-8C18CD385088}"/>
          </ac:spMkLst>
        </pc:spChg>
        <pc:spChg chg="mod">
          <ac:chgData name="Lalwani, Sunil" userId="95b0a425-4eed-4b84-a7cf-34664c131309" providerId="ADAL" clId="{CC5F0CBF-77A6-4739-8FF3-8FB7DAFF4AC8}" dt="2025-12-17T09:38:02.500" v="835"/>
          <ac:spMkLst>
            <pc:docMk/>
            <pc:sldMk cId="3312322918" sldId="267"/>
            <ac:spMk id="185" creationId="{F6C23D4A-2A21-C01A-94F0-1D63087D8A99}"/>
          </ac:spMkLst>
        </pc:spChg>
        <pc:spChg chg="mod">
          <ac:chgData name="Lalwani, Sunil" userId="95b0a425-4eed-4b84-a7cf-34664c131309" providerId="ADAL" clId="{CC5F0CBF-77A6-4739-8FF3-8FB7DAFF4AC8}" dt="2025-12-17T09:38:02.500" v="835"/>
          <ac:spMkLst>
            <pc:docMk/>
            <pc:sldMk cId="3312322918" sldId="267"/>
            <ac:spMk id="187" creationId="{2EB9E4FE-2D3B-3E96-7FA0-61A1F075CA5F}"/>
          </ac:spMkLst>
        </pc:spChg>
        <pc:spChg chg="mod">
          <ac:chgData name="Lalwani, Sunil" userId="95b0a425-4eed-4b84-a7cf-34664c131309" providerId="ADAL" clId="{CC5F0CBF-77A6-4739-8FF3-8FB7DAFF4AC8}" dt="2025-12-17T09:38:02.500" v="835"/>
          <ac:spMkLst>
            <pc:docMk/>
            <pc:sldMk cId="3312322918" sldId="267"/>
            <ac:spMk id="189" creationId="{00EA4FBF-7A7A-99DD-1E70-E7CC628CF3E6}"/>
          </ac:spMkLst>
        </pc:spChg>
        <pc:spChg chg="mod">
          <ac:chgData name="Lalwani, Sunil" userId="95b0a425-4eed-4b84-a7cf-34664c131309" providerId="ADAL" clId="{CC5F0CBF-77A6-4739-8FF3-8FB7DAFF4AC8}" dt="2025-12-17T09:38:02.500" v="835"/>
          <ac:spMkLst>
            <pc:docMk/>
            <pc:sldMk cId="3312322918" sldId="267"/>
            <ac:spMk id="191" creationId="{01FFE56E-B0E7-D27C-F76F-127BBD30B9B6}"/>
          </ac:spMkLst>
        </pc:spChg>
        <pc:spChg chg="mod">
          <ac:chgData name="Lalwani, Sunil" userId="95b0a425-4eed-4b84-a7cf-34664c131309" providerId="ADAL" clId="{CC5F0CBF-77A6-4739-8FF3-8FB7DAFF4AC8}" dt="2025-12-17T09:38:02.500" v="835"/>
          <ac:spMkLst>
            <pc:docMk/>
            <pc:sldMk cId="3312322918" sldId="267"/>
            <ac:spMk id="192" creationId="{207A3075-6F00-FB8B-D29F-50BD63B7D4F8}"/>
          </ac:spMkLst>
        </pc:spChg>
        <pc:spChg chg="mod">
          <ac:chgData name="Lalwani, Sunil" userId="95b0a425-4eed-4b84-a7cf-34664c131309" providerId="ADAL" clId="{CC5F0CBF-77A6-4739-8FF3-8FB7DAFF4AC8}" dt="2025-12-17T09:38:02.500" v="835"/>
          <ac:spMkLst>
            <pc:docMk/>
            <pc:sldMk cId="3312322918" sldId="267"/>
            <ac:spMk id="193" creationId="{F87EF26D-DB3B-82F1-C149-9BF60AAB3BCE}"/>
          </ac:spMkLst>
        </pc:spChg>
        <pc:grpChg chg="add mod">
          <ac:chgData name="Lalwani, Sunil" userId="95b0a425-4eed-4b84-a7cf-34664c131309" providerId="ADAL" clId="{CC5F0CBF-77A6-4739-8FF3-8FB7DAFF4AC8}" dt="2025-12-17T09:25:41.356" v="109"/>
          <ac:grpSpMkLst>
            <pc:docMk/>
            <pc:sldMk cId="3312322918" sldId="267"/>
            <ac:grpSpMk id="2" creationId="{00CF97D5-3865-71C0-5D1B-B0899CCA6C76}"/>
          </ac:grpSpMkLst>
        </pc:grpChg>
        <pc:grpChg chg="mod">
          <ac:chgData name="Lalwani, Sunil" userId="95b0a425-4eed-4b84-a7cf-34664c131309" providerId="ADAL" clId="{CC5F0CBF-77A6-4739-8FF3-8FB7DAFF4AC8}" dt="2025-12-17T09:25:41.356" v="109"/>
          <ac:grpSpMkLst>
            <pc:docMk/>
            <pc:sldMk cId="3312322918" sldId="267"/>
            <ac:grpSpMk id="3" creationId="{C21674A3-71FC-1BBE-831A-353A1ADD5F52}"/>
          </ac:grpSpMkLst>
        </pc:grpChg>
        <pc:grpChg chg="add mod">
          <ac:chgData name="Lalwani, Sunil" userId="95b0a425-4eed-4b84-a7cf-34664c131309" providerId="ADAL" clId="{CC5F0CBF-77A6-4739-8FF3-8FB7DAFF4AC8}" dt="2025-12-17T09:26:34.867" v="178"/>
          <ac:grpSpMkLst>
            <pc:docMk/>
            <pc:sldMk cId="3312322918" sldId="267"/>
            <ac:grpSpMk id="7" creationId="{40B5C7D0-55E6-C30B-60F6-DDE8114F714E}"/>
          </ac:grpSpMkLst>
        </pc:grpChg>
        <pc:grpChg chg="mod">
          <ac:chgData name="Lalwani, Sunil" userId="95b0a425-4eed-4b84-a7cf-34664c131309" providerId="ADAL" clId="{CC5F0CBF-77A6-4739-8FF3-8FB7DAFF4AC8}" dt="2025-12-17T09:26:34.867" v="178"/>
          <ac:grpSpMkLst>
            <pc:docMk/>
            <pc:sldMk cId="3312322918" sldId="267"/>
            <ac:grpSpMk id="8" creationId="{2F68307F-8D7B-1722-0B38-AC4F122E25A2}"/>
          </ac:grpSpMkLst>
        </pc:grpChg>
        <pc:grpChg chg="mod">
          <ac:chgData name="Lalwani, Sunil" userId="95b0a425-4eed-4b84-a7cf-34664c131309" providerId="ADAL" clId="{CC5F0CBF-77A6-4739-8FF3-8FB7DAFF4AC8}" dt="2025-12-17T09:26:34.867" v="178"/>
          <ac:grpSpMkLst>
            <pc:docMk/>
            <pc:sldMk cId="3312322918" sldId="267"/>
            <ac:grpSpMk id="10" creationId="{E7BEAFF8-FD3A-DB79-D6CF-979FA8C5C9B8}"/>
          </ac:grpSpMkLst>
        </pc:grpChg>
        <pc:grpChg chg="add mod">
          <ac:chgData name="Lalwani, Sunil" userId="95b0a425-4eed-4b84-a7cf-34664c131309" providerId="ADAL" clId="{CC5F0CBF-77A6-4739-8FF3-8FB7DAFF4AC8}" dt="2025-12-17T09:27:31.920" v="247"/>
          <ac:grpSpMkLst>
            <pc:docMk/>
            <pc:sldMk cId="3312322918" sldId="267"/>
            <ac:grpSpMk id="14" creationId="{AB202D42-4D90-2F43-AC4B-B1DB8EE231C4}"/>
          </ac:grpSpMkLst>
        </pc:grpChg>
        <pc:grpChg chg="mod">
          <ac:chgData name="Lalwani, Sunil" userId="95b0a425-4eed-4b84-a7cf-34664c131309" providerId="ADAL" clId="{CC5F0CBF-77A6-4739-8FF3-8FB7DAFF4AC8}" dt="2025-12-17T09:27:31.920" v="247"/>
          <ac:grpSpMkLst>
            <pc:docMk/>
            <pc:sldMk cId="3312322918" sldId="267"/>
            <ac:grpSpMk id="15" creationId="{54B5C128-7FD9-215B-50FC-226C3B3AA332}"/>
          </ac:grpSpMkLst>
        </pc:grpChg>
        <pc:grpChg chg="mod">
          <ac:chgData name="Lalwani, Sunil" userId="95b0a425-4eed-4b84-a7cf-34664c131309" providerId="ADAL" clId="{CC5F0CBF-77A6-4739-8FF3-8FB7DAFF4AC8}" dt="2025-12-17T09:27:31.920" v="247"/>
          <ac:grpSpMkLst>
            <pc:docMk/>
            <pc:sldMk cId="3312322918" sldId="267"/>
            <ac:grpSpMk id="17" creationId="{3893AF56-DD22-4310-DED7-EBDB194E3285}"/>
          </ac:grpSpMkLst>
        </pc:grpChg>
        <pc:grpChg chg="mod">
          <ac:chgData name="Lalwani, Sunil" userId="95b0a425-4eed-4b84-a7cf-34664c131309" providerId="ADAL" clId="{CC5F0CBF-77A6-4739-8FF3-8FB7DAFF4AC8}" dt="2025-12-17T09:27:31.920" v="247"/>
          <ac:grpSpMkLst>
            <pc:docMk/>
            <pc:sldMk cId="3312322918" sldId="267"/>
            <ac:grpSpMk id="19" creationId="{5240F83D-F5FD-ADF2-A510-C081102D9D2D}"/>
          </ac:grpSpMkLst>
        </pc:grpChg>
        <pc:grpChg chg="mod">
          <ac:chgData name="Lalwani, Sunil" userId="95b0a425-4eed-4b84-a7cf-34664c131309" providerId="ADAL" clId="{CC5F0CBF-77A6-4739-8FF3-8FB7DAFF4AC8}" dt="2025-12-17T09:28:36.281" v="315"/>
          <ac:grpSpMkLst>
            <pc:docMk/>
            <pc:sldMk cId="3312322918" sldId="267"/>
            <ac:grpSpMk id="24" creationId="{10B635D6-8EA1-7CDC-ADBD-8BB6DA9D231A}"/>
          </ac:grpSpMkLst>
        </pc:grpChg>
        <pc:grpChg chg="mod">
          <ac:chgData name="Lalwani, Sunil" userId="95b0a425-4eed-4b84-a7cf-34664c131309" providerId="ADAL" clId="{CC5F0CBF-77A6-4739-8FF3-8FB7DAFF4AC8}" dt="2025-12-17T09:28:36.281" v="315"/>
          <ac:grpSpMkLst>
            <pc:docMk/>
            <pc:sldMk cId="3312322918" sldId="267"/>
            <ac:grpSpMk id="26" creationId="{EB9F043F-19D2-22EF-0C09-298EA1352578}"/>
          </ac:grpSpMkLst>
        </pc:grpChg>
        <pc:grpChg chg="mod">
          <ac:chgData name="Lalwani, Sunil" userId="95b0a425-4eed-4b84-a7cf-34664c131309" providerId="ADAL" clId="{CC5F0CBF-77A6-4739-8FF3-8FB7DAFF4AC8}" dt="2025-12-17T09:28:36.281" v="315"/>
          <ac:grpSpMkLst>
            <pc:docMk/>
            <pc:sldMk cId="3312322918" sldId="267"/>
            <ac:grpSpMk id="28" creationId="{2EEAD13E-24CE-E4C7-18E5-8D9E0872EB21}"/>
          </ac:grpSpMkLst>
        </pc:grpChg>
        <pc:grpChg chg="mod">
          <ac:chgData name="Lalwani, Sunil" userId="95b0a425-4eed-4b84-a7cf-34664c131309" providerId="ADAL" clId="{CC5F0CBF-77A6-4739-8FF3-8FB7DAFF4AC8}" dt="2025-12-17T09:28:36.281" v="315"/>
          <ac:grpSpMkLst>
            <pc:docMk/>
            <pc:sldMk cId="3312322918" sldId="267"/>
            <ac:grpSpMk id="30" creationId="{121B30AD-8BD9-ABD7-7E40-FDA07260B624}"/>
          </ac:grpSpMkLst>
        </pc:grpChg>
        <pc:grpChg chg="add mod">
          <ac:chgData name="Lalwani, Sunil" userId="95b0a425-4eed-4b84-a7cf-34664c131309" providerId="ADAL" clId="{CC5F0CBF-77A6-4739-8FF3-8FB7DAFF4AC8}" dt="2025-12-17T09:29:37.822" v="382"/>
          <ac:grpSpMkLst>
            <pc:docMk/>
            <pc:sldMk cId="3312322918" sldId="267"/>
            <ac:grpSpMk id="34" creationId="{8058086E-9D5A-0D4B-C148-1889F822D680}"/>
          </ac:grpSpMkLst>
        </pc:grpChg>
        <pc:grpChg chg="mod">
          <ac:chgData name="Lalwani, Sunil" userId="95b0a425-4eed-4b84-a7cf-34664c131309" providerId="ADAL" clId="{CC5F0CBF-77A6-4739-8FF3-8FB7DAFF4AC8}" dt="2025-12-17T09:29:37.822" v="382"/>
          <ac:grpSpMkLst>
            <pc:docMk/>
            <pc:sldMk cId="3312322918" sldId="267"/>
            <ac:grpSpMk id="37" creationId="{5B0DBB00-A382-F918-C51F-C3711F514F55}"/>
          </ac:grpSpMkLst>
        </pc:grpChg>
        <pc:grpChg chg="mod">
          <ac:chgData name="Lalwani, Sunil" userId="95b0a425-4eed-4b84-a7cf-34664c131309" providerId="ADAL" clId="{CC5F0CBF-77A6-4739-8FF3-8FB7DAFF4AC8}" dt="2025-12-17T09:29:37.822" v="382"/>
          <ac:grpSpMkLst>
            <pc:docMk/>
            <pc:sldMk cId="3312322918" sldId="267"/>
            <ac:grpSpMk id="39" creationId="{BCAA17A4-D94D-EDA6-82A1-5D9CB07D78C5}"/>
          </ac:grpSpMkLst>
        </pc:grpChg>
        <pc:grpChg chg="add mod">
          <ac:chgData name="Lalwani, Sunil" userId="95b0a425-4eed-4b84-a7cf-34664c131309" providerId="ADAL" clId="{CC5F0CBF-77A6-4739-8FF3-8FB7DAFF4AC8}" dt="2025-12-17T09:30:50.070" v="449"/>
          <ac:grpSpMkLst>
            <pc:docMk/>
            <pc:sldMk cId="3312322918" sldId="267"/>
            <ac:grpSpMk id="47" creationId="{FA5E0CEA-2EAC-34D4-6291-FA810DD141A2}"/>
          </ac:grpSpMkLst>
        </pc:grpChg>
        <pc:grpChg chg="mod">
          <ac:chgData name="Lalwani, Sunil" userId="95b0a425-4eed-4b84-a7cf-34664c131309" providerId="ADAL" clId="{CC5F0CBF-77A6-4739-8FF3-8FB7DAFF4AC8}" dt="2025-12-17T09:30:50.070" v="449"/>
          <ac:grpSpMkLst>
            <pc:docMk/>
            <pc:sldMk cId="3312322918" sldId="267"/>
            <ac:grpSpMk id="58" creationId="{38BB901E-FC01-33DD-9A12-060C96B162FD}"/>
          </ac:grpSpMkLst>
        </pc:grpChg>
        <pc:grpChg chg="mod">
          <ac:chgData name="Lalwani, Sunil" userId="95b0a425-4eed-4b84-a7cf-34664c131309" providerId="ADAL" clId="{CC5F0CBF-77A6-4739-8FF3-8FB7DAFF4AC8}" dt="2025-12-17T09:32:09.418" v="515"/>
          <ac:grpSpMkLst>
            <pc:docMk/>
            <pc:sldMk cId="3312322918" sldId="267"/>
            <ac:grpSpMk id="73" creationId="{D18E7381-A118-1AF9-3C48-A58663B15CEF}"/>
          </ac:grpSpMkLst>
        </pc:grpChg>
      </pc:sldChg>
      <pc:sldChg chg="del">
        <pc:chgData name="Lalwani, Sunil" userId="95b0a425-4eed-4b84-a7cf-34664c131309" providerId="ADAL" clId="{CC5F0CBF-77A6-4739-8FF3-8FB7DAFF4AC8}" dt="2025-12-14T09:23:41.600" v="0" actId="47"/>
        <pc:sldMkLst>
          <pc:docMk/>
          <pc:sldMk cId="0" sldId="268"/>
        </pc:sldMkLst>
      </pc:sldChg>
      <pc:sldChg chg="add">
        <pc:chgData name="Lalwani, Sunil" userId="95b0a425-4eed-4b84-a7cf-34664c131309" providerId="ADAL" clId="{CC5F0CBF-77A6-4739-8FF3-8FB7DAFF4AC8}" dt="2025-12-17T09:24:53.515" v="45"/>
        <pc:sldMkLst>
          <pc:docMk/>
          <pc:sldMk cId="1287757663" sldId="268"/>
        </pc:sldMkLst>
      </pc:sldChg>
      <pc:sldChg chg="del">
        <pc:chgData name="Lalwani, Sunil" userId="95b0a425-4eed-4b84-a7cf-34664c131309" providerId="ADAL" clId="{CC5F0CBF-77A6-4739-8FF3-8FB7DAFF4AC8}" dt="2025-12-14T09:23:41.600" v="0" actId="47"/>
        <pc:sldMkLst>
          <pc:docMk/>
          <pc:sldMk cId="0" sldId="269"/>
        </pc:sldMkLst>
      </pc:sldChg>
      <pc:sldChg chg="add ord">
        <pc:chgData name="Lalwani, Sunil" userId="95b0a425-4eed-4b84-a7cf-34664c131309" providerId="ADAL" clId="{CC5F0CBF-77A6-4739-8FF3-8FB7DAFF4AC8}" dt="2025-12-17T09:24:54.090" v="48"/>
        <pc:sldMkLst>
          <pc:docMk/>
          <pc:sldMk cId="3798011702" sldId="269"/>
        </pc:sldMkLst>
      </pc:sldChg>
      <pc:sldChg chg="del">
        <pc:chgData name="Lalwani, Sunil" userId="95b0a425-4eed-4b84-a7cf-34664c131309" providerId="ADAL" clId="{CC5F0CBF-77A6-4739-8FF3-8FB7DAFF4AC8}" dt="2025-12-14T09:23:41.600" v="0" actId="47"/>
        <pc:sldMkLst>
          <pc:docMk/>
          <pc:sldMk cId="0" sldId="270"/>
        </pc:sldMkLst>
      </pc:sldChg>
      <pc:sldChg chg="add del">
        <pc:chgData name="Lalwani, Sunil" userId="95b0a425-4eed-4b84-a7cf-34664c131309" providerId="ADAL" clId="{CC5F0CBF-77A6-4739-8FF3-8FB7DAFF4AC8}" dt="2025-12-17T09:25:06.233" v="62" actId="2696"/>
        <pc:sldMkLst>
          <pc:docMk/>
          <pc:sldMk cId="2704728851" sldId="270"/>
        </pc:sldMkLst>
      </pc:sldChg>
      <pc:sldChg chg="del">
        <pc:chgData name="Lalwani, Sunil" userId="95b0a425-4eed-4b84-a7cf-34664c131309" providerId="ADAL" clId="{CC5F0CBF-77A6-4739-8FF3-8FB7DAFF4AC8}" dt="2025-12-14T09:23:41.600" v="0" actId="47"/>
        <pc:sldMkLst>
          <pc:docMk/>
          <pc:sldMk cId="0" sldId="271"/>
        </pc:sldMkLst>
      </pc:sldChg>
      <pc:sldChg chg="add ord">
        <pc:chgData name="Lalwani, Sunil" userId="95b0a425-4eed-4b84-a7cf-34664c131309" providerId="ADAL" clId="{CC5F0CBF-77A6-4739-8FF3-8FB7DAFF4AC8}" dt="2025-12-17T09:25:04.584" v="57"/>
        <pc:sldMkLst>
          <pc:docMk/>
          <pc:sldMk cId="3234434834" sldId="271"/>
        </pc:sldMkLst>
      </pc:sldChg>
      <pc:sldChg chg="del">
        <pc:chgData name="Lalwani, Sunil" userId="95b0a425-4eed-4b84-a7cf-34664c131309" providerId="ADAL" clId="{CC5F0CBF-77A6-4739-8FF3-8FB7DAFF4AC8}" dt="2025-12-14T09:23:41.600" v="0" actId="47"/>
        <pc:sldMkLst>
          <pc:docMk/>
          <pc:sldMk cId="0" sldId="272"/>
        </pc:sldMkLst>
      </pc:sldChg>
      <pc:sldChg chg="add">
        <pc:chgData name="Lalwani, Sunil" userId="95b0a425-4eed-4b84-a7cf-34664c131309" providerId="ADAL" clId="{CC5F0CBF-77A6-4739-8FF3-8FB7DAFF4AC8}" dt="2025-12-17T09:25:05.200" v="58"/>
        <pc:sldMkLst>
          <pc:docMk/>
          <pc:sldMk cId="3569908869" sldId="272"/>
        </pc:sldMkLst>
      </pc:sldChg>
      <pc:sldChg chg="del">
        <pc:chgData name="Lalwani, Sunil" userId="95b0a425-4eed-4b84-a7cf-34664c131309" providerId="ADAL" clId="{CC5F0CBF-77A6-4739-8FF3-8FB7DAFF4AC8}" dt="2025-12-14T09:23:41.600" v="0" actId="47"/>
        <pc:sldMkLst>
          <pc:docMk/>
          <pc:sldMk cId="0" sldId="273"/>
        </pc:sldMkLst>
      </pc:sldChg>
      <pc:sldChg chg="add ord">
        <pc:chgData name="Lalwani, Sunil" userId="95b0a425-4eed-4b84-a7cf-34664c131309" providerId="ADAL" clId="{CC5F0CBF-77A6-4739-8FF3-8FB7DAFF4AC8}" dt="2025-12-17T09:25:05.784" v="61"/>
        <pc:sldMkLst>
          <pc:docMk/>
          <pc:sldMk cId="991999945" sldId="273"/>
        </pc:sldMkLst>
      </pc:sldChg>
      <pc:sldChg chg="del">
        <pc:chgData name="Lalwani, Sunil" userId="95b0a425-4eed-4b84-a7cf-34664c131309" providerId="ADAL" clId="{CC5F0CBF-77A6-4739-8FF3-8FB7DAFF4AC8}" dt="2025-12-14T09:23:41.600" v="0" actId="47"/>
        <pc:sldMkLst>
          <pc:docMk/>
          <pc:sldMk cId="0" sldId="274"/>
        </pc:sldMkLst>
      </pc:sldChg>
      <pc:sldChg chg="add del">
        <pc:chgData name="Lalwani, Sunil" userId="95b0a425-4eed-4b84-a7cf-34664c131309" providerId="ADAL" clId="{CC5F0CBF-77A6-4739-8FF3-8FB7DAFF4AC8}" dt="2025-12-17T09:25:18.726" v="75" actId="2696"/>
        <pc:sldMkLst>
          <pc:docMk/>
          <pc:sldMk cId="4279362967" sldId="274"/>
        </pc:sldMkLst>
      </pc:sldChg>
      <pc:sldChg chg="del">
        <pc:chgData name="Lalwani, Sunil" userId="95b0a425-4eed-4b84-a7cf-34664c131309" providerId="ADAL" clId="{CC5F0CBF-77A6-4739-8FF3-8FB7DAFF4AC8}" dt="2025-12-14T09:23:41.600" v="0" actId="47"/>
        <pc:sldMkLst>
          <pc:docMk/>
          <pc:sldMk cId="0" sldId="275"/>
        </pc:sldMkLst>
      </pc:sldChg>
      <pc:sldChg chg="add ord">
        <pc:chgData name="Lalwani, Sunil" userId="95b0a425-4eed-4b84-a7cf-34664c131309" providerId="ADAL" clId="{CC5F0CBF-77A6-4739-8FF3-8FB7DAFF4AC8}" dt="2025-12-17T09:25:17.168" v="70"/>
        <pc:sldMkLst>
          <pc:docMk/>
          <pc:sldMk cId="2451284365" sldId="275"/>
        </pc:sldMkLst>
      </pc:sldChg>
      <pc:sldChg chg="add">
        <pc:chgData name="Lalwani, Sunil" userId="95b0a425-4eed-4b84-a7cf-34664c131309" providerId="ADAL" clId="{CC5F0CBF-77A6-4739-8FF3-8FB7DAFF4AC8}" dt="2025-12-17T09:25:17.762" v="71"/>
        <pc:sldMkLst>
          <pc:docMk/>
          <pc:sldMk cId="3014631634" sldId="276"/>
        </pc:sldMkLst>
      </pc:sldChg>
      <pc:sldChg chg="add ord">
        <pc:chgData name="Lalwani, Sunil" userId="95b0a425-4eed-4b84-a7cf-34664c131309" providerId="ADAL" clId="{CC5F0CBF-77A6-4739-8FF3-8FB7DAFF4AC8}" dt="2025-12-17T09:25:18.294" v="74"/>
        <pc:sldMkLst>
          <pc:docMk/>
          <pc:sldMk cId="3243058326" sldId="277"/>
        </pc:sldMkLst>
      </pc:sldChg>
      <pc:sldChg chg="add del">
        <pc:chgData name="Lalwani, Sunil" userId="95b0a425-4eed-4b84-a7cf-34664c131309" providerId="ADAL" clId="{CC5F0CBF-77A6-4739-8FF3-8FB7DAFF4AC8}" dt="2025-12-17T09:25:31.272" v="95" actId="2696"/>
        <pc:sldMkLst>
          <pc:docMk/>
          <pc:sldMk cId="4027985254" sldId="278"/>
        </pc:sldMkLst>
      </pc:sldChg>
      <pc:sldChg chg="add ord">
        <pc:chgData name="Lalwani, Sunil" userId="95b0a425-4eed-4b84-a7cf-34664c131309" providerId="ADAL" clId="{CC5F0CBF-77A6-4739-8FF3-8FB7DAFF4AC8}" dt="2025-12-17T09:25:29.679" v="90"/>
        <pc:sldMkLst>
          <pc:docMk/>
          <pc:sldMk cId="2041847240" sldId="279"/>
        </pc:sldMkLst>
      </pc:sldChg>
      <pc:sldChg chg="add">
        <pc:chgData name="Lalwani, Sunil" userId="95b0a425-4eed-4b84-a7cf-34664c131309" providerId="ADAL" clId="{CC5F0CBF-77A6-4739-8FF3-8FB7DAFF4AC8}" dt="2025-12-17T09:25:30.281" v="91"/>
        <pc:sldMkLst>
          <pc:docMk/>
          <pc:sldMk cId="774328478" sldId="280"/>
        </pc:sldMkLst>
      </pc:sldChg>
      <pc:sldChg chg="add ord">
        <pc:chgData name="Lalwani, Sunil" userId="95b0a425-4eed-4b84-a7cf-34664c131309" providerId="ADAL" clId="{CC5F0CBF-77A6-4739-8FF3-8FB7DAFF4AC8}" dt="2025-12-17T09:25:30.825" v="94"/>
        <pc:sldMkLst>
          <pc:docMk/>
          <pc:sldMk cId="265821004" sldId="281"/>
        </pc:sldMkLst>
      </pc:sldChg>
      <pc:sldChg chg="add del">
        <pc:chgData name="Lalwani, Sunil" userId="95b0a425-4eed-4b84-a7cf-34664c131309" providerId="ADAL" clId="{CC5F0CBF-77A6-4739-8FF3-8FB7DAFF4AC8}" dt="2025-12-17T09:25:46.363" v="119" actId="2696"/>
        <pc:sldMkLst>
          <pc:docMk/>
          <pc:sldMk cId="3534399818" sldId="282"/>
        </pc:sldMkLst>
      </pc:sldChg>
      <pc:sldChg chg="add ord">
        <pc:chgData name="Lalwani, Sunil" userId="95b0a425-4eed-4b84-a7cf-34664c131309" providerId="ADAL" clId="{CC5F0CBF-77A6-4739-8FF3-8FB7DAFF4AC8}" dt="2025-12-17T09:25:44.789" v="114"/>
        <pc:sldMkLst>
          <pc:docMk/>
          <pc:sldMk cId="3590650573" sldId="283"/>
        </pc:sldMkLst>
      </pc:sldChg>
      <pc:sldChg chg="add">
        <pc:chgData name="Lalwani, Sunil" userId="95b0a425-4eed-4b84-a7cf-34664c131309" providerId="ADAL" clId="{CC5F0CBF-77A6-4739-8FF3-8FB7DAFF4AC8}" dt="2025-12-17T09:25:45.377" v="115"/>
        <pc:sldMkLst>
          <pc:docMk/>
          <pc:sldMk cId="1809683151" sldId="284"/>
        </pc:sldMkLst>
      </pc:sldChg>
      <pc:sldChg chg="add ord">
        <pc:chgData name="Lalwani, Sunil" userId="95b0a425-4eed-4b84-a7cf-34664c131309" providerId="ADAL" clId="{CC5F0CBF-77A6-4739-8FF3-8FB7DAFF4AC8}" dt="2025-12-17T09:25:45.907" v="118"/>
        <pc:sldMkLst>
          <pc:docMk/>
          <pc:sldMk cId="2981845041" sldId="285"/>
        </pc:sldMkLst>
      </pc:sldChg>
      <pc:sldChg chg="add del">
        <pc:chgData name="Lalwani, Sunil" userId="95b0a425-4eed-4b84-a7cf-34664c131309" providerId="ADAL" clId="{CC5F0CBF-77A6-4739-8FF3-8FB7DAFF4AC8}" dt="2025-12-17T09:25:58.484" v="132" actId="2696"/>
        <pc:sldMkLst>
          <pc:docMk/>
          <pc:sldMk cId="1499215356" sldId="286"/>
        </pc:sldMkLst>
      </pc:sldChg>
      <pc:sldChg chg="add ord">
        <pc:chgData name="Lalwani, Sunil" userId="95b0a425-4eed-4b84-a7cf-34664c131309" providerId="ADAL" clId="{CC5F0CBF-77A6-4739-8FF3-8FB7DAFF4AC8}" dt="2025-12-17T09:25:56.966" v="127"/>
        <pc:sldMkLst>
          <pc:docMk/>
          <pc:sldMk cId="3768788335" sldId="287"/>
        </pc:sldMkLst>
      </pc:sldChg>
      <pc:sldChg chg="add">
        <pc:chgData name="Lalwani, Sunil" userId="95b0a425-4eed-4b84-a7cf-34664c131309" providerId="ADAL" clId="{CC5F0CBF-77A6-4739-8FF3-8FB7DAFF4AC8}" dt="2025-12-17T09:25:57.536" v="128"/>
        <pc:sldMkLst>
          <pc:docMk/>
          <pc:sldMk cId="3308707824" sldId="288"/>
        </pc:sldMkLst>
      </pc:sldChg>
      <pc:sldChg chg="add ord">
        <pc:chgData name="Lalwani, Sunil" userId="95b0a425-4eed-4b84-a7cf-34664c131309" providerId="ADAL" clId="{CC5F0CBF-77A6-4739-8FF3-8FB7DAFF4AC8}" dt="2025-12-17T09:25:58.055" v="131"/>
        <pc:sldMkLst>
          <pc:docMk/>
          <pc:sldMk cId="277384459" sldId="289"/>
        </pc:sldMkLst>
      </pc:sldChg>
      <pc:sldChg chg="add del">
        <pc:chgData name="Lalwani, Sunil" userId="95b0a425-4eed-4b84-a7cf-34664c131309" providerId="ADAL" clId="{CC5F0CBF-77A6-4739-8FF3-8FB7DAFF4AC8}" dt="2025-12-17T09:26:11.436" v="145" actId="2696"/>
        <pc:sldMkLst>
          <pc:docMk/>
          <pc:sldMk cId="132932794" sldId="290"/>
        </pc:sldMkLst>
      </pc:sldChg>
      <pc:sldChg chg="add ord">
        <pc:chgData name="Lalwani, Sunil" userId="95b0a425-4eed-4b84-a7cf-34664c131309" providerId="ADAL" clId="{CC5F0CBF-77A6-4739-8FF3-8FB7DAFF4AC8}" dt="2025-12-17T09:26:09.799" v="140"/>
        <pc:sldMkLst>
          <pc:docMk/>
          <pc:sldMk cId="2331442739" sldId="291"/>
        </pc:sldMkLst>
      </pc:sldChg>
      <pc:sldChg chg="add">
        <pc:chgData name="Lalwani, Sunil" userId="95b0a425-4eed-4b84-a7cf-34664c131309" providerId="ADAL" clId="{CC5F0CBF-77A6-4739-8FF3-8FB7DAFF4AC8}" dt="2025-12-17T09:26:10.448" v="141"/>
        <pc:sldMkLst>
          <pc:docMk/>
          <pc:sldMk cId="307073947" sldId="292"/>
        </pc:sldMkLst>
      </pc:sldChg>
      <pc:sldChg chg="add ord">
        <pc:chgData name="Lalwani, Sunil" userId="95b0a425-4eed-4b84-a7cf-34664c131309" providerId="ADAL" clId="{CC5F0CBF-77A6-4739-8FF3-8FB7DAFF4AC8}" dt="2025-12-17T09:26:10.989" v="144"/>
        <pc:sldMkLst>
          <pc:docMk/>
          <pc:sldMk cId="2187305144" sldId="293"/>
        </pc:sldMkLst>
      </pc:sldChg>
      <pc:sldChg chg="add del">
        <pc:chgData name="Lalwani, Sunil" userId="95b0a425-4eed-4b84-a7cf-34664c131309" providerId="ADAL" clId="{CC5F0CBF-77A6-4739-8FF3-8FB7DAFF4AC8}" dt="2025-12-17T09:26:24.780" v="164" actId="2696"/>
        <pc:sldMkLst>
          <pc:docMk/>
          <pc:sldMk cId="486767044" sldId="294"/>
        </pc:sldMkLst>
      </pc:sldChg>
      <pc:sldChg chg="add ord">
        <pc:chgData name="Lalwani, Sunil" userId="95b0a425-4eed-4b84-a7cf-34664c131309" providerId="ADAL" clId="{CC5F0CBF-77A6-4739-8FF3-8FB7DAFF4AC8}" dt="2025-12-17T09:26:23.282" v="159"/>
        <pc:sldMkLst>
          <pc:docMk/>
          <pc:sldMk cId="3432614236" sldId="295"/>
        </pc:sldMkLst>
      </pc:sldChg>
      <pc:sldChg chg="add">
        <pc:chgData name="Lalwani, Sunil" userId="95b0a425-4eed-4b84-a7cf-34664c131309" providerId="ADAL" clId="{CC5F0CBF-77A6-4739-8FF3-8FB7DAFF4AC8}" dt="2025-12-17T09:26:23.854" v="160"/>
        <pc:sldMkLst>
          <pc:docMk/>
          <pc:sldMk cId="1389953180" sldId="296"/>
        </pc:sldMkLst>
      </pc:sldChg>
      <pc:sldChg chg="add ord">
        <pc:chgData name="Lalwani, Sunil" userId="95b0a425-4eed-4b84-a7cf-34664c131309" providerId="ADAL" clId="{CC5F0CBF-77A6-4739-8FF3-8FB7DAFF4AC8}" dt="2025-12-17T09:26:24.352" v="163"/>
        <pc:sldMkLst>
          <pc:docMk/>
          <pc:sldMk cId="1198097893" sldId="297"/>
        </pc:sldMkLst>
      </pc:sldChg>
      <pc:sldChg chg="add del">
        <pc:chgData name="Lalwani, Sunil" userId="95b0a425-4eed-4b84-a7cf-34664c131309" providerId="ADAL" clId="{CC5F0CBF-77A6-4739-8FF3-8FB7DAFF4AC8}" dt="2025-12-17T09:26:39.622" v="188" actId="2696"/>
        <pc:sldMkLst>
          <pc:docMk/>
          <pc:sldMk cId="3121674705" sldId="298"/>
        </pc:sldMkLst>
      </pc:sldChg>
      <pc:sldChg chg="add ord">
        <pc:chgData name="Lalwani, Sunil" userId="95b0a425-4eed-4b84-a7cf-34664c131309" providerId="ADAL" clId="{CC5F0CBF-77A6-4739-8FF3-8FB7DAFF4AC8}" dt="2025-12-17T09:26:38.095" v="183"/>
        <pc:sldMkLst>
          <pc:docMk/>
          <pc:sldMk cId="705117077" sldId="299"/>
        </pc:sldMkLst>
      </pc:sldChg>
      <pc:sldChg chg="add">
        <pc:chgData name="Lalwani, Sunil" userId="95b0a425-4eed-4b84-a7cf-34664c131309" providerId="ADAL" clId="{CC5F0CBF-77A6-4739-8FF3-8FB7DAFF4AC8}" dt="2025-12-17T09:26:38.673" v="184"/>
        <pc:sldMkLst>
          <pc:docMk/>
          <pc:sldMk cId="820849158" sldId="300"/>
        </pc:sldMkLst>
      </pc:sldChg>
      <pc:sldChg chg="add ord">
        <pc:chgData name="Lalwani, Sunil" userId="95b0a425-4eed-4b84-a7cf-34664c131309" providerId="ADAL" clId="{CC5F0CBF-77A6-4739-8FF3-8FB7DAFF4AC8}" dt="2025-12-17T09:26:39.188" v="187"/>
        <pc:sldMkLst>
          <pc:docMk/>
          <pc:sldMk cId="3269359094" sldId="301"/>
        </pc:sldMkLst>
      </pc:sldChg>
      <pc:sldChg chg="add del">
        <pc:chgData name="Lalwani, Sunil" userId="95b0a425-4eed-4b84-a7cf-34664c131309" providerId="ADAL" clId="{CC5F0CBF-77A6-4739-8FF3-8FB7DAFF4AC8}" dt="2025-12-17T09:26:52.989" v="201" actId="2696"/>
        <pc:sldMkLst>
          <pc:docMk/>
          <pc:sldMk cId="2662903347" sldId="302"/>
        </pc:sldMkLst>
      </pc:sldChg>
      <pc:sldChg chg="add ord">
        <pc:chgData name="Lalwani, Sunil" userId="95b0a425-4eed-4b84-a7cf-34664c131309" providerId="ADAL" clId="{CC5F0CBF-77A6-4739-8FF3-8FB7DAFF4AC8}" dt="2025-12-17T09:26:51.482" v="196"/>
        <pc:sldMkLst>
          <pc:docMk/>
          <pc:sldMk cId="1812045006" sldId="303"/>
        </pc:sldMkLst>
      </pc:sldChg>
      <pc:sldChg chg="add">
        <pc:chgData name="Lalwani, Sunil" userId="95b0a425-4eed-4b84-a7cf-34664c131309" providerId="ADAL" clId="{CC5F0CBF-77A6-4739-8FF3-8FB7DAFF4AC8}" dt="2025-12-17T09:26:52.037" v="197"/>
        <pc:sldMkLst>
          <pc:docMk/>
          <pc:sldMk cId="954086779" sldId="304"/>
        </pc:sldMkLst>
      </pc:sldChg>
      <pc:sldChg chg="add ord">
        <pc:chgData name="Lalwani, Sunil" userId="95b0a425-4eed-4b84-a7cf-34664c131309" providerId="ADAL" clId="{CC5F0CBF-77A6-4739-8FF3-8FB7DAFF4AC8}" dt="2025-12-17T09:26:52.557" v="200"/>
        <pc:sldMkLst>
          <pc:docMk/>
          <pc:sldMk cId="1360424132" sldId="305"/>
        </pc:sldMkLst>
      </pc:sldChg>
      <pc:sldChg chg="add del">
        <pc:chgData name="Lalwani, Sunil" userId="95b0a425-4eed-4b84-a7cf-34664c131309" providerId="ADAL" clId="{CC5F0CBF-77A6-4739-8FF3-8FB7DAFF4AC8}" dt="2025-12-17T09:27:06.164" v="214" actId="2696"/>
        <pc:sldMkLst>
          <pc:docMk/>
          <pc:sldMk cId="3260481921" sldId="306"/>
        </pc:sldMkLst>
      </pc:sldChg>
      <pc:sldChg chg="add ord">
        <pc:chgData name="Lalwani, Sunil" userId="95b0a425-4eed-4b84-a7cf-34664c131309" providerId="ADAL" clId="{CC5F0CBF-77A6-4739-8FF3-8FB7DAFF4AC8}" dt="2025-12-17T09:27:04.457" v="209"/>
        <pc:sldMkLst>
          <pc:docMk/>
          <pc:sldMk cId="2747553330" sldId="307"/>
        </pc:sldMkLst>
      </pc:sldChg>
      <pc:sldChg chg="add">
        <pc:chgData name="Lalwani, Sunil" userId="95b0a425-4eed-4b84-a7cf-34664c131309" providerId="ADAL" clId="{CC5F0CBF-77A6-4739-8FF3-8FB7DAFF4AC8}" dt="2025-12-17T09:27:05.165" v="210"/>
        <pc:sldMkLst>
          <pc:docMk/>
          <pc:sldMk cId="2936774675" sldId="308"/>
        </pc:sldMkLst>
      </pc:sldChg>
      <pc:sldChg chg="add ord">
        <pc:chgData name="Lalwani, Sunil" userId="95b0a425-4eed-4b84-a7cf-34664c131309" providerId="ADAL" clId="{CC5F0CBF-77A6-4739-8FF3-8FB7DAFF4AC8}" dt="2025-12-17T09:27:05.737" v="213"/>
        <pc:sldMkLst>
          <pc:docMk/>
          <pc:sldMk cId="3433785810" sldId="309"/>
        </pc:sldMkLst>
      </pc:sldChg>
      <pc:sldChg chg="add del">
        <pc:chgData name="Lalwani, Sunil" userId="95b0a425-4eed-4b84-a7cf-34664c131309" providerId="ADAL" clId="{CC5F0CBF-77A6-4739-8FF3-8FB7DAFF4AC8}" dt="2025-12-17T09:27:21.102" v="233" actId="2696"/>
        <pc:sldMkLst>
          <pc:docMk/>
          <pc:sldMk cId="2387153131" sldId="310"/>
        </pc:sldMkLst>
      </pc:sldChg>
      <pc:sldChg chg="add ord">
        <pc:chgData name="Lalwani, Sunil" userId="95b0a425-4eed-4b84-a7cf-34664c131309" providerId="ADAL" clId="{CC5F0CBF-77A6-4739-8FF3-8FB7DAFF4AC8}" dt="2025-12-17T09:27:19.499" v="228"/>
        <pc:sldMkLst>
          <pc:docMk/>
          <pc:sldMk cId="2581875150" sldId="311"/>
        </pc:sldMkLst>
      </pc:sldChg>
      <pc:sldChg chg="add">
        <pc:chgData name="Lalwani, Sunil" userId="95b0a425-4eed-4b84-a7cf-34664c131309" providerId="ADAL" clId="{CC5F0CBF-77A6-4739-8FF3-8FB7DAFF4AC8}" dt="2025-12-17T09:27:20.098" v="229"/>
        <pc:sldMkLst>
          <pc:docMk/>
          <pc:sldMk cId="762710744" sldId="312"/>
        </pc:sldMkLst>
      </pc:sldChg>
      <pc:sldChg chg="add ord">
        <pc:chgData name="Lalwani, Sunil" userId="95b0a425-4eed-4b84-a7cf-34664c131309" providerId="ADAL" clId="{CC5F0CBF-77A6-4739-8FF3-8FB7DAFF4AC8}" dt="2025-12-17T09:27:20.653" v="232"/>
        <pc:sldMkLst>
          <pc:docMk/>
          <pc:sldMk cId="2087515564" sldId="313"/>
        </pc:sldMkLst>
      </pc:sldChg>
      <pc:sldChg chg="add del">
        <pc:chgData name="Lalwani, Sunil" userId="95b0a425-4eed-4b84-a7cf-34664c131309" providerId="ADAL" clId="{CC5F0CBF-77A6-4739-8FF3-8FB7DAFF4AC8}" dt="2025-12-17T09:27:37.274" v="257" actId="2696"/>
        <pc:sldMkLst>
          <pc:docMk/>
          <pc:sldMk cId="3184307935" sldId="314"/>
        </pc:sldMkLst>
      </pc:sldChg>
      <pc:sldChg chg="add ord">
        <pc:chgData name="Lalwani, Sunil" userId="95b0a425-4eed-4b84-a7cf-34664c131309" providerId="ADAL" clId="{CC5F0CBF-77A6-4739-8FF3-8FB7DAFF4AC8}" dt="2025-12-17T09:27:35.644" v="252"/>
        <pc:sldMkLst>
          <pc:docMk/>
          <pc:sldMk cId="2863167311" sldId="315"/>
        </pc:sldMkLst>
      </pc:sldChg>
      <pc:sldChg chg="add">
        <pc:chgData name="Lalwani, Sunil" userId="95b0a425-4eed-4b84-a7cf-34664c131309" providerId="ADAL" clId="{CC5F0CBF-77A6-4739-8FF3-8FB7DAFF4AC8}" dt="2025-12-17T09:27:36.295" v="253"/>
        <pc:sldMkLst>
          <pc:docMk/>
          <pc:sldMk cId="1607531630" sldId="316"/>
        </pc:sldMkLst>
      </pc:sldChg>
      <pc:sldChg chg="add ord">
        <pc:chgData name="Lalwani, Sunil" userId="95b0a425-4eed-4b84-a7cf-34664c131309" providerId="ADAL" clId="{CC5F0CBF-77A6-4739-8FF3-8FB7DAFF4AC8}" dt="2025-12-17T09:27:36.827" v="256"/>
        <pc:sldMkLst>
          <pc:docMk/>
          <pc:sldMk cId="3945898361" sldId="317"/>
        </pc:sldMkLst>
      </pc:sldChg>
      <pc:sldChg chg="add del">
        <pc:chgData name="Lalwani, Sunil" userId="95b0a425-4eed-4b84-a7cf-34664c131309" providerId="ADAL" clId="{CC5F0CBF-77A6-4739-8FF3-8FB7DAFF4AC8}" dt="2025-12-17T09:27:51.946" v="270" actId="2696"/>
        <pc:sldMkLst>
          <pc:docMk/>
          <pc:sldMk cId="2144545402" sldId="318"/>
        </pc:sldMkLst>
      </pc:sldChg>
      <pc:sldChg chg="add ord">
        <pc:chgData name="Lalwani, Sunil" userId="95b0a425-4eed-4b84-a7cf-34664c131309" providerId="ADAL" clId="{CC5F0CBF-77A6-4739-8FF3-8FB7DAFF4AC8}" dt="2025-12-17T09:27:50.204" v="265"/>
        <pc:sldMkLst>
          <pc:docMk/>
          <pc:sldMk cId="2846365598" sldId="319"/>
        </pc:sldMkLst>
      </pc:sldChg>
      <pc:sldChg chg="add">
        <pc:chgData name="Lalwani, Sunil" userId="95b0a425-4eed-4b84-a7cf-34664c131309" providerId="ADAL" clId="{CC5F0CBF-77A6-4739-8FF3-8FB7DAFF4AC8}" dt="2025-12-17T09:27:50.859" v="266"/>
        <pc:sldMkLst>
          <pc:docMk/>
          <pc:sldMk cId="1261644422" sldId="320"/>
        </pc:sldMkLst>
      </pc:sldChg>
      <pc:sldChg chg="add ord">
        <pc:chgData name="Lalwani, Sunil" userId="95b0a425-4eed-4b84-a7cf-34664c131309" providerId="ADAL" clId="{CC5F0CBF-77A6-4739-8FF3-8FB7DAFF4AC8}" dt="2025-12-17T09:27:51.505" v="269"/>
        <pc:sldMkLst>
          <pc:docMk/>
          <pc:sldMk cId="665200311" sldId="321"/>
        </pc:sldMkLst>
      </pc:sldChg>
      <pc:sldChg chg="add del">
        <pc:chgData name="Lalwani, Sunil" userId="95b0a425-4eed-4b84-a7cf-34664c131309" providerId="ADAL" clId="{CC5F0CBF-77A6-4739-8FF3-8FB7DAFF4AC8}" dt="2025-12-17T09:28:06.798" v="283" actId="2696"/>
        <pc:sldMkLst>
          <pc:docMk/>
          <pc:sldMk cId="642807938" sldId="322"/>
        </pc:sldMkLst>
      </pc:sldChg>
      <pc:sldChg chg="add ord">
        <pc:chgData name="Lalwani, Sunil" userId="95b0a425-4eed-4b84-a7cf-34664c131309" providerId="ADAL" clId="{CC5F0CBF-77A6-4739-8FF3-8FB7DAFF4AC8}" dt="2025-12-17T09:28:05.128" v="278"/>
        <pc:sldMkLst>
          <pc:docMk/>
          <pc:sldMk cId="1011968769" sldId="323"/>
        </pc:sldMkLst>
      </pc:sldChg>
      <pc:sldChg chg="add">
        <pc:chgData name="Lalwani, Sunil" userId="95b0a425-4eed-4b84-a7cf-34664c131309" providerId="ADAL" clId="{CC5F0CBF-77A6-4739-8FF3-8FB7DAFF4AC8}" dt="2025-12-17T09:28:05.749" v="279"/>
        <pc:sldMkLst>
          <pc:docMk/>
          <pc:sldMk cId="1747773947" sldId="324"/>
        </pc:sldMkLst>
      </pc:sldChg>
      <pc:sldChg chg="add ord">
        <pc:chgData name="Lalwani, Sunil" userId="95b0a425-4eed-4b84-a7cf-34664c131309" providerId="ADAL" clId="{CC5F0CBF-77A6-4739-8FF3-8FB7DAFF4AC8}" dt="2025-12-17T09:28:06.352" v="282"/>
        <pc:sldMkLst>
          <pc:docMk/>
          <pc:sldMk cId="1435062277" sldId="325"/>
        </pc:sldMkLst>
      </pc:sldChg>
      <pc:sldChg chg="add del">
        <pc:chgData name="Lalwani, Sunil" userId="95b0a425-4eed-4b84-a7cf-34664c131309" providerId="ADAL" clId="{CC5F0CBF-77A6-4739-8FF3-8FB7DAFF4AC8}" dt="2025-12-17T09:28:23.135" v="301" actId="2696"/>
        <pc:sldMkLst>
          <pc:docMk/>
          <pc:sldMk cId="1818997404" sldId="326"/>
        </pc:sldMkLst>
      </pc:sldChg>
      <pc:sldChg chg="add ord">
        <pc:chgData name="Lalwani, Sunil" userId="95b0a425-4eed-4b84-a7cf-34664c131309" providerId="ADAL" clId="{CC5F0CBF-77A6-4739-8FF3-8FB7DAFF4AC8}" dt="2025-12-17T09:28:21.546" v="296"/>
        <pc:sldMkLst>
          <pc:docMk/>
          <pc:sldMk cId="113852428" sldId="327"/>
        </pc:sldMkLst>
      </pc:sldChg>
      <pc:sldChg chg="add">
        <pc:chgData name="Lalwani, Sunil" userId="95b0a425-4eed-4b84-a7cf-34664c131309" providerId="ADAL" clId="{CC5F0CBF-77A6-4739-8FF3-8FB7DAFF4AC8}" dt="2025-12-17T09:28:22.133" v="297"/>
        <pc:sldMkLst>
          <pc:docMk/>
          <pc:sldMk cId="1777337818" sldId="328"/>
        </pc:sldMkLst>
      </pc:sldChg>
      <pc:sldChg chg="add ord">
        <pc:chgData name="Lalwani, Sunil" userId="95b0a425-4eed-4b84-a7cf-34664c131309" providerId="ADAL" clId="{CC5F0CBF-77A6-4739-8FF3-8FB7DAFF4AC8}" dt="2025-12-17T09:28:22.688" v="300"/>
        <pc:sldMkLst>
          <pc:docMk/>
          <pc:sldMk cId="314731235" sldId="329"/>
        </pc:sldMkLst>
      </pc:sldChg>
      <pc:sldChg chg="add del">
        <pc:chgData name="Lalwani, Sunil" userId="95b0a425-4eed-4b84-a7cf-34664c131309" providerId="ADAL" clId="{CC5F0CBF-77A6-4739-8FF3-8FB7DAFF4AC8}" dt="2025-12-17T09:28:42.067" v="325" actId="2696"/>
        <pc:sldMkLst>
          <pc:docMk/>
          <pc:sldMk cId="3084255973" sldId="330"/>
        </pc:sldMkLst>
      </pc:sldChg>
      <pc:sldChg chg="add ord">
        <pc:chgData name="Lalwani, Sunil" userId="95b0a425-4eed-4b84-a7cf-34664c131309" providerId="ADAL" clId="{CC5F0CBF-77A6-4739-8FF3-8FB7DAFF4AC8}" dt="2025-12-17T09:28:40.400" v="320"/>
        <pc:sldMkLst>
          <pc:docMk/>
          <pc:sldMk cId="1736215396" sldId="331"/>
        </pc:sldMkLst>
      </pc:sldChg>
      <pc:sldChg chg="add">
        <pc:chgData name="Lalwani, Sunil" userId="95b0a425-4eed-4b84-a7cf-34664c131309" providerId="ADAL" clId="{CC5F0CBF-77A6-4739-8FF3-8FB7DAFF4AC8}" dt="2025-12-17T09:28:41.028" v="321"/>
        <pc:sldMkLst>
          <pc:docMk/>
          <pc:sldMk cId="3428566413" sldId="332"/>
        </pc:sldMkLst>
      </pc:sldChg>
      <pc:sldChg chg="add ord">
        <pc:chgData name="Lalwani, Sunil" userId="95b0a425-4eed-4b84-a7cf-34664c131309" providerId="ADAL" clId="{CC5F0CBF-77A6-4739-8FF3-8FB7DAFF4AC8}" dt="2025-12-17T09:28:41.602" v="324"/>
        <pc:sldMkLst>
          <pc:docMk/>
          <pc:sldMk cId="1901145895" sldId="333"/>
        </pc:sldMkLst>
      </pc:sldChg>
      <pc:sldChg chg="add del">
        <pc:chgData name="Lalwani, Sunil" userId="95b0a425-4eed-4b84-a7cf-34664c131309" providerId="ADAL" clId="{CC5F0CBF-77A6-4739-8FF3-8FB7DAFF4AC8}" dt="2025-12-17T09:28:57.188" v="338" actId="2696"/>
        <pc:sldMkLst>
          <pc:docMk/>
          <pc:sldMk cId="2970908765" sldId="334"/>
        </pc:sldMkLst>
      </pc:sldChg>
      <pc:sldChg chg="add ord">
        <pc:chgData name="Lalwani, Sunil" userId="95b0a425-4eed-4b84-a7cf-34664c131309" providerId="ADAL" clId="{CC5F0CBF-77A6-4739-8FF3-8FB7DAFF4AC8}" dt="2025-12-17T09:28:55.685" v="333"/>
        <pc:sldMkLst>
          <pc:docMk/>
          <pc:sldMk cId="2834145523" sldId="335"/>
        </pc:sldMkLst>
      </pc:sldChg>
      <pc:sldChg chg="add">
        <pc:chgData name="Lalwani, Sunil" userId="95b0a425-4eed-4b84-a7cf-34664c131309" providerId="ADAL" clId="{CC5F0CBF-77A6-4739-8FF3-8FB7DAFF4AC8}" dt="2025-12-17T09:28:56.258" v="334"/>
        <pc:sldMkLst>
          <pc:docMk/>
          <pc:sldMk cId="1228045773" sldId="336"/>
        </pc:sldMkLst>
      </pc:sldChg>
      <pc:sldChg chg="add ord">
        <pc:chgData name="Lalwani, Sunil" userId="95b0a425-4eed-4b84-a7cf-34664c131309" providerId="ADAL" clId="{CC5F0CBF-77A6-4739-8FF3-8FB7DAFF4AC8}" dt="2025-12-17T09:28:56.773" v="337"/>
        <pc:sldMkLst>
          <pc:docMk/>
          <pc:sldMk cId="4017707231" sldId="337"/>
        </pc:sldMkLst>
      </pc:sldChg>
      <pc:sldChg chg="add del">
        <pc:chgData name="Lalwani, Sunil" userId="95b0a425-4eed-4b84-a7cf-34664c131309" providerId="ADAL" clId="{CC5F0CBF-77A6-4739-8FF3-8FB7DAFF4AC8}" dt="2025-12-17T09:29:13.564" v="351" actId="2696"/>
        <pc:sldMkLst>
          <pc:docMk/>
          <pc:sldMk cId="3658409318" sldId="338"/>
        </pc:sldMkLst>
      </pc:sldChg>
      <pc:sldChg chg="add ord">
        <pc:chgData name="Lalwani, Sunil" userId="95b0a425-4eed-4b84-a7cf-34664c131309" providerId="ADAL" clId="{CC5F0CBF-77A6-4739-8FF3-8FB7DAFF4AC8}" dt="2025-12-17T09:29:12.016" v="346"/>
        <pc:sldMkLst>
          <pc:docMk/>
          <pc:sldMk cId="2853533046" sldId="339"/>
        </pc:sldMkLst>
      </pc:sldChg>
      <pc:sldChg chg="add">
        <pc:chgData name="Lalwani, Sunil" userId="95b0a425-4eed-4b84-a7cf-34664c131309" providerId="ADAL" clId="{CC5F0CBF-77A6-4739-8FF3-8FB7DAFF4AC8}" dt="2025-12-17T09:29:12.627" v="347"/>
        <pc:sldMkLst>
          <pc:docMk/>
          <pc:sldMk cId="4229884301" sldId="340"/>
        </pc:sldMkLst>
      </pc:sldChg>
      <pc:sldChg chg="add ord">
        <pc:chgData name="Lalwani, Sunil" userId="95b0a425-4eed-4b84-a7cf-34664c131309" providerId="ADAL" clId="{CC5F0CBF-77A6-4739-8FF3-8FB7DAFF4AC8}" dt="2025-12-17T09:29:13.122" v="350"/>
        <pc:sldMkLst>
          <pc:docMk/>
          <pc:sldMk cId="1256658057" sldId="341"/>
        </pc:sldMkLst>
      </pc:sldChg>
      <pc:sldChg chg="add del">
        <pc:chgData name="Lalwani, Sunil" userId="95b0a425-4eed-4b84-a7cf-34664c131309" providerId="ADAL" clId="{CC5F0CBF-77A6-4739-8FF3-8FB7DAFF4AC8}" dt="2025-12-17T09:29:27.666" v="368" actId="2696"/>
        <pc:sldMkLst>
          <pc:docMk/>
          <pc:sldMk cId="2246748461" sldId="342"/>
        </pc:sldMkLst>
      </pc:sldChg>
      <pc:sldChg chg="add ord">
        <pc:chgData name="Lalwani, Sunil" userId="95b0a425-4eed-4b84-a7cf-34664c131309" providerId="ADAL" clId="{CC5F0CBF-77A6-4739-8FF3-8FB7DAFF4AC8}" dt="2025-12-17T09:29:26.212" v="363"/>
        <pc:sldMkLst>
          <pc:docMk/>
          <pc:sldMk cId="2029413255" sldId="343"/>
        </pc:sldMkLst>
      </pc:sldChg>
      <pc:sldChg chg="add">
        <pc:chgData name="Lalwani, Sunil" userId="95b0a425-4eed-4b84-a7cf-34664c131309" providerId="ADAL" clId="{CC5F0CBF-77A6-4739-8FF3-8FB7DAFF4AC8}" dt="2025-12-17T09:29:26.758" v="364"/>
        <pc:sldMkLst>
          <pc:docMk/>
          <pc:sldMk cId="3646261328" sldId="344"/>
        </pc:sldMkLst>
      </pc:sldChg>
      <pc:sldChg chg="add ord">
        <pc:chgData name="Lalwani, Sunil" userId="95b0a425-4eed-4b84-a7cf-34664c131309" providerId="ADAL" clId="{CC5F0CBF-77A6-4739-8FF3-8FB7DAFF4AC8}" dt="2025-12-17T09:29:27.243" v="367"/>
        <pc:sldMkLst>
          <pc:docMk/>
          <pc:sldMk cId="2593630993" sldId="345"/>
        </pc:sldMkLst>
      </pc:sldChg>
      <pc:sldChg chg="add del">
        <pc:chgData name="Lalwani, Sunil" userId="95b0a425-4eed-4b84-a7cf-34664c131309" providerId="ADAL" clId="{CC5F0CBF-77A6-4739-8FF3-8FB7DAFF4AC8}" dt="2025-12-17T09:29:42.778" v="392" actId="2696"/>
        <pc:sldMkLst>
          <pc:docMk/>
          <pc:sldMk cId="616273946" sldId="346"/>
        </pc:sldMkLst>
      </pc:sldChg>
      <pc:sldChg chg="add ord">
        <pc:chgData name="Lalwani, Sunil" userId="95b0a425-4eed-4b84-a7cf-34664c131309" providerId="ADAL" clId="{CC5F0CBF-77A6-4739-8FF3-8FB7DAFF4AC8}" dt="2025-12-17T09:29:41.244" v="387"/>
        <pc:sldMkLst>
          <pc:docMk/>
          <pc:sldMk cId="2470287433" sldId="347"/>
        </pc:sldMkLst>
      </pc:sldChg>
      <pc:sldChg chg="add">
        <pc:chgData name="Lalwani, Sunil" userId="95b0a425-4eed-4b84-a7cf-34664c131309" providerId="ADAL" clId="{CC5F0CBF-77A6-4739-8FF3-8FB7DAFF4AC8}" dt="2025-12-17T09:29:41.832" v="388"/>
        <pc:sldMkLst>
          <pc:docMk/>
          <pc:sldMk cId="442271795" sldId="348"/>
        </pc:sldMkLst>
      </pc:sldChg>
      <pc:sldChg chg="add ord">
        <pc:chgData name="Lalwani, Sunil" userId="95b0a425-4eed-4b84-a7cf-34664c131309" providerId="ADAL" clId="{CC5F0CBF-77A6-4739-8FF3-8FB7DAFF4AC8}" dt="2025-12-17T09:29:42.340" v="391"/>
        <pc:sldMkLst>
          <pc:docMk/>
          <pc:sldMk cId="2223746421" sldId="349"/>
        </pc:sldMkLst>
      </pc:sldChg>
      <pc:sldChg chg="add del">
        <pc:chgData name="Lalwani, Sunil" userId="95b0a425-4eed-4b84-a7cf-34664c131309" providerId="ADAL" clId="{CC5F0CBF-77A6-4739-8FF3-8FB7DAFF4AC8}" dt="2025-12-17T09:29:59.266" v="405" actId="2696"/>
        <pc:sldMkLst>
          <pc:docMk/>
          <pc:sldMk cId="2301510870" sldId="350"/>
        </pc:sldMkLst>
      </pc:sldChg>
      <pc:sldChg chg="add ord">
        <pc:chgData name="Lalwani, Sunil" userId="95b0a425-4eed-4b84-a7cf-34664c131309" providerId="ADAL" clId="{CC5F0CBF-77A6-4739-8FF3-8FB7DAFF4AC8}" dt="2025-12-17T09:29:57.711" v="400"/>
        <pc:sldMkLst>
          <pc:docMk/>
          <pc:sldMk cId="3713628492" sldId="351"/>
        </pc:sldMkLst>
      </pc:sldChg>
      <pc:sldChg chg="add">
        <pc:chgData name="Lalwani, Sunil" userId="95b0a425-4eed-4b84-a7cf-34664c131309" providerId="ADAL" clId="{CC5F0CBF-77A6-4739-8FF3-8FB7DAFF4AC8}" dt="2025-12-17T09:29:58.308" v="401"/>
        <pc:sldMkLst>
          <pc:docMk/>
          <pc:sldMk cId="3962464028" sldId="352"/>
        </pc:sldMkLst>
      </pc:sldChg>
      <pc:sldChg chg="add ord">
        <pc:chgData name="Lalwani, Sunil" userId="95b0a425-4eed-4b84-a7cf-34664c131309" providerId="ADAL" clId="{CC5F0CBF-77A6-4739-8FF3-8FB7DAFF4AC8}" dt="2025-12-17T09:29:58.836" v="404"/>
        <pc:sldMkLst>
          <pc:docMk/>
          <pc:sldMk cId="1933718517" sldId="353"/>
        </pc:sldMkLst>
      </pc:sldChg>
      <pc:sldChg chg="add del">
        <pc:chgData name="Lalwani, Sunil" userId="95b0a425-4eed-4b84-a7cf-34664c131309" providerId="ADAL" clId="{CC5F0CBF-77A6-4739-8FF3-8FB7DAFF4AC8}" dt="2025-12-17T09:30:16.663" v="418" actId="2696"/>
        <pc:sldMkLst>
          <pc:docMk/>
          <pc:sldMk cId="1285949763" sldId="354"/>
        </pc:sldMkLst>
      </pc:sldChg>
      <pc:sldChg chg="add ord">
        <pc:chgData name="Lalwani, Sunil" userId="95b0a425-4eed-4b84-a7cf-34664c131309" providerId="ADAL" clId="{CC5F0CBF-77A6-4739-8FF3-8FB7DAFF4AC8}" dt="2025-12-17T09:30:15.076" v="413"/>
        <pc:sldMkLst>
          <pc:docMk/>
          <pc:sldMk cId="2200054357" sldId="355"/>
        </pc:sldMkLst>
      </pc:sldChg>
      <pc:sldChg chg="add">
        <pc:chgData name="Lalwani, Sunil" userId="95b0a425-4eed-4b84-a7cf-34664c131309" providerId="ADAL" clId="{CC5F0CBF-77A6-4739-8FF3-8FB7DAFF4AC8}" dt="2025-12-17T09:30:15.652" v="414"/>
        <pc:sldMkLst>
          <pc:docMk/>
          <pc:sldMk cId="2868555735" sldId="356"/>
        </pc:sldMkLst>
      </pc:sldChg>
      <pc:sldChg chg="add ord">
        <pc:chgData name="Lalwani, Sunil" userId="95b0a425-4eed-4b84-a7cf-34664c131309" providerId="ADAL" clId="{CC5F0CBF-77A6-4739-8FF3-8FB7DAFF4AC8}" dt="2025-12-17T09:30:16.232" v="417"/>
        <pc:sldMkLst>
          <pc:docMk/>
          <pc:sldMk cId="4237399330" sldId="357"/>
        </pc:sldMkLst>
      </pc:sldChg>
      <pc:sldChg chg="add del">
        <pc:chgData name="Lalwani, Sunil" userId="95b0a425-4eed-4b84-a7cf-34664c131309" providerId="ADAL" clId="{CC5F0CBF-77A6-4739-8FF3-8FB7DAFF4AC8}" dt="2025-12-17T09:30:34.365" v="435" actId="2696"/>
        <pc:sldMkLst>
          <pc:docMk/>
          <pc:sldMk cId="3530761965" sldId="358"/>
        </pc:sldMkLst>
      </pc:sldChg>
      <pc:sldChg chg="add ord">
        <pc:chgData name="Lalwani, Sunil" userId="95b0a425-4eed-4b84-a7cf-34664c131309" providerId="ADAL" clId="{CC5F0CBF-77A6-4739-8FF3-8FB7DAFF4AC8}" dt="2025-12-17T09:30:32.778" v="430"/>
        <pc:sldMkLst>
          <pc:docMk/>
          <pc:sldMk cId="277823213" sldId="359"/>
        </pc:sldMkLst>
      </pc:sldChg>
      <pc:sldChg chg="add">
        <pc:chgData name="Lalwani, Sunil" userId="95b0a425-4eed-4b84-a7cf-34664c131309" providerId="ADAL" clId="{CC5F0CBF-77A6-4739-8FF3-8FB7DAFF4AC8}" dt="2025-12-17T09:30:33.365" v="431"/>
        <pc:sldMkLst>
          <pc:docMk/>
          <pc:sldMk cId="4097224042" sldId="360"/>
        </pc:sldMkLst>
      </pc:sldChg>
      <pc:sldChg chg="add ord">
        <pc:chgData name="Lalwani, Sunil" userId="95b0a425-4eed-4b84-a7cf-34664c131309" providerId="ADAL" clId="{CC5F0CBF-77A6-4739-8FF3-8FB7DAFF4AC8}" dt="2025-12-17T09:30:33.918" v="434"/>
        <pc:sldMkLst>
          <pc:docMk/>
          <pc:sldMk cId="3866595818" sldId="361"/>
        </pc:sldMkLst>
      </pc:sldChg>
      <pc:sldChg chg="add del">
        <pc:chgData name="Lalwani, Sunil" userId="95b0a425-4eed-4b84-a7cf-34664c131309" providerId="ADAL" clId="{CC5F0CBF-77A6-4739-8FF3-8FB7DAFF4AC8}" dt="2025-12-17T09:30:54.714" v="459" actId="2696"/>
        <pc:sldMkLst>
          <pc:docMk/>
          <pc:sldMk cId="2380510938" sldId="362"/>
        </pc:sldMkLst>
      </pc:sldChg>
      <pc:sldChg chg="add ord">
        <pc:chgData name="Lalwani, Sunil" userId="95b0a425-4eed-4b84-a7cf-34664c131309" providerId="ADAL" clId="{CC5F0CBF-77A6-4739-8FF3-8FB7DAFF4AC8}" dt="2025-12-17T09:30:53.131" v="454"/>
        <pc:sldMkLst>
          <pc:docMk/>
          <pc:sldMk cId="851123253" sldId="363"/>
        </pc:sldMkLst>
      </pc:sldChg>
      <pc:sldChg chg="add">
        <pc:chgData name="Lalwani, Sunil" userId="95b0a425-4eed-4b84-a7cf-34664c131309" providerId="ADAL" clId="{CC5F0CBF-77A6-4739-8FF3-8FB7DAFF4AC8}" dt="2025-12-17T09:30:53.710" v="455"/>
        <pc:sldMkLst>
          <pc:docMk/>
          <pc:sldMk cId="1719875919" sldId="364"/>
        </pc:sldMkLst>
      </pc:sldChg>
      <pc:sldChg chg="add ord">
        <pc:chgData name="Lalwani, Sunil" userId="95b0a425-4eed-4b84-a7cf-34664c131309" providerId="ADAL" clId="{CC5F0CBF-77A6-4739-8FF3-8FB7DAFF4AC8}" dt="2025-12-17T09:30:54.264" v="458"/>
        <pc:sldMkLst>
          <pc:docMk/>
          <pc:sldMk cId="3563574536" sldId="365"/>
        </pc:sldMkLst>
      </pc:sldChg>
      <pc:sldChg chg="add del">
        <pc:chgData name="Lalwani, Sunil" userId="95b0a425-4eed-4b84-a7cf-34664c131309" providerId="ADAL" clId="{CC5F0CBF-77A6-4739-8FF3-8FB7DAFF4AC8}" dt="2025-12-17T09:31:11.994" v="472" actId="2696"/>
        <pc:sldMkLst>
          <pc:docMk/>
          <pc:sldMk cId="1527972658" sldId="366"/>
        </pc:sldMkLst>
      </pc:sldChg>
      <pc:sldChg chg="add ord">
        <pc:chgData name="Lalwani, Sunil" userId="95b0a425-4eed-4b84-a7cf-34664c131309" providerId="ADAL" clId="{CC5F0CBF-77A6-4739-8FF3-8FB7DAFF4AC8}" dt="2025-12-17T09:31:10.333" v="467"/>
        <pc:sldMkLst>
          <pc:docMk/>
          <pc:sldMk cId="2563285323" sldId="367"/>
        </pc:sldMkLst>
      </pc:sldChg>
      <pc:sldChg chg="add">
        <pc:chgData name="Lalwani, Sunil" userId="95b0a425-4eed-4b84-a7cf-34664c131309" providerId="ADAL" clId="{CC5F0CBF-77A6-4739-8FF3-8FB7DAFF4AC8}" dt="2025-12-17T09:31:11.005" v="468"/>
        <pc:sldMkLst>
          <pc:docMk/>
          <pc:sldMk cId="2159012464" sldId="368"/>
        </pc:sldMkLst>
      </pc:sldChg>
      <pc:sldChg chg="add ord">
        <pc:chgData name="Lalwani, Sunil" userId="95b0a425-4eed-4b84-a7cf-34664c131309" providerId="ADAL" clId="{CC5F0CBF-77A6-4739-8FF3-8FB7DAFF4AC8}" dt="2025-12-17T09:31:11.555" v="471"/>
        <pc:sldMkLst>
          <pc:docMk/>
          <pc:sldMk cId="2257425504" sldId="369"/>
        </pc:sldMkLst>
      </pc:sldChg>
      <pc:sldChg chg="add del">
        <pc:chgData name="Lalwani, Sunil" userId="95b0a425-4eed-4b84-a7cf-34664c131309" providerId="ADAL" clId="{CC5F0CBF-77A6-4739-8FF3-8FB7DAFF4AC8}" dt="2025-12-17T09:31:32.715" v="485" actId="2696"/>
        <pc:sldMkLst>
          <pc:docMk/>
          <pc:sldMk cId="3528791626" sldId="370"/>
        </pc:sldMkLst>
      </pc:sldChg>
      <pc:sldChg chg="add ord">
        <pc:chgData name="Lalwani, Sunil" userId="95b0a425-4eed-4b84-a7cf-34664c131309" providerId="ADAL" clId="{CC5F0CBF-77A6-4739-8FF3-8FB7DAFF4AC8}" dt="2025-12-17T09:31:31.097" v="480"/>
        <pc:sldMkLst>
          <pc:docMk/>
          <pc:sldMk cId="2350759504" sldId="371"/>
        </pc:sldMkLst>
      </pc:sldChg>
      <pc:sldChg chg="add">
        <pc:chgData name="Lalwani, Sunil" userId="95b0a425-4eed-4b84-a7cf-34664c131309" providerId="ADAL" clId="{CC5F0CBF-77A6-4739-8FF3-8FB7DAFF4AC8}" dt="2025-12-17T09:31:31.676" v="481"/>
        <pc:sldMkLst>
          <pc:docMk/>
          <pc:sldMk cId="1084476831" sldId="372"/>
        </pc:sldMkLst>
      </pc:sldChg>
      <pc:sldChg chg="add ord">
        <pc:chgData name="Lalwani, Sunil" userId="95b0a425-4eed-4b84-a7cf-34664c131309" providerId="ADAL" clId="{CC5F0CBF-77A6-4739-8FF3-8FB7DAFF4AC8}" dt="2025-12-17T09:31:32.236" v="484"/>
        <pc:sldMkLst>
          <pc:docMk/>
          <pc:sldMk cId="2437210260" sldId="373"/>
        </pc:sldMkLst>
      </pc:sldChg>
      <pc:sldChg chg="add del">
        <pc:chgData name="Lalwani, Sunil" userId="95b0a425-4eed-4b84-a7cf-34664c131309" providerId="ADAL" clId="{CC5F0CBF-77A6-4739-8FF3-8FB7DAFF4AC8}" dt="2025-12-17T09:31:53.320" v="501" actId="2696"/>
        <pc:sldMkLst>
          <pc:docMk/>
          <pc:sldMk cId="2430353493" sldId="374"/>
        </pc:sldMkLst>
      </pc:sldChg>
      <pc:sldChg chg="add ord">
        <pc:chgData name="Lalwani, Sunil" userId="95b0a425-4eed-4b84-a7cf-34664c131309" providerId="ADAL" clId="{CC5F0CBF-77A6-4739-8FF3-8FB7DAFF4AC8}" dt="2025-12-17T09:31:51.604" v="496"/>
        <pc:sldMkLst>
          <pc:docMk/>
          <pc:sldMk cId="470031751" sldId="375"/>
        </pc:sldMkLst>
      </pc:sldChg>
      <pc:sldChg chg="add">
        <pc:chgData name="Lalwani, Sunil" userId="95b0a425-4eed-4b84-a7cf-34664c131309" providerId="ADAL" clId="{CC5F0CBF-77A6-4739-8FF3-8FB7DAFF4AC8}" dt="2025-12-17T09:31:52.241" v="497"/>
        <pc:sldMkLst>
          <pc:docMk/>
          <pc:sldMk cId="3382632345" sldId="376"/>
        </pc:sldMkLst>
      </pc:sldChg>
      <pc:sldChg chg="add ord">
        <pc:chgData name="Lalwani, Sunil" userId="95b0a425-4eed-4b84-a7cf-34664c131309" providerId="ADAL" clId="{CC5F0CBF-77A6-4739-8FF3-8FB7DAFF4AC8}" dt="2025-12-17T09:31:52.892" v="500"/>
        <pc:sldMkLst>
          <pc:docMk/>
          <pc:sldMk cId="4214907553" sldId="377"/>
        </pc:sldMkLst>
      </pc:sldChg>
      <pc:sldChg chg="add del">
        <pc:chgData name="Lalwani, Sunil" userId="95b0a425-4eed-4b84-a7cf-34664c131309" providerId="ADAL" clId="{CC5F0CBF-77A6-4739-8FF3-8FB7DAFF4AC8}" dt="2025-12-17T09:32:14.668" v="525" actId="2696"/>
        <pc:sldMkLst>
          <pc:docMk/>
          <pc:sldMk cId="976604114" sldId="378"/>
        </pc:sldMkLst>
      </pc:sldChg>
      <pc:sldChg chg="add ord">
        <pc:chgData name="Lalwani, Sunil" userId="95b0a425-4eed-4b84-a7cf-34664c131309" providerId="ADAL" clId="{CC5F0CBF-77A6-4739-8FF3-8FB7DAFF4AC8}" dt="2025-12-17T09:32:13.100" v="520"/>
        <pc:sldMkLst>
          <pc:docMk/>
          <pc:sldMk cId="1046696658" sldId="379"/>
        </pc:sldMkLst>
      </pc:sldChg>
      <pc:sldChg chg="add">
        <pc:chgData name="Lalwani, Sunil" userId="95b0a425-4eed-4b84-a7cf-34664c131309" providerId="ADAL" clId="{CC5F0CBF-77A6-4739-8FF3-8FB7DAFF4AC8}" dt="2025-12-17T09:32:13.686" v="521"/>
        <pc:sldMkLst>
          <pc:docMk/>
          <pc:sldMk cId="3662150294" sldId="380"/>
        </pc:sldMkLst>
      </pc:sldChg>
      <pc:sldChg chg="add ord">
        <pc:chgData name="Lalwani, Sunil" userId="95b0a425-4eed-4b84-a7cf-34664c131309" providerId="ADAL" clId="{CC5F0CBF-77A6-4739-8FF3-8FB7DAFF4AC8}" dt="2025-12-17T09:32:14.207" v="524"/>
        <pc:sldMkLst>
          <pc:docMk/>
          <pc:sldMk cId="3043494658" sldId="381"/>
        </pc:sldMkLst>
      </pc:sldChg>
      <pc:sldChg chg="add del">
        <pc:chgData name="Lalwani, Sunil" userId="95b0a425-4eed-4b84-a7cf-34664c131309" providerId="ADAL" clId="{CC5F0CBF-77A6-4739-8FF3-8FB7DAFF4AC8}" dt="2025-12-17T09:32:33.425" v="538" actId="2696"/>
        <pc:sldMkLst>
          <pc:docMk/>
          <pc:sldMk cId="168579475" sldId="382"/>
        </pc:sldMkLst>
      </pc:sldChg>
      <pc:sldChg chg="add ord">
        <pc:chgData name="Lalwani, Sunil" userId="95b0a425-4eed-4b84-a7cf-34664c131309" providerId="ADAL" clId="{CC5F0CBF-77A6-4739-8FF3-8FB7DAFF4AC8}" dt="2025-12-17T09:32:31.821" v="533"/>
        <pc:sldMkLst>
          <pc:docMk/>
          <pc:sldMk cId="1812431698" sldId="383"/>
        </pc:sldMkLst>
      </pc:sldChg>
      <pc:sldChg chg="add">
        <pc:chgData name="Lalwani, Sunil" userId="95b0a425-4eed-4b84-a7cf-34664c131309" providerId="ADAL" clId="{CC5F0CBF-77A6-4739-8FF3-8FB7DAFF4AC8}" dt="2025-12-17T09:32:32.436" v="534"/>
        <pc:sldMkLst>
          <pc:docMk/>
          <pc:sldMk cId="1736942398" sldId="384"/>
        </pc:sldMkLst>
      </pc:sldChg>
      <pc:sldChg chg="add ord">
        <pc:chgData name="Lalwani, Sunil" userId="95b0a425-4eed-4b84-a7cf-34664c131309" providerId="ADAL" clId="{CC5F0CBF-77A6-4739-8FF3-8FB7DAFF4AC8}" dt="2025-12-17T09:32:32.979" v="537"/>
        <pc:sldMkLst>
          <pc:docMk/>
          <pc:sldMk cId="1595286587" sldId="385"/>
        </pc:sldMkLst>
      </pc:sldChg>
      <pc:sldChg chg="add del">
        <pc:chgData name="Lalwani, Sunil" userId="95b0a425-4eed-4b84-a7cf-34664c131309" providerId="ADAL" clId="{CC5F0CBF-77A6-4739-8FF3-8FB7DAFF4AC8}" dt="2025-12-17T09:32:52.925" v="551" actId="2696"/>
        <pc:sldMkLst>
          <pc:docMk/>
          <pc:sldMk cId="3006920366" sldId="386"/>
        </pc:sldMkLst>
      </pc:sldChg>
      <pc:sldChg chg="add ord">
        <pc:chgData name="Lalwani, Sunil" userId="95b0a425-4eed-4b84-a7cf-34664c131309" providerId="ADAL" clId="{CC5F0CBF-77A6-4739-8FF3-8FB7DAFF4AC8}" dt="2025-12-17T09:32:51.341" v="546"/>
        <pc:sldMkLst>
          <pc:docMk/>
          <pc:sldMk cId="2581652945" sldId="387"/>
        </pc:sldMkLst>
      </pc:sldChg>
      <pc:sldChg chg="add">
        <pc:chgData name="Lalwani, Sunil" userId="95b0a425-4eed-4b84-a7cf-34664c131309" providerId="ADAL" clId="{CC5F0CBF-77A6-4739-8FF3-8FB7DAFF4AC8}" dt="2025-12-17T09:32:51.954" v="547"/>
        <pc:sldMkLst>
          <pc:docMk/>
          <pc:sldMk cId="2693808564" sldId="388"/>
        </pc:sldMkLst>
      </pc:sldChg>
      <pc:sldChg chg="add ord">
        <pc:chgData name="Lalwani, Sunil" userId="95b0a425-4eed-4b84-a7cf-34664c131309" providerId="ADAL" clId="{CC5F0CBF-77A6-4739-8FF3-8FB7DAFF4AC8}" dt="2025-12-17T09:32:52.478" v="550"/>
        <pc:sldMkLst>
          <pc:docMk/>
          <pc:sldMk cId="3666009817" sldId="389"/>
        </pc:sldMkLst>
      </pc:sldChg>
      <pc:sldChg chg="add del">
        <pc:chgData name="Lalwani, Sunil" userId="95b0a425-4eed-4b84-a7cf-34664c131309" providerId="ADAL" clId="{CC5F0CBF-77A6-4739-8FF3-8FB7DAFF4AC8}" dt="2025-12-17T09:33:10.701" v="566" actId="2696"/>
        <pc:sldMkLst>
          <pc:docMk/>
          <pc:sldMk cId="465365321" sldId="390"/>
        </pc:sldMkLst>
      </pc:sldChg>
      <pc:sldChg chg="add ord">
        <pc:chgData name="Lalwani, Sunil" userId="95b0a425-4eed-4b84-a7cf-34664c131309" providerId="ADAL" clId="{CC5F0CBF-77A6-4739-8FF3-8FB7DAFF4AC8}" dt="2025-12-17T09:33:09.114" v="561"/>
        <pc:sldMkLst>
          <pc:docMk/>
          <pc:sldMk cId="1139713076" sldId="391"/>
        </pc:sldMkLst>
      </pc:sldChg>
      <pc:sldChg chg="add">
        <pc:chgData name="Lalwani, Sunil" userId="95b0a425-4eed-4b84-a7cf-34664c131309" providerId="ADAL" clId="{CC5F0CBF-77A6-4739-8FF3-8FB7DAFF4AC8}" dt="2025-12-17T09:33:09.687" v="562"/>
        <pc:sldMkLst>
          <pc:docMk/>
          <pc:sldMk cId="3607634915" sldId="392"/>
        </pc:sldMkLst>
      </pc:sldChg>
      <pc:sldChg chg="add ord">
        <pc:chgData name="Lalwani, Sunil" userId="95b0a425-4eed-4b84-a7cf-34664c131309" providerId="ADAL" clId="{CC5F0CBF-77A6-4739-8FF3-8FB7DAFF4AC8}" dt="2025-12-17T09:33:10.257" v="565"/>
        <pc:sldMkLst>
          <pc:docMk/>
          <pc:sldMk cId="1142230974" sldId="393"/>
        </pc:sldMkLst>
      </pc:sldChg>
      <pc:sldChg chg="add del">
        <pc:chgData name="Lalwani, Sunil" userId="95b0a425-4eed-4b84-a7cf-34664c131309" providerId="ADAL" clId="{CC5F0CBF-77A6-4739-8FF3-8FB7DAFF4AC8}" dt="2025-12-17T09:33:28.852" v="590" actId="2696"/>
        <pc:sldMkLst>
          <pc:docMk/>
          <pc:sldMk cId="505603082" sldId="394"/>
        </pc:sldMkLst>
      </pc:sldChg>
      <pc:sldChg chg="add ord">
        <pc:chgData name="Lalwani, Sunil" userId="95b0a425-4eed-4b84-a7cf-34664c131309" providerId="ADAL" clId="{CC5F0CBF-77A6-4739-8FF3-8FB7DAFF4AC8}" dt="2025-12-17T09:33:27.432" v="585"/>
        <pc:sldMkLst>
          <pc:docMk/>
          <pc:sldMk cId="3331411420" sldId="395"/>
        </pc:sldMkLst>
      </pc:sldChg>
      <pc:sldChg chg="add">
        <pc:chgData name="Lalwani, Sunil" userId="95b0a425-4eed-4b84-a7cf-34664c131309" providerId="ADAL" clId="{CC5F0CBF-77A6-4739-8FF3-8FB7DAFF4AC8}" dt="2025-12-17T09:33:27.972" v="586"/>
        <pc:sldMkLst>
          <pc:docMk/>
          <pc:sldMk cId="2499525926" sldId="396"/>
        </pc:sldMkLst>
      </pc:sldChg>
      <pc:sldChg chg="add ord">
        <pc:chgData name="Lalwani, Sunil" userId="95b0a425-4eed-4b84-a7cf-34664c131309" providerId="ADAL" clId="{CC5F0CBF-77A6-4739-8FF3-8FB7DAFF4AC8}" dt="2025-12-17T09:33:28.422" v="589"/>
        <pc:sldMkLst>
          <pc:docMk/>
          <pc:sldMk cId="640229557" sldId="397"/>
        </pc:sldMkLst>
      </pc:sldChg>
      <pc:sldChg chg="add del">
        <pc:chgData name="Lalwani, Sunil" userId="95b0a425-4eed-4b84-a7cf-34664c131309" providerId="ADAL" clId="{CC5F0CBF-77A6-4739-8FF3-8FB7DAFF4AC8}" dt="2025-12-17T09:33:40.431" v="603" actId="2696"/>
        <pc:sldMkLst>
          <pc:docMk/>
          <pc:sldMk cId="635465458" sldId="398"/>
        </pc:sldMkLst>
      </pc:sldChg>
      <pc:sldChg chg="add ord">
        <pc:chgData name="Lalwani, Sunil" userId="95b0a425-4eed-4b84-a7cf-34664c131309" providerId="ADAL" clId="{CC5F0CBF-77A6-4739-8FF3-8FB7DAFF4AC8}" dt="2025-12-17T09:33:39.012" v="598"/>
        <pc:sldMkLst>
          <pc:docMk/>
          <pc:sldMk cId="2164607664" sldId="399"/>
        </pc:sldMkLst>
      </pc:sldChg>
      <pc:sldChg chg="add">
        <pc:chgData name="Lalwani, Sunil" userId="95b0a425-4eed-4b84-a7cf-34664c131309" providerId="ADAL" clId="{CC5F0CBF-77A6-4739-8FF3-8FB7DAFF4AC8}" dt="2025-12-17T09:33:39.548" v="599"/>
        <pc:sldMkLst>
          <pc:docMk/>
          <pc:sldMk cId="4035283661" sldId="400"/>
        </pc:sldMkLst>
      </pc:sldChg>
      <pc:sldChg chg="add ord">
        <pc:chgData name="Lalwani, Sunil" userId="95b0a425-4eed-4b84-a7cf-34664c131309" providerId="ADAL" clId="{CC5F0CBF-77A6-4739-8FF3-8FB7DAFF4AC8}" dt="2025-12-17T09:33:40.009" v="602"/>
        <pc:sldMkLst>
          <pc:docMk/>
          <pc:sldMk cId="879270923" sldId="401"/>
        </pc:sldMkLst>
      </pc:sldChg>
      <pc:sldChg chg="add del">
        <pc:chgData name="Lalwani, Sunil" userId="95b0a425-4eed-4b84-a7cf-34664c131309" providerId="ADAL" clId="{CC5F0CBF-77A6-4739-8FF3-8FB7DAFF4AC8}" dt="2025-12-17T09:33:52.721" v="616" actId="2696"/>
        <pc:sldMkLst>
          <pc:docMk/>
          <pc:sldMk cId="3136252866" sldId="402"/>
        </pc:sldMkLst>
      </pc:sldChg>
      <pc:sldChg chg="add ord">
        <pc:chgData name="Lalwani, Sunil" userId="95b0a425-4eed-4b84-a7cf-34664c131309" providerId="ADAL" clId="{CC5F0CBF-77A6-4739-8FF3-8FB7DAFF4AC8}" dt="2025-12-17T09:33:51.284" v="611"/>
        <pc:sldMkLst>
          <pc:docMk/>
          <pc:sldMk cId="2614478020" sldId="403"/>
        </pc:sldMkLst>
      </pc:sldChg>
      <pc:sldChg chg="add">
        <pc:chgData name="Lalwani, Sunil" userId="95b0a425-4eed-4b84-a7cf-34664c131309" providerId="ADAL" clId="{CC5F0CBF-77A6-4739-8FF3-8FB7DAFF4AC8}" dt="2025-12-17T09:33:51.812" v="612"/>
        <pc:sldMkLst>
          <pc:docMk/>
          <pc:sldMk cId="656651254" sldId="404"/>
        </pc:sldMkLst>
      </pc:sldChg>
      <pc:sldChg chg="add ord">
        <pc:chgData name="Lalwani, Sunil" userId="95b0a425-4eed-4b84-a7cf-34664c131309" providerId="ADAL" clId="{CC5F0CBF-77A6-4739-8FF3-8FB7DAFF4AC8}" dt="2025-12-17T09:33:52.279" v="615"/>
        <pc:sldMkLst>
          <pc:docMk/>
          <pc:sldMk cId="1885036849" sldId="405"/>
        </pc:sldMkLst>
      </pc:sldChg>
      <pc:sldChg chg="add del">
        <pc:chgData name="Lalwani, Sunil" userId="95b0a425-4eed-4b84-a7cf-34664c131309" providerId="ADAL" clId="{CC5F0CBF-77A6-4739-8FF3-8FB7DAFF4AC8}" dt="2025-12-17T09:34:05.339" v="631" actId="2696"/>
        <pc:sldMkLst>
          <pc:docMk/>
          <pc:sldMk cId="1092507076" sldId="406"/>
        </pc:sldMkLst>
      </pc:sldChg>
      <pc:sldChg chg="add ord">
        <pc:chgData name="Lalwani, Sunil" userId="95b0a425-4eed-4b84-a7cf-34664c131309" providerId="ADAL" clId="{CC5F0CBF-77A6-4739-8FF3-8FB7DAFF4AC8}" dt="2025-12-17T09:34:03.906" v="626"/>
        <pc:sldMkLst>
          <pc:docMk/>
          <pc:sldMk cId="4243214674" sldId="407"/>
        </pc:sldMkLst>
      </pc:sldChg>
      <pc:sldChg chg="add">
        <pc:chgData name="Lalwani, Sunil" userId="95b0a425-4eed-4b84-a7cf-34664c131309" providerId="ADAL" clId="{CC5F0CBF-77A6-4739-8FF3-8FB7DAFF4AC8}" dt="2025-12-17T09:34:04.442" v="627"/>
        <pc:sldMkLst>
          <pc:docMk/>
          <pc:sldMk cId="3043938776" sldId="408"/>
        </pc:sldMkLst>
      </pc:sldChg>
      <pc:sldChg chg="add ord">
        <pc:chgData name="Lalwani, Sunil" userId="95b0a425-4eed-4b84-a7cf-34664c131309" providerId="ADAL" clId="{CC5F0CBF-77A6-4739-8FF3-8FB7DAFF4AC8}" dt="2025-12-17T09:34:04.910" v="630"/>
        <pc:sldMkLst>
          <pc:docMk/>
          <pc:sldMk cId="2590665890" sldId="409"/>
        </pc:sldMkLst>
      </pc:sldChg>
      <pc:sldChg chg="add del">
        <pc:chgData name="Lalwani, Sunil" userId="95b0a425-4eed-4b84-a7cf-34664c131309" providerId="ADAL" clId="{CC5F0CBF-77A6-4739-8FF3-8FB7DAFF4AC8}" dt="2025-12-17T09:34:20.171" v="655" actId="2696"/>
        <pc:sldMkLst>
          <pc:docMk/>
          <pc:sldMk cId="2653041911" sldId="410"/>
        </pc:sldMkLst>
      </pc:sldChg>
      <pc:sldChg chg="add ord">
        <pc:chgData name="Lalwani, Sunil" userId="95b0a425-4eed-4b84-a7cf-34664c131309" providerId="ADAL" clId="{CC5F0CBF-77A6-4739-8FF3-8FB7DAFF4AC8}" dt="2025-12-17T09:34:18.621" v="650"/>
        <pc:sldMkLst>
          <pc:docMk/>
          <pc:sldMk cId="1820984750" sldId="411"/>
        </pc:sldMkLst>
      </pc:sldChg>
      <pc:sldChg chg="add">
        <pc:chgData name="Lalwani, Sunil" userId="95b0a425-4eed-4b84-a7cf-34664c131309" providerId="ADAL" clId="{CC5F0CBF-77A6-4739-8FF3-8FB7DAFF4AC8}" dt="2025-12-17T09:34:19.218" v="651"/>
        <pc:sldMkLst>
          <pc:docMk/>
          <pc:sldMk cId="2571869625" sldId="412"/>
        </pc:sldMkLst>
      </pc:sldChg>
      <pc:sldChg chg="add ord">
        <pc:chgData name="Lalwani, Sunil" userId="95b0a425-4eed-4b84-a7cf-34664c131309" providerId="ADAL" clId="{CC5F0CBF-77A6-4739-8FF3-8FB7DAFF4AC8}" dt="2025-12-17T09:34:19.730" v="654"/>
        <pc:sldMkLst>
          <pc:docMk/>
          <pc:sldMk cId="1055360827" sldId="413"/>
        </pc:sldMkLst>
      </pc:sldChg>
      <pc:sldChg chg="add del">
        <pc:chgData name="Lalwani, Sunil" userId="95b0a425-4eed-4b84-a7cf-34664c131309" providerId="ADAL" clId="{CC5F0CBF-77A6-4739-8FF3-8FB7DAFF4AC8}" dt="2025-12-17T09:34:36.490" v="668" actId="2696"/>
        <pc:sldMkLst>
          <pc:docMk/>
          <pc:sldMk cId="3402544343" sldId="414"/>
        </pc:sldMkLst>
      </pc:sldChg>
      <pc:sldChg chg="add ord">
        <pc:chgData name="Lalwani, Sunil" userId="95b0a425-4eed-4b84-a7cf-34664c131309" providerId="ADAL" clId="{CC5F0CBF-77A6-4739-8FF3-8FB7DAFF4AC8}" dt="2025-12-17T09:34:34.869" v="663"/>
        <pc:sldMkLst>
          <pc:docMk/>
          <pc:sldMk cId="2260207296" sldId="415"/>
        </pc:sldMkLst>
      </pc:sldChg>
      <pc:sldChg chg="add">
        <pc:chgData name="Lalwani, Sunil" userId="95b0a425-4eed-4b84-a7cf-34664c131309" providerId="ADAL" clId="{CC5F0CBF-77A6-4739-8FF3-8FB7DAFF4AC8}" dt="2025-12-17T09:34:35.474" v="664"/>
        <pc:sldMkLst>
          <pc:docMk/>
          <pc:sldMk cId="3213705251" sldId="416"/>
        </pc:sldMkLst>
      </pc:sldChg>
      <pc:sldChg chg="add ord">
        <pc:chgData name="Lalwani, Sunil" userId="95b0a425-4eed-4b84-a7cf-34664c131309" providerId="ADAL" clId="{CC5F0CBF-77A6-4739-8FF3-8FB7DAFF4AC8}" dt="2025-12-17T09:34:36.043" v="667"/>
        <pc:sldMkLst>
          <pc:docMk/>
          <pc:sldMk cId="458932148" sldId="417"/>
        </pc:sldMkLst>
      </pc:sldChg>
      <pc:sldChg chg="add del">
        <pc:chgData name="Lalwani, Sunil" userId="95b0a425-4eed-4b84-a7cf-34664c131309" providerId="ADAL" clId="{CC5F0CBF-77A6-4739-8FF3-8FB7DAFF4AC8}" dt="2025-12-17T09:34:56.305" v="681" actId="2696"/>
        <pc:sldMkLst>
          <pc:docMk/>
          <pc:sldMk cId="3746871750" sldId="418"/>
        </pc:sldMkLst>
      </pc:sldChg>
      <pc:sldChg chg="add ord">
        <pc:chgData name="Lalwani, Sunil" userId="95b0a425-4eed-4b84-a7cf-34664c131309" providerId="ADAL" clId="{CC5F0CBF-77A6-4739-8FF3-8FB7DAFF4AC8}" dt="2025-12-17T09:34:54.649" v="676"/>
        <pc:sldMkLst>
          <pc:docMk/>
          <pc:sldMk cId="1644235138" sldId="419"/>
        </pc:sldMkLst>
      </pc:sldChg>
      <pc:sldChg chg="add">
        <pc:chgData name="Lalwani, Sunil" userId="95b0a425-4eed-4b84-a7cf-34664c131309" providerId="ADAL" clId="{CC5F0CBF-77A6-4739-8FF3-8FB7DAFF4AC8}" dt="2025-12-17T09:34:55.315" v="677"/>
        <pc:sldMkLst>
          <pc:docMk/>
          <pc:sldMk cId="1529918885" sldId="420"/>
        </pc:sldMkLst>
      </pc:sldChg>
      <pc:sldChg chg="add ord">
        <pc:chgData name="Lalwani, Sunil" userId="95b0a425-4eed-4b84-a7cf-34664c131309" providerId="ADAL" clId="{CC5F0CBF-77A6-4739-8FF3-8FB7DAFF4AC8}" dt="2025-12-17T09:34:55.872" v="680"/>
        <pc:sldMkLst>
          <pc:docMk/>
          <pc:sldMk cId="4252274742" sldId="421"/>
        </pc:sldMkLst>
      </pc:sldChg>
      <pc:sldChg chg="add del">
        <pc:chgData name="Lalwani, Sunil" userId="95b0a425-4eed-4b84-a7cf-34664c131309" providerId="ADAL" clId="{CC5F0CBF-77A6-4739-8FF3-8FB7DAFF4AC8}" dt="2025-12-17T09:35:14.774" v="695" actId="2696"/>
        <pc:sldMkLst>
          <pc:docMk/>
          <pc:sldMk cId="3952211274" sldId="422"/>
        </pc:sldMkLst>
      </pc:sldChg>
      <pc:sldChg chg="add ord">
        <pc:chgData name="Lalwani, Sunil" userId="95b0a425-4eed-4b84-a7cf-34664c131309" providerId="ADAL" clId="{CC5F0CBF-77A6-4739-8FF3-8FB7DAFF4AC8}" dt="2025-12-17T09:35:13.230" v="690"/>
        <pc:sldMkLst>
          <pc:docMk/>
          <pc:sldMk cId="1679532476" sldId="423"/>
        </pc:sldMkLst>
      </pc:sldChg>
      <pc:sldChg chg="add">
        <pc:chgData name="Lalwani, Sunil" userId="95b0a425-4eed-4b84-a7cf-34664c131309" providerId="ADAL" clId="{CC5F0CBF-77A6-4739-8FF3-8FB7DAFF4AC8}" dt="2025-12-17T09:35:13.801" v="691"/>
        <pc:sldMkLst>
          <pc:docMk/>
          <pc:sldMk cId="1656591860" sldId="424"/>
        </pc:sldMkLst>
      </pc:sldChg>
      <pc:sldChg chg="add ord">
        <pc:chgData name="Lalwani, Sunil" userId="95b0a425-4eed-4b84-a7cf-34664c131309" providerId="ADAL" clId="{CC5F0CBF-77A6-4739-8FF3-8FB7DAFF4AC8}" dt="2025-12-17T09:35:14.311" v="694"/>
        <pc:sldMkLst>
          <pc:docMk/>
          <pc:sldMk cId="930174706" sldId="425"/>
        </pc:sldMkLst>
      </pc:sldChg>
      <pc:sldChg chg="add del">
        <pc:chgData name="Lalwani, Sunil" userId="95b0a425-4eed-4b84-a7cf-34664c131309" providerId="ADAL" clId="{CC5F0CBF-77A6-4739-8FF3-8FB7DAFF4AC8}" dt="2025-12-17T09:35:35.272" v="719" actId="2696"/>
        <pc:sldMkLst>
          <pc:docMk/>
          <pc:sldMk cId="1210015119" sldId="426"/>
        </pc:sldMkLst>
      </pc:sldChg>
      <pc:sldChg chg="add ord">
        <pc:chgData name="Lalwani, Sunil" userId="95b0a425-4eed-4b84-a7cf-34664c131309" providerId="ADAL" clId="{CC5F0CBF-77A6-4739-8FF3-8FB7DAFF4AC8}" dt="2025-12-17T09:35:33.654" v="714"/>
        <pc:sldMkLst>
          <pc:docMk/>
          <pc:sldMk cId="3596777728" sldId="427"/>
        </pc:sldMkLst>
      </pc:sldChg>
      <pc:sldChg chg="add">
        <pc:chgData name="Lalwani, Sunil" userId="95b0a425-4eed-4b84-a7cf-34664c131309" providerId="ADAL" clId="{CC5F0CBF-77A6-4739-8FF3-8FB7DAFF4AC8}" dt="2025-12-17T09:35:34.251" v="715"/>
        <pc:sldMkLst>
          <pc:docMk/>
          <pc:sldMk cId="2179494837" sldId="428"/>
        </pc:sldMkLst>
      </pc:sldChg>
      <pc:sldChg chg="add ord">
        <pc:chgData name="Lalwani, Sunil" userId="95b0a425-4eed-4b84-a7cf-34664c131309" providerId="ADAL" clId="{CC5F0CBF-77A6-4739-8FF3-8FB7DAFF4AC8}" dt="2025-12-17T09:35:34.824" v="718"/>
        <pc:sldMkLst>
          <pc:docMk/>
          <pc:sldMk cId="859444658" sldId="429"/>
        </pc:sldMkLst>
      </pc:sldChg>
      <pc:sldChg chg="add del">
        <pc:chgData name="Lalwani, Sunil" userId="95b0a425-4eed-4b84-a7cf-34664c131309" providerId="ADAL" clId="{CC5F0CBF-77A6-4739-8FF3-8FB7DAFF4AC8}" dt="2025-12-17T09:35:54.392" v="732" actId="2696"/>
        <pc:sldMkLst>
          <pc:docMk/>
          <pc:sldMk cId="1884860716" sldId="430"/>
        </pc:sldMkLst>
      </pc:sldChg>
      <pc:sldChg chg="add ord">
        <pc:chgData name="Lalwani, Sunil" userId="95b0a425-4eed-4b84-a7cf-34664c131309" providerId="ADAL" clId="{CC5F0CBF-77A6-4739-8FF3-8FB7DAFF4AC8}" dt="2025-12-17T09:35:52.802" v="727"/>
        <pc:sldMkLst>
          <pc:docMk/>
          <pc:sldMk cId="1681143480" sldId="431"/>
        </pc:sldMkLst>
      </pc:sldChg>
      <pc:sldChg chg="add">
        <pc:chgData name="Lalwani, Sunil" userId="95b0a425-4eed-4b84-a7cf-34664c131309" providerId="ADAL" clId="{CC5F0CBF-77A6-4739-8FF3-8FB7DAFF4AC8}" dt="2025-12-17T09:35:53.368" v="728"/>
        <pc:sldMkLst>
          <pc:docMk/>
          <pc:sldMk cId="2524395041" sldId="432"/>
        </pc:sldMkLst>
      </pc:sldChg>
      <pc:sldChg chg="add ord">
        <pc:chgData name="Lalwani, Sunil" userId="95b0a425-4eed-4b84-a7cf-34664c131309" providerId="ADAL" clId="{CC5F0CBF-77A6-4739-8FF3-8FB7DAFF4AC8}" dt="2025-12-17T09:35:53.944" v="731"/>
        <pc:sldMkLst>
          <pc:docMk/>
          <pc:sldMk cId="260379007" sldId="433"/>
        </pc:sldMkLst>
      </pc:sldChg>
      <pc:sldChg chg="add del">
        <pc:chgData name="Lalwani, Sunil" userId="95b0a425-4eed-4b84-a7cf-34664c131309" providerId="ADAL" clId="{CC5F0CBF-77A6-4739-8FF3-8FB7DAFF4AC8}" dt="2025-12-17T09:36:11.619" v="745" actId="2696"/>
        <pc:sldMkLst>
          <pc:docMk/>
          <pc:sldMk cId="854882187" sldId="434"/>
        </pc:sldMkLst>
      </pc:sldChg>
      <pc:sldChg chg="add ord">
        <pc:chgData name="Lalwani, Sunil" userId="95b0a425-4eed-4b84-a7cf-34664c131309" providerId="ADAL" clId="{CC5F0CBF-77A6-4739-8FF3-8FB7DAFF4AC8}" dt="2025-12-17T09:36:09.950" v="740"/>
        <pc:sldMkLst>
          <pc:docMk/>
          <pc:sldMk cId="2490531848" sldId="435"/>
        </pc:sldMkLst>
      </pc:sldChg>
      <pc:sldChg chg="add">
        <pc:chgData name="Lalwani, Sunil" userId="95b0a425-4eed-4b84-a7cf-34664c131309" providerId="ADAL" clId="{CC5F0CBF-77A6-4739-8FF3-8FB7DAFF4AC8}" dt="2025-12-17T09:36:10.613" v="741"/>
        <pc:sldMkLst>
          <pc:docMk/>
          <pc:sldMk cId="2462054320" sldId="436"/>
        </pc:sldMkLst>
      </pc:sldChg>
      <pc:sldChg chg="add ord">
        <pc:chgData name="Lalwani, Sunil" userId="95b0a425-4eed-4b84-a7cf-34664c131309" providerId="ADAL" clId="{CC5F0CBF-77A6-4739-8FF3-8FB7DAFF4AC8}" dt="2025-12-17T09:36:11.155" v="744"/>
        <pc:sldMkLst>
          <pc:docMk/>
          <pc:sldMk cId="1609243532" sldId="437"/>
        </pc:sldMkLst>
      </pc:sldChg>
      <pc:sldChg chg="add del">
        <pc:chgData name="Lalwani, Sunil" userId="95b0a425-4eed-4b84-a7cf-34664c131309" providerId="ADAL" clId="{CC5F0CBF-77A6-4739-8FF3-8FB7DAFF4AC8}" dt="2025-12-17T09:36:29.440" v="758" actId="2696"/>
        <pc:sldMkLst>
          <pc:docMk/>
          <pc:sldMk cId="3631181589" sldId="438"/>
        </pc:sldMkLst>
      </pc:sldChg>
      <pc:sldChg chg="add ord">
        <pc:chgData name="Lalwani, Sunil" userId="95b0a425-4eed-4b84-a7cf-34664c131309" providerId="ADAL" clId="{CC5F0CBF-77A6-4739-8FF3-8FB7DAFF4AC8}" dt="2025-12-17T09:36:27.865" v="753"/>
        <pc:sldMkLst>
          <pc:docMk/>
          <pc:sldMk cId="3116919662" sldId="439"/>
        </pc:sldMkLst>
      </pc:sldChg>
      <pc:sldChg chg="add">
        <pc:chgData name="Lalwani, Sunil" userId="95b0a425-4eed-4b84-a7cf-34664c131309" providerId="ADAL" clId="{CC5F0CBF-77A6-4739-8FF3-8FB7DAFF4AC8}" dt="2025-12-17T09:36:28.464" v="754"/>
        <pc:sldMkLst>
          <pc:docMk/>
          <pc:sldMk cId="1262640238" sldId="440"/>
        </pc:sldMkLst>
      </pc:sldChg>
      <pc:sldChg chg="add ord">
        <pc:chgData name="Lalwani, Sunil" userId="95b0a425-4eed-4b84-a7cf-34664c131309" providerId="ADAL" clId="{CC5F0CBF-77A6-4739-8FF3-8FB7DAFF4AC8}" dt="2025-12-17T09:36:28.992" v="757"/>
        <pc:sldMkLst>
          <pc:docMk/>
          <pc:sldMk cId="524547557" sldId="441"/>
        </pc:sldMkLst>
      </pc:sldChg>
      <pc:sldChg chg="add del">
        <pc:chgData name="Lalwani, Sunil" userId="95b0a425-4eed-4b84-a7cf-34664c131309" providerId="ADAL" clId="{CC5F0CBF-77A6-4739-8FF3-8FB7DAFF4AC8}" dt="2025-12-17T09:36:50.653" v="782" actId="2696"/>
        <pc:sldMkLst>
          <pc:docMk/>
          <pc:sldMk cId="1814623986" sldId="442"/>
        </pc:sldMkLst>
      </pc:sldChg>
      <pc:sldChg chg="add ord">
        <pc:chgData name="Lalwani, Sunil" userId="95b0a425-4eed-4b84-a7cf-34664c131309" providerId="ADAL" clId="{CC5F0CBF-77A6-4739-8FF3-8FB7DAFF4AC8}" dt="2025-12-17T09:36:49.067" v="777"/>
        <pc:sldMkLst>
          <pc:docMk/>
          <pc:sldMk cId="374242672" sldId="443"/>
        </pc:sldMkLst>
      </pc:sldChg>
      <pc:sldChg chg="add">
        <pc:chgData name="Lalwani, Sunil" userId="95b0a425-4eed-4b84-a7cf-34664c131309" providerId="ADAL" clId="{CC5F0CBF-77A6-4739-8FF3-8FB7DAFF4AC8}" dt="2025-12-17T09:36:49.670" v="778"/>
        <pc:sldMkLst>
          <pc:docMk/>
          <pc:sldMk cId="1867165445" sldId="444"/>
        </pc:sldMkLst>
      </pc:sldChg>
      <pc:sldChg chg="add ord">
        <pc:chgData name="Lalwani, Sunil" userId="95b0a425-4eed-4b84-a7cf-34664c131309" providerId="ADAL" clId="{CC5F0CBF-77A6-4739-8FF3-8FB7DAFF4AC8}" dt="2025-12-17T09:36:50.208" v="781"/>
        <pc:sldMkLst>
          <pc:docMk/>
          <pc:sldMk cId="624748912" sldId="445"/>
        </pc:sldMkLst>
      </pc:sldChg>
      <pc:sldChg chg="add del">
        <pc:chgData name="Lalwani, Sunil" userId="95b0a425-4eed-4b84-a7cf-34664c131309" providerId="ADAL" clId="{CC5F0CBF-77A6-4739-8FF3-8FB7DAFF4AC8}" dt="2025-12-17T09:37:08.902" v="795" actId="2696"/>
        <pc:sldMkLst>
          <pc:docMk/>
          <pc:sldMk cId="2109416594" sldId="446"/>
        </pc:sldMkLst>
      </pc:sldChg>
      <pc:sldChg chg="add ord">
        <pc:chgData name="Lalwani, Sunil" userId="95b0a425-4eed-4b84-a7cf-34664c131309" providerId="ADAL" clId="{CC5F0CBF-77A6-4739-8FF3-8FB7DAFF4AC8}" dt="2025-12-17T09:37:07.299" v="790"/>
        <pc:sldMkLst>
          <pc:docMk/>
          <pc:sldMk cId="3479163092" sldId="447"/>
        </pc:sldMkLst>
      </pc:sldChg>
      <pc:sldChg chg="add">
        <pc:chgData name="Lalwani, Sunil" userId="95b0a425-4eed-4b84-a7cf-34664c131309" providerId="ADAL" clId="{CC5F0CBF-77A6-4739-8FF3-8FB7DAFF4AC8}" dt="2025-12-17T09:37:07.919" v="791"/>
        <pc:sldMkLst>
          <pc:docMk/>
          <pc:sldMk cId="2641068162" sldId="448"/>
        </pc:sldMkLst>
      </pc:sldChg>
      <pc:sldChg chg="add ord">
        <pc:chgData name="Lalwani, Sunil" userId="95b0a425-4eed-4b84-a7cf-34664c131309" providerId="ADAL" clId="{CC5F0CBF-77A6-4739-8FF3-8FB7DAFF4AC8}" dt="2025-12-17T09:37:08.474" v="794"/>
        <pc:sldMkLst>
          <pc:docMk/>
          <pc:sldMk cId="3217588630" sldId="449"/>
        </pc:sldMkLst>
      </pc:sldChg>
      <pc:sldChg chg="add del">
        <pc:chgData name="Lalwani, Sunil" userId="95b0a425-4eed-4b84-a7cf-34664c131309" providerId="ADAL" clId="{CC5F0CBF-77A6-4739-8FF3-8FB7DAFF4AC8}" dt="2025-12-17T09:37:28.042" v="808" actId="2696"/>
        <pc:sldMkLst>
          <pc:docMk/>
          <pc:sldMk cId="4145080090" sldId="450"/>
        </pc:sldMkLst>
      </pc:sldChg>
      <pc:sldChg chg="add ord">
        <pc:chgData name="Lalwani, Sunil" userId="95b0a425-4eed-4b84-a7cf-34664c131309" providerId="ADAL" clId="{CC5F0CBF-77A6-4739-8FF3-8FB7DAFF4AC8}" dt="2025-12-17T09:37:26.474" v="803"/>
        <pc:sldMkLst>
          <pc:docMk/>
          <pc:sldMk cId="3919083263" sldId="451"/>
        </pc:sldMkLst>
      </pc:sldChg>
      <pc:sldChg chg="add">
        <pc:chgData name="Lalwani, Sunil" userId="95b0a425-4eed-4b84-a7cf-34664c131309" providerId="ADAL" clId="{CC5F0CBF-77A6-4739-8FF3-8FB7DAFF4AC8}" dt="2025-12-17T09:37:27.073" v="804"/>
        <pc:sldMkLst>
          <pc:docMk/>
          <pc:sldMk cId="4139270634" sldId="452"/>
        </pc:sldMkLst>
      </pc:sldChg>
      <pc:sldChg chg="add ord">
        <pc:chgData name="Lalwani, Sunil" userId="95b0a425-4eed-4b84-a7cf-34664c131309" providerId="ADAL" clId="{CC5F0CBF-77A6-4739-8FF3-8FB7DAFF4AC8}" dt="2025-12-17T09:37:27.591" v="807"/>
        <pc:sldMkLst>
          <pc:docMk/>
          <pc:sldMk cId="3133097166" sldId="453"/>
        </pc:sldMkLst>
      </pc:sldChg>
      <pc:sldChg chg="add del">
        <pc:chgData name="Lalwani, Sunil" userId="95b0a425-4eed-4b84-a7cf-34664c131309" providerId="ADAL" clId="{CC5F0CBF-77A6-4739-8FF3-8FB7DAFF4AC8}" dt="2025-12-17T09:37:47.709" v="821" actId="2696"/>
        <pc:sldMkLst>
          <pc:docMk/>
          <pc:sldMk cId="203446245" sldId="454"/>
        </pc:sldMkLst>
      </pc:sldChg>
      <pc:sldChg chg="add ord">
        <pc:chgData name="Lalwani, Sunil" userId="95b0a425-4eed-4b84-a7cf-34664c131309" providerId="ADAL" clId="{CC5F0CBF-77A6-4739-8FF3-8FB7DAFF4AC8}" dt="2025-12-17T09:37:46.107" v="816"/>
        <pc:sldMkLst>
          <pc:docMk/>
          <pc:sldMk cId="267215165" sldId="455"/>
        </pc:sldMkLst>
      </pc:sldChg>
      <pc:sldChg chg="add">
        <pc:chgData name="Lalwani, Sunil" userId="95b0a425-4eed-4b84-a7cf-34664c131309" providerId="ADAL" clId="{CC5F0CBF-77A6-4739-8FF3-8FB7DAFF4AC8}" dt="2025-12-17T09:37:46.698" v="817"/>
        <pc:sldMkLst>
          <pc:docMk/>
          <pc:sldMk cId="4257808590" sldId="456"/>
        </pc:sldMkLst>
      </pc:sldChg>
      <pc:sldChg chg="add ord">
        <pc:chgData name="Lalwani, Sunil" userId="95b0a425-4eed-4b84-a7cf-34664c131309" providerId="ADAL" clId="{CC5F0CBF-77A6-4739-8FF3-8FB7DAFF4AC8}" dt="2025-12-17T09:37:47.260" v="820"/>
        <pc:sldMkLst>
          <pc:docMk/>
          <pc:sldMk cId="2437777705" sldId="457"/>
        </pc:sldMkLst>
      </pc:sldChg>
      <pc:sldChg chg="add">
        <pc:chgData name="Lalwani, Sunil" userId="95b0a425-4eed-4b84-a7cf-34664c131309" providerId="ADAL" clId="{CC5F0CBF-77A6-4739-8FF3-8FB7DAFF4AC8}" dt="2025-12-17T09:37:49.152" v="823"/>
        <pc:sldMkLst>
          <pc:docMk/>
          <pc:sldMk cId="4111903414" sldId="4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0804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3016800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13147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828597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828597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828597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828597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131470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131470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3016800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301680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828597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828597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131470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131470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3016800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3016800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828597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828597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131470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131470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30168008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3016800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8285976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8285976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1314704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1314704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30168008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30168008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8285976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8285976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1314704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1314704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30168008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30168008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8285976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8285976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1314704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1314704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30168008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30168008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8285976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8285976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1314704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1314704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30168008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30168008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8285976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8285976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1314704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1314704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30168008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30168008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8285976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8285976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1314704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1314704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30168008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30168008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8285976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8285976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1314704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1314704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30168008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30168008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8285976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8285976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1314704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1314704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30168008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30168008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82859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48582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Inter Bold" pitchFamily="34" charset="-122"/>
                <a:cs typeface="Inter Bold" pitchFamily="34" charset="-120"/>
              </a:rPr>
              <a:t>Sustainable &amp; Green Supply Chains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96835" y="949523"/>
            <a:ext cx="2418398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Environmental Responsibility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96835" y="1275517"/>
            <a:ext cx="819126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supply chains prioritize reducing environmental footprint while promoting circular economy principles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96835" y="1584484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5334" y="1623417"/>
            <a:ext cx="1911429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Carbon Footprint Reduction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5334" y="1913930"/>
            <a:ext cx="365629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Optimizing transportation and energy use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63308" y="1584484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1807" y="1623417"/>
            <a:ext cx="1740337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Circular Economy Design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1807" y="1913930"/>
            <a:ext cx="365629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Designing for reuse, recycling, refurbishment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96835" y="2322195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5334" y="236112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Ethical Sourcing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5334" y="2651641"/>
            <a:ext cx="782276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Blockchain enables complete traceability</a:t>
            </a:r>
            <a:endParaRPr lang="en-US" sz="8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418" y="963692"/>
            <a:ext cx="5368647" cy="5368647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418" y="6459855"/>
            <a:ext cx="5368647" cy="53686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62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1903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92985025-D864-0C51-2199-21771F0DB98B}"/>
              </a:ext>
            </a:extLst>
          </p:cNvPr>
          <p:cNvGrpSpPr/>
          <p:nvPr/>
        </p:nvGrpSpPr>
        <p:grpSpPr>
          <a:xfrm>
            <a:off x="396835" y="311825"/>
            <a:ext cx="13844230" cy="11516677"/>
            <a:chOff x="396835" y="311825"/>
            <a:chExt cx="13844230" cy="11516677"/>
          </a:xfrm>
          <a:solidFill>
            <a:srgbClr val="C07000"/>
          </a:solidFill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E8975B0-113B-F986-63FA-61D1CAEA9A8F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13844230" cy="6020514"/>
            </a:xfrm>
            <a:grpFill/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C5DB12F6-6D47-C2DC-C453-8C57CE16A6C9}"/>
                  </a:ext>
                </a:extLst>
              </p:cNvPr>
              <p:cNvGrpSpPr/>
              <p:nvPr/>
            </p:nvGrpSpPr>
            <p:grpSpPr>
              <a:xfrm>
                <a:off x="396835" y="311825"/>
                <a:ext cx="4572000" cy="1371600"/>
                <a:chOff x="396835" y="311825"/>
                <a:chExt cx="8191262" cy="2521267"/>
              </a:xfrm>
              <a:grpFill/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22E9A442-DF8B-23B6-3F50-B5DC76F07D46}"/>
                    </a:ext>
                  </a:extLst>
                </p:cNvPr>
                <p:cNvGrpSpPr/>
                <p:nvPr/>
              </p:nvGrpSpPr>
              <p:grpSpPr>
                <a:xfrm>
                  <a:off x="396835" y="311825"/>
                  <a:ext cx="4572000" cy="1371600"/>
                  <a:chOff x="396835" y="311825"/>
                  <a:chExt cx="4572000" cy="2226468"/>
                </a:xfrm>
                <a:grpFill/>
              </p:grpSpPr>
              <p:grpSp>
                <p:nvGrpSpPr>
                  <p:cNvPr id="24" name="Group 23">
                    <a:extLst>
                      <a:ext uri="{FF2B5EF4-FFF2-40B4-BE49-F238E27FC236}">
                        <a16:creationId xmlns:a16="http://schemas.microsoft.com/office/drawing/2014/main" id="{EEED27AE-EC34-93B6-31F8-E0EAD06DEBEB}"/>
                      </a:ext>
                    </a:extLst>
                  </p:cNvPr>
                  <p:cNvGrpSpPr/>
                  <p:nvPr/>
                </p:nvGrpSpPr>
                <p:grpSpPr>
                  <a:xfrm>
                    <a:off x="396835" y="311825"/>
                    <a:ext cx="4572000" cy="1371600"/>
                    <a:chOff x="396835" y="311825"/>
                    <a:chExt cx="4572000" cy="2265521"/>
                  </a:xfrm>
                  <a:grpFill/>
                </p:grpSpPr>
                <p:grpSp>
                  <p:nvGrpSpPr>
                    <p:cNvPr id="23" name="Group 22">
                      <a:extLst>
                        <a:ext uri="{FF2B5EF4-FFF2-40B4-BE49-F238E27FC236}">
                          <a16:creationId xmlns:a16="http://schemas.microsoft.com/office/drawing/2014/main" id="{5134F114-CA4A-5E70-8F54-F01513B67BF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6835" y="311825"/>
                      <a:ext cx="4572000" cy="1371600"/>
                      <a:chOff x="396835" y="311825"/>
                      <a:chExt cx="8191262" cy="1783556"/>
                    </a:xfrm>
                    <a:grpFill/>
                  </p:grpSpPr>
                  <p:grpSp>
                    <p:nvGrpSpPr>
                      <p:cNvPr id="22" name="Group 21">
                        <a:extLst>
                          <a:ext uri="{FF2B5EF4-FFF2-40B4-BE49-F238E27FC236}">
                            <a16:creationId xmlns:a16="http://schemas.microsoft.com/office/drawing/2014/main" id="{A2BF5FB7-A2F6-A81E-F657-420A9DD9EA7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96835" y="311825"/>
                        <a:ext cx="4572000" cy="1371600"/>
                        <a:chOff x="396835" y="311825"/>
                        <a:chExt cx="6275309" cy="1488757"/>
                      </a:xfrm>
                      <a:grpFill/>
                    </p:grpSpPr>
                    <p:grpSp>
                      <p:nvGrpSpPr>
                        <p:cNvPr id="21" name="Group 20">
                          <a:extLst>
                            <a:ext uri="{FF2B5EF4-FFF2-40B4-BE49-F238E27FC236}">
                              <a16:creationId xmlns:a16="http://schemas.microsoft.com/office/drawing/2014/main" id="{2595BA81-0480-4530-D8DE-7B8A21203A6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96835" y="311825"/>
                          <a:ext cx="4572000" cy="1371600"/>
                          <a:chOff x="396835" y="311825"/>
                          <a:chExt cx="4572000" cy="1527810"/>
                        </a:xfrm>
                        <a:grpFill/>
                      </p:grpSpPr>
                      <p:grpSp>
                        <p:nvGrpSpPr>
                          <p:cNvPr id="20" name="Group 19">
                            <a:extLst>
                              <a:ext uri="{FF2B5EF4-FFF2-40B4-BE49-F238E27FC236}">
                                <a16:creationId xmlns:a16="http://schemas.microsoft.com/office/drawing/2014/main" id="{9CF62924-E3CF-8E7C-0436-06523D4DF8C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396835" y="311825"/>
                            <a:ext cx="4572000" cy="1371600"/>
                            <a:chOff x="396835" y="311825"/>
                            <a:chExt cx="4572000" cy="1783556"/>
                          </a:xfrm>
                          <a:grpFill/>
                        </p:grpSpPr>
                        <p:grpSp>
                          <p:nvGrpSpPr>
                            <p:cNvPr id="19" name="Group 18">
                              <a:extLst>
                                <a:ext uri="{FF2B5EF4-FFF2-40B4-BE49-F238E27FC236}">
                                  <a16:creationId xmlns:a16="http://schemas.microsoft.com/office/drawing/2014/main" id="{91CA1D7C-A572-FED3-7421-7CE0B3E87FE4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396835" y="311825"/>
                              <a:ext cx="4572000" cy="1371600"/>
                              <a:chOff x="396835" y="311825"/>
                              <a:chExt cx="4572000" cy="1488757"/>
                            </a:xfrm>
                            <a:grpFill/>
                          </p:grpSpPr>
                          <p:grpSp>
                            <p:nvGrpSpPr>
                              <p:cNvPr id="18" name="Group 17">
                                <a:extLst>
                                  <a:ext uri="{FF2B5EF4-FFF2-40B4-BE49-F238E27FC236}">
                                    <a16:creationId xmlns:a16="http://schemas.microsoft.com/office/drawing/2014/main" id="{EC6EE42C-6FDD-037D-C040-6DBA47B92C18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396835" y="311825"/>
                                <a:ext cx="4572000" cy="1371600"/>
                                <a:chOff x="396835" y="311825"/>
                                <a:chExt cx="4572000" cy="1527810"/>
                              </a:xfrm>
                              <a:grpFill/>
                            </p:grpSpPr>
                            <p:grpSp>
                              <p:nvGrpSpPr>
                                <p:cNvPr id="17" name="Group 16">
                                  <a:extLst>
                                    <a:ext uri="{FF2B5EF4-FFF2-40B4-BE49-F238E27FC236}">
                                      <a16:creationId xmlns:a16="http://schemas.microsoft.com/office/drawing/2014/main" id="{7FD71EB0-54A7-A8E0-F239-936C79DE81E0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396835" y="311825"/>
                                  <a:ext cx="4572000" cy="1371600"/>
                                  <a:chOff x="396835" y="311825"/>
                                  <a:chExt cx="8191262" cy="1371600"/>
                                </a:xfrm>
                                <a:grpFill/>
                              </p:grpSpPr>
                              <p:grpSp>
                                <p:nvGrpSpPr>
                                  <p:cNvPr id="16" name="Group 15">
                                    <a:extLst>
                                      <a:ext uri="{FF2B5EF4-FFF2-40B4-BE49-F238E27FC236}">
                                        <a16:creationId xmlns:a16="http://schemas.microsoft.com/office/drawing/2014/main" id="{42FB60EB-6945-F955-B5FE-39964A00B9A5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396835" y="311825"/>
                                    <a:ext cx="4572000" cy="1371600"/>
                                    <a:chOff x="396835" y="311825"/>
                                    <a:chExt cx="4572000" cy="1371600"/>
                                  </a:xfrm>
                                  <a:grpFill/>
                                </p:grpSpPr>
                                <p:sp>
                                  <p:nvSpPr>
                                    <p:cNvPr id="2" name="Text 0"/>
                                    <p:cNvSpPr/>
                                    <p:nvPr/>
                                  </p:nvSpPr>
                                  <p:spPr>
                                    <a:xfrm>
                                      <a:off x="396835" y="311825"/>
                                      <a:ext cx="4572000" cy="1371600"/>
                                    </a:xfrm>
                                    <a:prstGeom prst="rect">
                                      <a:avLst/>
                                    </a:prstGeom>
                                    <a:grpFill/>
                                    <a:ln w="12700">
                                      <a:solidFill>
                                        <a:srgbClr val="000000"/>
                                      </a:solidFill>
                                    </a:ln>
                                  </p:spPr>
                                  <p:txBody>
                                    <a:bodyPr wrap="none" lIns="0" tIns="0" rIns="0" bIns="0" rtlCol="0" anchor="t"/>
                                    <a:lstStyle/>
                                    <a:p>
                                      <a:pPr marL="0" indent="0" algn="l">
                                        <a:lnSpc>
                                          <a:spcPts val="2750"/>
                                        </a:lnSpc>
                                        <a:buNone/>
                                      </a:pPr>
                                      <a:r>
                                        <a:rPr lang="en-US" sz="3200" b="1" dirty="0">
                                          <a:solidFill>
                                            <a:srgbClr val="000000"/>
                                          </a:solidFill>
                                          <a:latin typeface="Calibri" panose="020F0502020204030204" pitchFamily="34" charset="0"/>
                                          <a:ea typeface="Inter Bold" pitchFamily="34" charset="-122"/>
                                          <a:cs typeface="Inter Bold" pitchFamily="34" charset="-120"/>
                                        </a:rPr>
                                        <a:t>Sustainable &amp; Green Supply Chains</a:t>
                                      </a:r>
                                      <a:endParaRPr lang="en-US" sz="2200" dirty="0">
                                        <a:latin typeface="Calibri" panose="020F0502020204030204" pitchFamily="34" charset="0"/>
                                      </a:endParaRPr>
                                    </a:p>
                                  </p:txBody>
                                </p:sp>
                                <p:sp>
                                  <p:nvSpPr>
                                    <p:cNvPr id="3" name="Text 1"/>
                                    <p:cNvSpPr/>
                                    <p:nvPr/>
                                  </p:nvSpPr>
                                  <p:spPr>
                                    <a:xfrm>
                                      <a:off x="396835" y="949523"/>
                                      <a:ext cx="2418398" cy="212646"/>
                                    </a:xfrm>
                                    <a:prstGeom prst="rect">
                                      <a:avLst/>
                                    </a:prstGeom>
                                    <a:grpFill/>
                                    <a:ln w="12700">
                                      <a:solidFill>
                                        <a:srgbClr val="000000"/>
                                      </a:solidFill>
                                    </a:ln>
                                  </p:spPr>
                                  <p:txBody>
                                    <a:bodyPr wrap="none" lIns="0" tIns="0" rIns="0" bIns="0" rtlCol="0" anchor="t"/>
                                    <a:lstStyle/>
                                    <a:p>
                                      <a:pPr marL="0" indent="0" algn="l">
                                        <a:lnSpc>
                                          <a:spcPts val="1650"/>
                                        </a:lnSpc>
                                        <a:buNone/>
                                      </a:pPr>
                                      <a:r>
                                        <a:rPr lang="en-US" sz="1300" b="1" dirty="0">
                                          <a:solidFill>
                                            <a:srgbClr val="000000"/>
                                          </a:solidFill>
                                          <a:latin typeface="Calibri" panose="020F0502020204030204" pitchFamily="34" charset="0"/>
                                          <a:ea typeface="Inter Bold" pitchFamily="34" charset="-122"/>
                                          <a:cs typeface="Inter Bold" pitchFamily="34" charset="-120"/>
                                        </a:rPr>
                                        <a:t>Environmental Responsibility</a:t>
                                      </a:r>
                                      <a:endParaRPr lang="en-US" sz="1300" dirty="0">
                                        <a:latin typeface="Calibri" panose="020F0502020204030204" pitchFamily="34" charset="0"/>
                                      </a:endParaRPr>
                                    </a:p>
                                  </p:txBody>
                                </p:sp>
                              </p:grpSp>
                              <p:sp>
                                <p:nvSpPr>
                                  <p:cNvPr id="4" name="Text 2" descr="Decorative – no critical information"/>
                                  <p:cNvSpPr/>
                                  <p:nvPr/>
                                </p:nvSpPr>
                                <p:spPr>
                                  <a:xfrm>
                                    <a:off x="396835" y="1275517"/>
                                    <a:ext cx="8191262" cy="181451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none" lIns="0" tIns="0" rIns="0" bIns="0" rtlCol="0" anchor="t"/>
                                  <a:lstStyle/>
                                  <a:p>
                                    <a:pPr marL="0" indent="0" algn="l">
                                      <a:lnSpc>
                                        <a:spcPts val="1400"/>
                                      </a:lnSpc>
                                      <a:buNone/>
                                    </a:pPr>
                                    <a:r>
                                      <a:rPr lang="en-US" sz="850" dirty="0">
                                        <a:solidFill>
                                          <a:srgbClr val="272525"/>
                                        </a:solidFill>
                                        <a:latin typeface="Calibri" panose="020F0502020204030204" pitchFamily="34" charset="0"/>
                                        <a:ea typeface="Inter" pitchFamily="34" charset="-122"/>
                                        <a:cs typeface="Inter" pitchFamily="34" charset="-120"/>
                                      </a:rPr>
                                      <a:t>Modern supply chains prioritize reducing environmental footprint while promoting circular economy principles</a:t>
                                    </a:r>
                                    <a:endParaRPr lang="en-US" sz="850" dirty="0">
                                      <a:latin typeface="Calibri" panose="020F0502020204030204" pitchFamily="34" charset="0"/>
                                    </a:endParaRPr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5" name="Shape 3" descr="Decorative – no critical information"/>
                                <p:cNvSpPr/>
                                <p:nvPr/>
                              </p:nvSpPr>
                              <p:spPr>
                                <a:xfrm>
                                  <a:off x="396835" y="1584484"/>
                                  <a:ext cx="255151" cy="255151"/>
                                </a:xfrm>
                                <a:prstGeom prst="roundRect">
                                  <a:avLst>
                                    <a:gd name="adj" fmla="val 18669"/>
                                  </a:avLst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  <a:prstDash val="solid"/>
                                </a:ln>
                              </p:spPr>
                              <p:txBody>
                                <a:bodyPr/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</p:grpSp>
                          <p:sp>
                            <p:nvSpPr>
                              <p:cNvPr id="6" name="Text 4" descr="Decorative – no critical information"/>
                              <p:cNvSpPr/>
                              <p:nvPr/>
                            </p:nvSpPr>
                            <p:spPr>
                              <a:xfrm>
                                <a:off x="765334" y="1623417"/>
                                <a:ext cx="1911429" cy="177165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1350"/>
                                  </a:lnSpc>
                                  <a:buNone/>
                                </a:pPr>
                                <a:r>
                                  <a:rPr lang="en-US" sz="1100" b="1" dirty="0">
                                    <a:solidFill>
                                      <a:srgbClr val="272525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Carbon Footprint Reduction</a:t>
                                </a:r>
                                <a:endParaRPr lang="en-US" sz="110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7" name="Text 5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765334" y="1913930"/>
                              <a:ext cx="3656290" cy="181451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1400"/>
                                </a:lnSpc>
                                <a:buNone/>
                              </a:pPr>
                              <a:r>
                                <a:rPr lang="en-US" sz="850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" pitchFamily="34" charset="-122"/>
                                  <a:cs typeface="Inter" pitchFamily="34" charset="-120"/>
                                </a:rPr>
                                <a:t>Optimizing transportation and energy use</a:t>
                              </a:r>
                              <a:endParaRPr lang="en-US" sz="8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8" name="Shape 6" descr="Decorative – no critical information"/>
                          <p:cNvSpPr/>
                          <p:nvPr/>
                        </p:nvSpPr>
                        <p:spPr>
                          <a:xfrm>
                            <a:off x="4563308" y="1584484"/>
                            <a:ext cx="255151" cy="255151"/>
                          </a:xfrm>
                          <a:prstGeom prst="roundRect">
                            <a:avLst>
                              <a:gd name="adj" fmla="val 18669"/>
                            </a:avLst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  <a:prstDash val="solid"/>
                          </a:ln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9" name="Text 7" descr="Decorative – no critical information"/>
                        <p:cNvSpPr/>
                        <p:nvPr/>
                      </p:nvSpPr>
                      <p:spPr>
                        <a:xfrm>
                          <a:off x="4931807" y="1623417"/>
                          <a:ext cx="1740337" cy="177165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1350"/>
                            </a:lnSpc>
                            <a:buNone/>
                          </a:pPr>
                          <a:r>
                            <a:rPr lang="en-US" sz="1100" b="1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Circular Economy Design</a:t>
                          </a:r>
                          <a:endParaRPr lang="en-US" sz="11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10" name="Text 8" descr="Decorative – no critical information"/>
                      <p:cNvSpPr/>
                      <p:nvPr/>
                    </p:nvSpPr>
                    <p:spPr>
                      <a:xfrm>
                        <a:off x="4931807" y="1913930"/>
                        <a:ext cx="3656290" cy="181451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1400"/>
                          </a:lnSpc>
                          <a:buNone/>
                        </a:pPr>
                        <a:r>
                          <a:rPr lang="en-US" sz="85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Designing for reuse, recycling, refurbishment</a:t>
                        </a:r>
                        <a:endParaRPr lang="en-US" sz="8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11" name="Shape 9" descr="Decorative – no critical information"/>
                    <p:cNvSpPr/>
                    <p:nvPr/>
                  </p:nvSpPr>
                  <p:spPr>
                    <a:xfrm>
                      <a:off x="396835" y="2322195"/>
                      <a:ext cx="255151" cy="255151"/>
                    </a:xfrm>
                    <a:prstGeom prst="roundRect">
                      <a:avLst>
                        <a:gd name="adj" fmla="val 18669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2" name="Text 10" descr="Decorative – no critical information"/>
                  <p:cNvSpPr/>
                  <p:nvPr/>
                </p:nvSpPr>
                <p:spPr>
                  <a:xfrm>
                    <a:off x="765334" y="2361128"/>
                    <a:ext cx="1417558" cy="177165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1350"/>
                      </a:lnSpc>
                      <a:buNone/>
                    </a:pPr>
                    <a:r>
                      <a:rPr lang="en-US" sz="110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Ethical Sourcing</a:t>
                    </a:r>
                    <a:endParaRPr lang="en-US" sz="11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" name="Text 11" descr="Decorative – no critical information"/>
                <p:cNvSpPr/>
                <p:nvPr/>
              </p:nvSpPr>
              <p:spPr>
                <a:xfrm>
                  <a:off x="765334" y="2651641"/>
                  <a:ext cx="7822763" cy="181451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1400"/>
                    </a:lnSpc>
                    <a:buNone/>
                  </a:pPr>
                  <a:r>
                    <a:rPr lang="en-US" sz="8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Blockchain enables complete traceability</a:t>
                  </a:r>
                  <a:endParaRPr lang="en-US" sz="850" dirty="0">
                    <a:latin typeface="Calibri" panose="020F0502020204030204" pitchFamily="34" charset="0"/>
                  </a:endParaRPr>
                </a:p>
              </p:txBody>
            </p:sp>
          </p:grpSp>
          <p:pic>
            <p:nvPicPr>
              <p:cNvPr id="14" name="Image 0" descr="Decorative – no critical information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72418" y="963692"/>
                <a:ext cx="5368647" cy="5368647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</p:grpSp>
        <p:pic>
          <p:nvPicPr>
            <p:cNvPr id="15" name="Image 1" descr="Decorative – no critical information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872418" y="6459855"/>
              <a:ext cx="5368647" cy="5368647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40021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2057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6214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0CF97D5-3865-71C0-5D1B-B0899CCA6C76}"/>
              </a:ext>
            </a:extLst>
          </p:cNvPr>
          <p:cNvGrpSpPr/>
          <p:nvPr/>
        </p:nvGrpSpPr>
        <p:grpSpPr>
          <a:xfrm>
            <a:off x="396835" y="311825"/>
            <a:ext cx="8191262" cy="1371600"/>
            <a:chOff x="396835" y="311825"/>
            <a:chExt cx="8191262" cy="1371600"/>
          </a:xfrm>
          <a:solidFill>
            <a:srgbClr val="C07000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21674A3-71FC-1BBE-831A-353A1ADD5F52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4572000" cy="1371600"/>
            </a:xfrm>
            <a:grpFill/>
          </p:grpSpPr>
          <p:sp>
            <p:nvSpPr>
              <p:cNvPr id="5" name="Text 0">
                <a:extLst>
                  <a:ext uri="{FF2B5EF4-FFF2-40B4-BE49-F238E27FC236}">
                    <a16:creationId xmlns:a16="http://schemas.microsoft.com/office/drawing/2014/main" id="{CBEEDF20-7D7E-F44C-EF60-D0B32D8DA723}"/>
                  </a:ext>
                </a:extLst>
              </p:cNvPr>
              <p:cNvSpPr/>
              <p:nvPr/>
            </p:nvSpPr>
            <p:spPr>
              <a:xfrm>
                <a:off x="396835" y="311825"/>
                <a:ext cx="45720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Sustainable &amp; Green Supply Chains</a:t>
                </a:r>
                <a:endParaRPr lang="en-US" sz="22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6" name="Text 1">
                <a:extLst>
                  <a:ext uri="{FF2B5EF4-FFF2-40B4-BE49-F238E27FC236}">
                    <a16:creationId xmlns:a16="http://schemas.microsoft.com/office/drawing/2014/main" id="{DD327EE4-E08A-BFC2-DEAE-2145D221B031}"/>
                  </a:ext>
                </a:extLst>
              </p:cNvPr>
              <p:cNvSpPr/>
              <p:nvPr/>
            </p:nvSpPr>
            <p:spPr>
              <a:xfrm>
                <a:off x="396835" y="949523"/>
                <a:ext cx="2418398" cy="212646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650"/>
                  </a:lnSpc>
                  <a:buNone/>
                </a:pPr>
                <a:r>
                  <a:rPr lang="en-US" sz="13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Environmental Responsibility</a:t>
                </a:r>
                <a:endParaRPr lang="en-US" sz="13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Text 2" descr="Decorative – no critical information">
              <a:extLst>
                <a:ext uri="{FF2B5EF4-FFF2-40B4-BE49-F238E27FC236}">
                  <a16:creationId xmlns:a16="http://schemas.microsoft.com/office/drawing/2014/main" id="{EC3D71AD-E5D3-8692-1678-EFE708816473}"/>
                </a:ext>
              </a:extLst>
            </p:cNvPr>
            <p:cNvSpPr/>
            <p:nvPr/>
          </p:nvSpPr>
          <p:spPr>
            <a:xfrm>
              <a:off x="396835" y="1275517"/>
              <a:ext cx="8191262" cy="181451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8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Modern supply chains prioritize reducing environmental footprint while promoting circular economy principles</a:t>
              </a:r>
              <a:endParaRPr lang="en-US" sz="8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0B5C7D0-55E6-C30B-60F6-DDE8114F714E}"/>
              </a:ext>
            </a:extLst>
          </p:cNvPr>
          <p:cNvGrpSpPr/>
          <p:nvPr/>
        </p:nvGrpSpPr>
        <p:grpSpPr>
          <a:xfrm>
            <a:off x="396835" y="311825"/>
            <a:ext cx="4572000" cy="1527810"/>
            <a:chOff x="396835" y="311825"/>
            <a:chExt cx="4572000" cy="1527810"/>
          </a:xfrm>
          <a:solidFill>
            <a:srgbClr val="C07000"/>
          </a:solidFill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F68307F-8D7B-1722-0B38-AC4F122E25A2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8191262" cy="1371600"/>
            </a:xfrm>
            <a:grpFill/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E7BEAFF8-FD3A-DB79-D6CF-979FA8C5C9B8}"/>
                  </a:ext>
                </a:extLst>
              </p:cNvPr>
              <p:cNvGrpSpPr/>
              <p:nvPr/>
            </p:nvGrpSpPr>
            <p:grpSpPr>
              <a:xfrm>
                <a:off x="396835" y="311825"/>
                <a:ext cx="4572000" cy="1371600"/>
                <a:chOff x="396835" y="311825"/>
                <a:chExt cx="4572000" cy="1371600"/>
              </a:xfrm>
              <a:grpFill/>
            </p:grpSpPr>
            <p:sp>
              <p:nvSpPr>
                <p:cNvPr id="12" name="Text 0">
                  <a:extLst>
                    <a:ext uri="{FF2B5EF4-FFF2-40B4-BE49-F238E27FC236}">
                      <a16:creationId xmlns:a16="http://schemas.microsoft.com/office/drawing/2014/main" id="{AAC7D769-3414-4363-05AF-EAB40493B606}"/>
                    </a:ext>
                  </a:extLst>
                </p:cNvPr>
                <p:cNvSpPr/>
                <p:nvPr/>
              </p:nvSpPr>
              <p:spPr>
                <a:xfrm>
                  <a:off x="396835" y="311825"/>
                  <a:ext cx="4572000" cy="137160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750"/>
                    </a:lnSpc>
                    <a:buNone/>
                  </a:pPr>
                  <a:r>
                    <a:rPr lang="en-US" sz="32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Sustainable &amp; Green Supply Chains</a:t>
                  </a:r>
                  <a:endParaRPr lang="en-US" sz="22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3" name="Text 1">
                  <a:extLst>
                    <a:ext uri="{FF2B5EF4-FFF2-40B4-BE49-F238E27FC236}">
                      <a16:creationId xmlns:a16="http://schemas.microsoft.com/office/drawing/2014/main" id="{FD15FDB2-91FB-48D3-CF52-E08672C4CF56}"/>
                    </a:ext>
                  </a:extLst>
                </p:cNvPr>
                <p:cNvSpPr/>
                <p:nvPr/>
              </p:nvSpPr>
              <p:spPr>
                <a:xfrm>
                  <a:off x="396835" y="949523"/>
                  <a:ext cx="2418398" cy="212646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1650"/>
                    </a:lnSpc>
                    <a:buNone/>
                  </a:pPr>
                  <a:r>
                    <a:rPr lang="en-US" sz="13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Environmental Responsibility</a:t>
                  </a:r>
                  <a:endParaRPr lang="en-US" sz="13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1" name="Text 2" descr="Decorative – no critical information">
                <a:extLst>
                  <a:ext uri="{FF2B5EF4-FFF2-40B4-BE49-F238E27FC236}">
                    <a16:creationId xmlns:a16="http://schemas.microsoft.com/office/drawing/2014/main" id="{17304D85-704E-5581-1E59-20F134D3E3F8}"/>
                  </a:ext>
                </a:extLst>
              </p:cNvPr>
              <p:cNvSpPr/>
              <p:nvPr/>
            </p:nvSpPr>
            <p:spPr>
              <a:xfrm>
                <a:off x="396835" y="1275517"/>
                <a:ext cx="8191262" cy="181451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400"/>
                  </a:lnSpc>
                  <a:buNone/>
                </a:pPr>
                <a:r>
                  <a:rPr lang="en-US" sz="8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Modern supply chains prioritize reducing environmental footprint while promoting circular economy principles</a:t>
                </a:r>
                <a:endParaRPr lang="en-US" sz="8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9" name="Shape 3" descr="Decorative – no critical information">
              <a:extLst>
                <a:ext uri="{FF2B5EF4-FFF2-40B4-BE49-F238E27FC236}">
                  <a16:creationId xmlns:a16="http://schemas.microsoft.com/office/drawing/2014/main" id="{F2648504-72E7-8E15-B8A5-696A52A2B764}"/>
                </a:ext>
              </a:extLst>
            </p:cNvPr>
            <p:cNvSpPr/>
            <p:nvPr/>
          </p:nvSpPr>
          <p:spPr>
            <a:xfrm>
              <a:off x="396835" y="1584484"/>
              <a:ext cx="255151" cy="255151"/>
            </a:xfrm>
            <a:prstGeom prst="roundRect">
              <a:avLst>
                <a:gd name="adj" fmla="val 18669"/>
              </a:avLst>
            </a:prstGeom>
            <a:grpFill/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B202D42-4D90-2F43-AC4B-B1DB8EE231C4}"/>
              </a:ext>
            </a:extLst>
          </p:cNvPr>
          <p:cNvGrpSpPr/>
          <p:nvPr/>
        </p:nvGrpSpPr>
        <p:grpSpPr>
          <a:xfrm>
            <a:off x="396835" y="311825"/>
            <a:ext cx="4572000" cy="1488757"/>
            <a:chOff x="396835" y="311825"/>
            <a:chExt cx="4572000" cy="1488757"/>
          </a:xfrm>
          <a:solidFill>
            <a:srgbClr val="C07000"/>
          </a:solidFill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4B5C128-7FD9-215B-50FC-226C3B3AA332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4572000" cy="1527810"/>
            </a:xfrm>
            <a:grpFill/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3893AF56-DD22-4310-DED7-EBDB194E3285}"/>
                  </a:ext>
                </a:extLst>
              </p:cNvPr>
              <p:cNvGrpSpPr/>
              <p:nvPr/>
            </p:nvGrpSpPr>
            <p:grpSpPr>
              <a:xfrm>
                <a:off x="396835" y="311825"/>
                <a:ext cx="4572000" cy="1371600"/>
                <a:chOff x="396835" y="311825"/>
                <a:chExt cx="8191262" cy="1371600"/>
              </a:xfrm>
              <a:grpFill/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5240F83D-F5FD-ADF2-A510-C081102D9D2D}"/>
                    </a:ext>
                  </a:extLst>
                </p:cNvPr>
                <p:cNvGrpSpPr/>
                <p:nvPr/>
              </p:nvGrpSpPr>
              <p:grpSpPr>
                <a:xfrm>
                  <a:off x="396835" y="311825"/>
                  <a:ext cx="4572000" cy="1371600"/>
                  <a:chOff x="396835" y="311825"/>
                  <a:chExt cx="4572000" cy="1371600"/>
                </a:xfrm>
                <a:grpFill/>
              </p:grpSpPr>
              <p:sp>
                <p:nvSpPr>
                  <p:cNvPr id="21" name="Text 0">
                    <a:extLst>
                      <a:ext uri="{FF2B5EF4-FFF2-40B4-BE49-F238E27FC236}">
                        <a16:creationId xmlns:a16="http://schemas.microsoft.com/office/drawing/2014/main" id="{16F96A03-C6B3-035B-FAF5-0F3C58835128}"/>
                      </a:ext>
                    </a:extLst>
                  </p:cNvPr>
                  <p:cNvSpPr/>
                  <p:nvPr/>
                </p:nvSpPr>
                <p:spPr>
                  <a:xfrm>
                    <a:off x="396835" y="311825"/>
                    <a:ext cx="4572000" cy="137160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750"/>
                      </a:lnSpc>
                      <a:buNone/>
                    </a:pPr>
                    <a:r>
                      <a:rPr lang="en-US" sz="32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Sustainable &amp; Green Supply Chains</a:t>
                    </a:r>
                    <a:endParaRPr lang="en-US" sz="2200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22" name="Text 1">
                    <a:extLst>
                      <a:ext uri="{FF2B5EF4-FFF2-40B4-BE49-F238E27FC236}">
                        <a16:creationId xmlns:a16="http://schemas.microsoft.com/office/drawing/2014/main" id="{1E06EF4D-3134-B5A0-FBF8-11891DC04DCA}"/>
                      </a:ext>
                    </a:extLst>
                  </p:cNvPr>
                  <p:cNvSpPr/>
                  <p:nvPr/>
                </p:nvSpPr>
                <p:spPr>
                  <a:xfrm>
                    <a:off x="396835" y="949523"/>
                    <a:ext cx="2418398" cy="212646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1650"/>
                      </a:lnSpc>
                      <a:buNone/>
                    </a:pPr>
                    <a:r>
                      <a:rPr lang="en-US" sz="13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Environmental Responsibility</a:t>
                    </a:r>
                    <a:endParaRPr lang="en-US" sz="13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20" name="Text 2" descr="Decorative – no critical information">
                  <a:extLst>
                    <a:ext uri="{FF2B5EF4-FFF2-40B4-BE49-F238E27FC236}">
                      <a16:creationId xmlns:a16="http://schemas.microsoft.com/office/drawing/2014/main" id="{5ACAD226-A42E-1666-AE48-A3EA3D91530B}"/>
                    </a:ext>
                  </a:extLst>
                </p:cNvPr>
                <p:cNvSpPr/>
                <p:nvPr/>
              </p:nvSpPr>
              <p:spPr>
                <a:xfrm>
                  <a:off x="396835" y="1275517"/>
                  <a:ext cx="8191262" cy="181451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1400"/>
                    </a:lnSpc>
                    <a:buNone/>
                  </a:pPr>
                  <a:r>
                    <a:rPr lang="en-US" sz="8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Modern supply chains prioritize reducing environmental footprint while promoting circular economy principles</a:t>
                  </a:r>
                  <a:endParaRPr lang="en-US" sz="8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8" name="Shape 3" descr="Decorative – no critical information">
                <a:extLst>
                  <a:ext uri="{FF2B5EF4-FFF2-40B4-BE49-F238E27FC236}">
                    <a16:creationId xmlns:a16="http://schemas.microsoft.com/office/drawing/2014/main" id="{D781F06B-AAFC-4F40-8CAF-B7DEB50A1B56}"/>
                  </a:ext>
                </a:extLst>
              </p:cNvPr>
              <p:cNvSpPr/>
              <p:nvPr/>
            </p:nvSpPr>
            <p:spPr>
              <a:xfrm>
                <a:off x="396835" y="1584484"/>
                <a:ext cx="255151" cy="255151"/>
              </a:xfrm>
              <a:prstGeom prst="roundRect">
                <a:avLst>
                  <a:gd name="adj" fmla="val 18669"/>
                </a:avLst>
              </a:prstGeom>
              <a:grpFill/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6" name="Text 4" descr="Decorative – no critical information">
              <a:extLst>
                <a:ext uri="{FF2B5EF4-FFF2-40B4-BE49-F238E27FC236}">
                  <a16:creationId xmlns:a16="http://schemas.microsoft.com/office/drawing/2014/main" id="{3DC2E977-C796-AB41-000D-173925FCDBA4}"/>
                </a:ext>
              </a:extLst>
            </p:cNvPr>
            <p:cNvSpPr/>
            <p:nvPr/>
          </p:nvSpPr>
          <p:spPr>
            <a:xfrm>
              <a:off x="765334" y="1623417"/>
              <a:ext cx="1911429" cy="17716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sz="11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Carbon Footprint Reduction</a:t>
              </a:r>
              <a:endParaRPr lang="en-US" sz="11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54F16CF-76B6-BC4D-A114-E95BFD3A33C9}"/>
              </a:ext>
            </a:extLst>
          </p:cNvPr>
          <p:cNvGrpSpPr/>
          <p:nvPr/>
        </p:nvGrpSpPr>
        <p:grpSpPr>
          <a:xfrm>
            <a:off x="396835" y="311825"/>
            <a:ext cx="4572000" cy="1783556"/>
            <a:chOff x="396835" y="311825"/>
            <a:chExt cx="4572000" cy="1783556"/>
          </a:xfrm>
          <a:solidFill>
            <a:srgbClr val="C07000"/>
          </a:solid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0B635D6-8EA1-7CDC-ADBD-8BB6DA9D231A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4572000" cy="1488757"/>
            </a:xfrm>
            <a:grpFill/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EB9F043F-19D2-22EF-0C09-298EA1352578}"/>
                  </a:ext>
                </a:extLst>
              </p:cNvPr>
              <p:cNvGrpSpPr/>
              <p:nvPr/>
            </p:nvGrpSpPr>
            <p:grpSpPr>
              <a:xfrm>
                <a:off x="396835" y="311825"/>
                <a:ext cx="4572000" cy="1371600"/>
                <a:chOff x="396835" y="311825"/>
                <a:chExt cx="4572000" cy="1527810"/>
              </a:xfrm>
              <a:grpFill/>
            </p:grpSpPr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2EEAD13E-24CE-E4C7-18E5-8D9E0872EB21}"/>
                    </a:ext>
                  </a:extLst>
                </p:cNvPr>
                <p:cNvGrpSpPr/>
                <p:nvPr/>
              </p:nvGrpSpPr>
              <p:grpSpPr>
                <a:xfrm>
                  <a:off x="396835" y="311825"/>
                  <a:ext cx="4572000" cy="1371600"/>
                  <a:chOff x="396835" y="311825"/>
                  <a:chExt cx="8191262" cy="1371600"/>
                </a:xfrm>
                <a:grpFill/>
              </p:grpSpPr>
              <p:grpSp>
                <p:nvGrpSpPr>
                  <p:cNvPr id="30" name="Group 29">
                    <a:extLst>
                      <a:ext uri="{FF2B5EF4-FFF2-40B4-BE49-F238E27FC236}">
                        <a16:creationId xmlns:a16="http://schemas.microsoft.com/office/drawing/2014/main" id="{121B30AD-8BD9-ABD7-7E40-FDA07260B624}"/>
                      </a:ext>
                    </a:extLst>
                  </p:cNvPr>
                  <p:cNvGrpSpPr/>
                  <p:nvPr/>
                </p:nvGrpSpPr>
                <p:grpSpPr>
                  <a:xfrm>
                    <a:off x="396835" y="311825"/>
                    <a:ext cx="4572000" cy="1371600"/>
                    <a:chOff x="396835" y="311825"/>
                    <a:chExt cx="4572000" cy="1371600"/>
                  </a:xfrm>
                  <a:grpFill/>
                </p:grpSpPr>
                <p:sp>
                  <p:nvSpPr>
                    <p:cNvPr id="32" name="Text 0">
                      <a:extLst>
                        <a:ext uri="{FF2B5EF4-FFF2-40B4-BE49-F238E27FC236}">
                          <a16:creationId xmlns:a16="http://schemas.microsoft.com/office/drawing/2014/main" id="{62880D8C-966E-8FB1-76EC-3671EFB04F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6835" y="311825"/>
                      <a:ext cx="4572000" cy="137160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750"/>
                        </a:lnSpc>
                        <a:buNone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Sustainable &amp; Green Supply Chains</a:t>
                      </a:r>
                      <a:endParaRPr lang="en-US" sz="2200" dirty="0">
                        <a:latin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33" name="Text 1">
                      <a:extLst>
                        <a:ext uri="{FF2B5EF4-FFF2-40B4-BE49-F238E27FC236}">
                          <a16:creationId xmlns:a16="http://schemas.microsoft.com/office/drawing/2014/main" id="{9F4C0357-F37F-552D-93E1-BEEC167825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6835" y="949523"/>
                      <a:ext cx="2418398" cy="212646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165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Environmental Responsibility</a:t>
                      </a:r>
                      <a:endParaRPr lang="en-US" sz="13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31" name="Text 2" descr="Decorative – no critical information">
                    <a:extLst>
                      <a:ext uri="{FF2B5EF4-FFF2-40B4-BE49-F238E27FC236}">
                        <a16:creationId xmlns:a16="http://schemas.microsoft.com/office/drawing/2014/main" id="{0428D186-8F3A-EA31-5205-E9A6322303BB}"/>
                      </a:ext>
                    </a:extLst>
                  </p:cNvPr>
                  <p:cNvSpPr/>
                  <p:nvPr/>
                </p:nvSpPr>
                <p:spPr>
                  <a:xfrm>
                    <a:off x="396835" y="1275517"/>
                    <a:ext cx="8191262" cy="181451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1400"/>
                      </a:lnSpc>
                      <a:buNone/>
                    </a:pPr>
                    <a:r>
                      <a:rPr lang="en-US" sz="8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Modern supply chains prioritize reducing environmental footprint while promoting circular economy principles</a:t>
                    </a:r>
                    <a:endParaRPr lang="en-US" sz="8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29" name="Shape 3" descr="Decorative – no critical information">
                  <a:extLst>
                    <a:ext uri="{FF2B5EF4-FFF2-40B4-BE49-F238E27FC236}">
                      <a16:creationId xmlns:a16="http://schemas.microsoft.com/office/drawing/2014/main" id="{28934D0F-355F-B05F-EA83-A5AA3E40BE81}"/>
                    </a:ext>
                  </a:extLst>
                </p:cNvPr>
                <p:cNvSpPr/>
                <p:nvPr/>
              </p:nvSpPr>
              <p:spPr>
                <a:xfrm>
                  <a:off x="396835" y="1584484"/>
                  <a:ext cx="255151" cy="255151"/>
                </a:xfrm>
                <a:prstGeom prst="roundRect">
                  <a:avLst>
                    <a:gd name="adj" fmla="val 18669"/>
                  </a:avLst>
                </a:prstGeom>
                <a:grpFill/>
                <a:ln w="12700">
                  <a:solidFill>
                    <a:srgbClr val="00000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7" name="Text 4" descr="Decorative – no critical information">
                <a:extLst>
                  <a:ext uri="{FF2B5EF4-FFF2-40B4-BE49-F238E27FC236}">
                    <a16:creationId xmlns:a16="http://schemas.microsoft.com/office/drawing/2014/main" id="{832E5FD8-88FC-06C2-7E23-C05D35EE8B79}"/>
                  </a:ext>
                </a:extLst>
              </p:cNvPr>
              <p:cNvSpPr/>
              <p:nvPr/>
            </p:nvSpPr>
            <p:spPr>
              <a:xfrm>
                <a:off x="765334" y="1623417"/>
                <a:ext cx="1911429" cy="17716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350"/>
                  </a:lnSpc>
                  <a:buNone/>
                </a:pPr>
                <a:r>
                  <a:rPr lang="en-US" sz="11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Carbon Footprint Reduction</a:t>
                </a:r>
                <a:endParaRPr lang="en-US" sz="11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5" name="Text 5" descr="Decorative – no critical information">
              <a:extLst>
                <a:ext uri="{FF2B5EF4-FFF2-40B4-BE49-F238E27FC236}">
                  <a16:creationId xmlns:a16="http://schemas.microsoft.com/office/drawing/2014/main" id="{79B6A7B2-ED50-A7FC-94B0-90EE994B3E17}"/>
                </a:ext>
              </a:extLst>
            </p:cNvPr>
            <p:cNvSpPr/>
            <p:nvPr/>
          </p:nvSpPr>
          <p:spPr>
            <a:xfrm>
              <a:off x="765334" y="1913930"/>
              <a:ext cx="3656290" cy="181451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8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Optimizing transportation and energy use</a:t>
              </a:r>
              <a:endParaRPr lang="en-US" sz="8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058086E-9D5A-0D4B-C148-1889F822D680}"/>
              </a:ext>
            </a:extLst>
          </p:cNvPr>
          <p:cNvGrpSpPr/>
          <p:nvPr/>
        </p:nvGrpSpPr>
        <p:grpSpPr>
          <a:xfrm>
            <a:off x="549235" y="464225"/>
            <a:ext cx="4572000" cy="1527810"/>
            <a:chOff x="396835" y="311825"/>
            <a:chExt cx="4572000" cy="1527810"/>
          </a:xfrm>
          <a:solidFill>
            <a:srgbClr val="C07000"/>
          </a:solidFill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C564F42-5B34-F30B-CA2E-F367524CA496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4572000" cy="1783556"/>
            </a:xfrm>
            <a:grpFill/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5B0DBB00-A382-F918-C51F-C3711F514F55}"/>
                  </a:ext>
                </a:extLst>
              </p:cNvPr>
              <p:cNvGrpSpPr/>
              <p:nvPr/>
            </p:nvGrpSpPr>
            <p:grpSpPr>
              <a:xfrm>
                <a:off x="396835" y="311825"/>
                <a:ext cx="4572000" cy="1371600"/>
                <a:chOff x="396835" y="311825"/>
                <a:chExt cx="4572000" cy="1488757"/>
              </a:xfrm>
              <a:grpFill/>
            </p:grpSpPr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BCAA17A4-D94D-EDA6-82A1-5D9CB07D78C5}"/>
                    </a:ext>
                  </a:extLst>
                </p:cNvPr>
                <p:cNvGrpSpPr/>
                <p:nvPr/>
              </p:nvGrpSpPr>
              <p:grpSpPr>
                <a:xfrm>
                  <a:off x="396835" y="311825"/>
                  <a:ext cx="4572000" cy="1371600"/>
                  <a:chOff x="396835" y="311825"/>
                  <a:chExt cx="4572000" cy="1527810"/>
                </a:xfrm>
                <a:grpFill/>
              </p:grpSpPr>
              <p:grpSp>
                <p:nvGrpSpPr>
                  <p:cNvPr id="41" name="Group 40">
                    <a:extLst>
                      <a:ext uri="{FF2B5EF4-FFF2-40B4-BE49-F238E27FC236}">
                        <a16:creationId xmlns:a16="http://schemas.microsoft.com/office/drawing/2014/main" id="{8E5BE0C7-94AB-476A-7AB1-270B1D4217A2}"/>
                      </a:ext>
                    </a:extLst>
                  </p:cNvPr>
                  <p:cNvGrpSpPr/>
                  <p:nvPr/>
                </p:nvGrpSpPr>
                <p:grpSpPr>
                  <a:xfrm>
                    <a:off x="396835" y="311825"/>
                    <a:ext cx="4572000" cy="1371600"/>
                    <a:chOff x="396835" y="311825"/>
                    <a:chExt cx="8191262" cy="1371600"/>
                  </a:xfrm>
                  <a:grpFill/>
                </p:grpSpPr>
                <p:grpSp>
                  <p:nvGrpSpPr>
                    <p:cNvPr id="43" name="Group 42">
                      <a:extLst>
                        <a:ext uri="{FF2B5EF4-FFF2-40B4-BE49-F238E27FC236}">
                          <a16:creationId xmlns:a16="http://schemas.microsoft.com/office/drawing/2014/main" id="{6C92BEE8-5CA6-3D32-8316-439A3716064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6835" y="311825"/>
                      <a:ext cx="4572000" cy="1371600"/>
                      <a:chOff x="396835" y="311825"/>
                      <a:chExt cx="4572000" cy="1371600"/>
                    </a:xfrm>
                    <a:grpFill/>
                  </p:grpSpPr>
                  <p:sp>
                    <p:nvSpPr>
                      <p:cNvPr id="45" name="Text 0">
                        <a:extLst>
                          <a:ext uri="{FF2B5EF4-FFF2-40B4-BE49-F238E27FC236}">
                            <a16:creationId xmlns:a16="http://schemas.microsoft.com/office/drawing/2014/main" id="{AF7F59A7-B399-302B-2904-CBBBF971C7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6835" y="311825"/>
                        <a:ext cx="4572000" cy="13716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2750"/>
                          </a:lnSpc>
                          <a:buNone/>
                        </a:pPr>
                        <a:r>
                          <a:rPr lang="en-US" sz="3200" b="1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Sustainable &amp; Green Supply Chains</a:t>
                        </a:r>
                        <a:endParaRPr lang="en-US" sz="2200" dirty="0">
                          <a:latin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46" name="Text 1">
                        <a:extLst>
                          <a:ext uri="{FF2B5EF4-FFF2-40B4-BE49-F238E27FC236}">
                            <a16:creationId xmlns:a16="http://schemas.microsoft.com/office/drawing/2014/main" id="{7FF818BC-8A4E-A2B1-9B4E-211E1F9FD8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6835" y="949523"/>
                        <a:ext cx="2418398" cy="212646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1650"/>
                          </a:lnSpc>
                          <a:buNone/>
                        </a:pPr>
                        <a:r>
                          <a:rPr lang="en-US" sz="1300" b="1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Environmental Responsibility</a:t>
                        </a:r>
                        <a:endParaRPr lang="en-US" sz="13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44" name="Text 2" descr="Decorative – no critical information">
                      <a:extLst>
                        <a:ext uri="{FF2B5EF4-FFF2-40B4-BE49-F238E27FC236}">
                          <a16:creationId xmlns:a16="http://schemas.microsoft.com/office/drawing/2014/main" id="{3453EA48-3681-CF20-2A59-4D9D057E81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6835" y="1275517"/>
                      <a:ext cx="8191262" cy="181451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1400"/>
                        </a:lnSpc>
                        <a:buNone/>
                      </a:pPr>
                      <a:r>
                        <a:rPr lang="en-US" sz="8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Modern supply chains prioritize reducing environmental footprint while promoting circular economy principles</a:t>
                      </a:r>
                      <a:endParaRPr lang="en-US" sz="8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42" name="Shape 3" descr="Decorative – no critical information">
                    <a:extLst>
                      <a:ext uri="{FF2B5EF4-FFF2-40B4-BE49-F238E27FC236}">
                        <a16:creationId xmlns:a16="http://schemas.microsoft.com/office/drawing/2014/main" id="{BEF67273-43F5-2B74-23F2-3983283BEBB3}"/>
                      </a:ext>
                    </a:extLst>
                  </p:cNvPr>
                  <p:cNvSpPr/>
                  <p:nvPr/>
                </p:nvSpPr>
                <p:spPr>
                  <a:xfrm>
                    <a:off x="396835" y="1584484"/>
                    <a:ext cx="255151" cy="255151"/>
                  </a:xfrm>
                  <a:prstGeom prst="roundRect">
                    <a:avLst>
                      <a:gd name="adj" fmla="val 18669"/>
                    </a:avLst>
                  </a:prstGeom>
                  <a:grpFill/>
                  <a:ln w="12700">
                    <a:solidFill>
                      <a:srgbClr val="00000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0" name="Text 4" descr="Decorative – no critical information">
                  <a:extLst>
                    <a:ext uri="{FF2B5EF4-FFF2-40B4-BE49-F238E27FC236}">
                      <a16:creationId xmlns:a16="http://schemas.microsoft.com/office/drawing/2014/main" id="{390AFBF6-3D97-7EBC-DEE2-6C70EFDC473F}"/>
                    </a:ext>
                  </a:extLst>
                </p:cNvPr>
                <p:cNvSpPr/>
                <p:nvPr/>
              </p:nvSpPr>
              <p:spPr>
                <a:xfrm>
                  <a:off x="765334" y="1623417"/>
                  <a:ext cx="1911429" cy="17716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1350"/>
                    </a:lnSpc>
                    <a:buNone/>
                  </a:pPr>
                  <a:r>
                    <a:rPr lang="en-US" sz="11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Carbon Footprint Reduction</a:t>
                  </a:r>
                  <a:endParaRPr lang="en-US" sz="11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38" name="Text 5" descr="Decorative – no critical information">
                <a:extLst>
                  <a:ext uri="{FF2B5EF4-FFF2-40B4-BE49-F238E27FC236}">
                    <a16:creationId xmlns:a16="http://schemas.microsoft.com/office/drawing/2014/main" id="{DDBE583C-E597-D57C-80A0-BC6036BDCC38}"/>
                  </a:ext>
                </a:extLst>
              </p:cNvPr>
              <p:cNvSpPr/>
              <p:nvPr/>
            </p:nvSpPr>
            <p:spPr>
              <a:xfrm>
                <a:off x="765334" y="1913930"/>
                <a:ext cx="3656290" cy="181451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400"/>
                  </a:lnSpc>
                  <a:buNone/>
                </a:pPr>
                <a:r>
                  <a:rPr lang="en-US" sz="8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Optimizing transportation and energy use</a:t>
                </a:r>
                <a:endParaRPr lang="en-US" sz="8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36" name="Shape 6" descr="Decorative – no critical information">
              <a:extLst>
                <a:ext uri="{FF2B5EF4-FFF2-40B4-BE49-F238E27FC236}">
                  <a16:creationId xmlns:a16="http://schemas.microsoft.com/office/drawing/2014/main" id="{7992A642-AE0F-45E1-B3C2-8A9D857B9FF6}"/>
                </a:ext>
              </a:extLst>
            </p:cNvPr>
            <p:cNvSpPr/>
            <p:nvPr/>
          </p:nvSpPr>
          <p:spPr>
            <a:xfrm>
              <a:off x="4563308" y="1584484"/>
              <a:ext cx="255151" cy="255151"/>
            </a:xfrm>
            <a:prstGeom prst="roundRect">
              <a:avLst>
                <a:gd name="adj" fmla="val 18669"/>
              </a:avLst>
            </a:prstGeom>
            <a:grpFill/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A5E0CEA-2EAC-34D4-6291-FA810DD141A2}"/>
              </a:ext>
            </a:extLst>
          </p:cNvPr>
          <p:cNvGrpSpPr/>
          <p:nvPr/>
        </p:nvGrpSpPr>
        <p:grpSpPr>
          <a:xfrm>
            <a:off x="396835" y="311825"/>
            <a:ext cx="6275309" cy="1488757"/>
            <a:chOff x="396835" y="311825"/>
            <a:chExt cx="6275309" cy="1488757"/>
          </a:xfrm>
          <a:solidFill>
            <a:srgbClr val="C07000"/>
          </a:solidFill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9C1550E7-6B9A-A892-93A7-44A117CD1D65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4572000" cy="1527810"/>
            </a:xfrm>
            <a:grpFill/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507B54BB-3E66-C6F8-A90C-4741C902050F}"/>
                  </a:ext>
                </a:extLst>
              </p:cNvPr>
              <p:cNvGrpSpPr/>
              <p:nvPr/>
            </p:nvGrpSpPr>
            <p:grpSpPr>
              <a:xfrm>
                <a:off x="396835" y="311825"/>
                <a:ext cx="4572000" cy="1371600"/>
                <a:chOff x="396835" y="311825"/>
                <a:chExt cx="4572000" cy="1783556"/>
              </a:xfrm>
              <a:grpFill/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00241570-6240-3078-56E2-80D8DAE74EF4}"/>
                    </a:ext>
                  </a:extLst>
                </p:cNvPr>
                <p:cNvGrpSpPr/>
                <p:nvPr/>
              </p:nvGrpSpPr>
              <p:grpSpPr>
                <a:xfrm>
                  <a:off x="396835" y="311825"/>
                  <a:ext cx="4572000" cy="1371600"/>
                  <a:chOff x="396835" y="311825"/>
                  <a:chExt cx="4572000" cy="1488757"/>
                </a:xfrm>
                <a:grpFill/>
              </p:grpSpPr>
              <p:grpSp>
                <p:nvGrpSpPr>
                  <p:cNvPr id="54" name="Group 53">
                    <a:extLst>
                      <a:ext uri="{FF2B5EF4-FFF2-40B4-BE49-F238E27FC236}">
                        <a16:creationId xmlns:a16="http://schemas.microsoft.com/office/drawing/2014/main" id="{33877BCE-E4ED-CEEA-4149-6942515D7A19}"/>
                      </a:ext>
                    </a:extLst>
                  </p:cNvPr>
                  <p:cNvGrpSpPr/>
                  <p:nvPr/>
                </p:nvGrpSpPr>
                <p:grpSpPr>
                  <a:xfrm>
                    <a:off x="396835" y="311825"/>
                    <a:ext cx="4572000" cy="1371600"/>
                    <a:chOff x="396835" y="311825"/>
                    <a:chExt cx="4572000" cy="1527810"/>
                  </a:xfrm>
                  <a:grpFill/>
                </p:grpSpPr>
                <p:grpSp>
                  <p:nvGrpSpPr>
                    <p:cNvPr id="56" name="Group 55">
                      <a:extLst>
                        <a:ext uri="{FF2B5EF4-FFF2-40B4-BE49-F238E27FC236}">
                          <a16:creationId xmlns:a16="http://schemas.microsoft.com/office/drawing/2014/main" id="{C6609CFD-609F-3151-83AF-EF40CF3CAB4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6835" y="311825"/>
                      <a:ext cx="4572000" cy="1371600"/>
                      <a:chOff x="396835" y="311825"/>
                      <a:chExt cx="8191262" cy="1371600"/>
                    </a:xfrm>
                    <a:grpFill/>
                  </p:grpSpPr>
                  <p:grpSp>
                    <p:nvGrpSpPr>
                      <p:cNvPr id="58" name="Group 57">
                        <a:extLst>
                          <a:ext uri="{FF2B5EF4-FFF2-40B4-BE49-F238E27FC236}">
                            <a16:creationId xmlns:a16="http://schemas.microsoft.com/office/drawing/2014/main" id="{38BB901E-FC01-33DD-9A12-060C96B162F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96835" y="311825"/>
                        <a:ext cx="4572000" cy="1371600"/>
                        <a:chOff x="396835" y="311825"/>
                        <a:chExt cx="4572000" cy="1371600"/>
                      </a:xfrm>
                      <a:grpFill/>
                    </p:grpSpPr>
                    <p:sp>
                      <p:nvSpPr>
                        <p:cNvPr id="60" name="Text 0">
                          <a:extLst>
                            <a:ext uri="{FF2B5EF4-FFF2-40B4-BE49-F238E27FC236}">
                              <a16:creationId xmlns:a16="http://schemas.microsoft.com/office/drawing/2014/main" id="{0AE8225E-51BE-4549-7F27-330BB9BA948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96835" y="311825"/>
                          <a:ext cx="4572000" cy="137160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2750"/>
                            </a:lnSpc>
                            <a:buNone/>
                          </a:pPr>
                          <a:r>
                            <a:rPr lang="en-US" sz="3200" b="1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Sustainable &amp; Green Supply Chains</a:t>
                          </a:r>
                          <a:endParaRPr lang="en-US" sz="22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  <p:sp>
                      <p:nvSpPr>
                        <p:cNvPr id="61" name="Text 1">
                          <a:extLst>
                            <a:ext uri="{FF2B5EF4-FFF2-40B4-BE49-F238E27FC236}">
                              <a16:creationId xmlns:a16="http://schemas.microsoft.com/office/drawing/2014/main" id="{23ED1CF7-5CC5-1EFC-42C1-4D3BC41B0E5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96835" y="949523"/>
                          <a:ext cx="2418398" cy="212646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1650"/>
                            </a:lnSpc>
                            <a:buNone/>
                          </a:pPr>
                          <a:r>
                            <a:rPr lang="en-US" sz="1300" b="1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Environmental Responsibility</a:t>
                          </a:r>
                          <a:endParaRPr lang="en-US" sz="13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59" name="Text 2" descr="Decorative – no critical information">
                        <a:extLst>
                          <a:ext uri="{FF2B5EF4-FFF2-40B4-BE49-F238E27FC236}">
                            <a16:creationId xmlns:a16="http://schemas.microsoft.com/office/drawing/2014/main" id="{E3F7EB37-3527-BB4A-208F-9D40E7E28D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6835" y="1275517"/>
                        <a:ext cx="8191262" cy="181451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1400"/>
                          </a:lnSpc>
                          <a:buNone/>
                        </a:pPr>
                        <a:r>
                          <a:rPr lang="en-US" sz="85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Modern supply chains prioritize reducing environmental footprint while promoting circular economy principles</a:t>
                        </a:r>
                        <a:endParaRPr lang="en-US" sz="8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57" name="Shape 3" descr="Decorative – no critical information">
                      <a:extLst>
                        <a:ext uri="{FF2B5EF4-FFF2-40B4-BE49-F238E27FC236}">
                          <a16:creationId xmlns:a16="http://schemas.microsoft.com/office/drawing/2014/main" id="{4394E7A3-C4CE-C3DB-830B-D5A6B8C0E2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6835" y="1584484"/>
                      <a:ext cx="255151" cy="255151"/>
                    </a:xfrm>
                    <a:prstGeom prst="roundRect">
                      <a:avLst>
                        <a:gd name="adj" fmla="val 18669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55" name="Text 4" descr="Decorative – no critical information">
                    <a:extLst>
                      <a:ext uri="{FF2B5EF4-FFF2-40B4-BE49-F238E27FC236}">
                        <a16:creationId xmlns:a16="http://schemas.microsoft.com/office/drawing/2014/main" id="{26189BF9-C848-6AB4-8E75-CF9E020A19C5}"/>
                      </a:ext>
                    </a:extLst>
                  </p:cNvPr>
                  <p:cNvSpPr/>
                  <p:nvPr/>
                </p:nvSpPr>
                <p:spPr>
                  <a:xfrm>
                    <a:off x="765334" y="1623417"/>
                    <a:ext cx="1911429" cy="177165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1350"/>
                      </a:lnSpc>
                      <a:buNone/>
                    </a:pPr>
                    <a:r>
                      <a:rPr lang="en-US" sz="110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Carbon Footprint Reduction</a:t>
                    </a:r>
                    <a:endParaRPr lang="en-US" sz="11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53" name="Text 5" descr="Decorative – no critical information">
                  <a:extLst>
                    <a:ext uri="{FF2B5EF4-FFF2-40B4-BE49-F238E27FC236}">
                      <a16:creationId xmlns:a16="http://schemas.microsoft.com/office/drawing/2014/main" id="{2036D271-30C0-538D-1AFF-D372770A0191}"/>
                    </a:ext>
                  </a:extLst>
                </p:cNvPr>
                <p:cNvSpPr/>
                <p:nvPr/>
              </p:nvSpPr>
              <p:spPr>
                <a:xfrm>
                  <a:off x="765334" y="1913930"/>
                  <a:ext cx="3656290" cy="181451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1400"/>
                    </a:lnSpc>
                    <a:buNone/>
                  </a:pPr>
                  <a:r>
                    <a:rPr lang="en-US" sz="8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Optimizing transportation and energy use</a:t>
                  </a:r>
                  <a:endParaRPr lang="en-US" sz="8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51" name="Shape 6" descr="Decorative – no critical information">
                <a:extLst>
                  <a:ext uri="{FF2B5EF4-FFF2-40B4-BE49-F238E27FC236}">
                    <a16:creationId xmlns:a16="http://schemas.microsoft.com/office/drawing/2014/main" id="{BA8A601E-3227-47FD-E2DA-41D3F72429B6}"/>
                  </a:ext>
                </a:extLst>
              </p:cNvPr>
              <p:cNvSpPr/>
              <p:nvPr/>
            </p:nvSpPr>
            <p:spPr>
              <a:xfrm>
                <a:off x="4563308" y="1584484"/>
                <a:ext cx="255151" cy="255151"/>
              </a:xfrm>
              <a:prstGeom prst="roundRect">
                <a:avLst>
                  <a:gd name="adj" fmla="val 18669"/>
                </a:avLst>
              </a:prstGeom>
              <a:grpFill/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9" name="Text 7" descr="Decorative – no critical information">
              <a:extLst>
                <a:ext uri="{FF2B5EF4-FFF2-40B4-BE49-F238E27FC236}">
                  <a16:creationId xmlns:a16="http://schemas.microsoft.com/office/drawing/2014/main" id="{5BD973C3-12AE-780D-32A2-5872B87442C6}"/>
                </a:ext>
              </a:extLst>
            </p:cNvPr>
            <p:cNvSpPr/>
            <p:nvPr/>
          </p:nvSpPr>
          <p:spPr>
            <a:xfrm>
              <a:off x="4931807" y="1623417"/>
              <a:ext cx="1740337" cy="17716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sz="11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Circular Economy Design</a:t>
              </a:r>
              <a:endParaRPr lang="en-US" sz="11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C754F17-55D5-068A-342C-A35612859E97}"/>
              </a:ext>
            </a:extLst>
          </p:cNvPr>
          <p:cNvGrpSpPr/>
          <p:nvPr/>
        </p:nvGrpSpPr>
        <p:grpSpPr>
          <a:xfrm>
            <a:off x="396835" y="311825"/>
            <a:ext cx="8191262" cy="1783556"/>
            <a:chOff x="396835" y="311825"/>
            <a:chExt cx="8191262" cy="1783556"/>
          </a:xfrm>
          <a:solidFill>
            <a:srgbClr val="C07000"/>
          </a:solidFill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E236BCD6-50CD-40F1-A89E-6671D96C9DE6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6275309" cy="1488757"/>
            </a:xfrm>
            <a:grpFill/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A45FFCDD-6328-B956-7DA5-61590E51DB5C}"/>
                  </a:ext>
                </a:extLst>
              </p:cNvPr>
              <p:cNvGrpSpPr/>
              <p:nvPr/>
            </p:nvGrpSpPr>
            <p:grpSpPr>
              <a:xfrm>
                <a:off x="396835" y="311825"/>
                <a:ext cx="4572000" cy="1371600"/>
                <a:chOff x="396835" y="311825"/>
                <a:chExt cx="4572000" cy="1527810"/>
              </a:xfrm>
              <a:grpFill/>
            </p:grpSpPr>
            <p:grpSp>
              <p:nvGrpSpPr>
                <p:cNvPr id="67" name="Group 66">
                  <a:extLst>
                    <a:ext uri="{FF2B5EF4-FFF2-40B4-BE49-F238E27FC236}">
                      <a16:creationId xmlns:a16="http://schemas.microsoft.com/office/drawing/2014/main" id="{FADBA322-CBAD-633A-2EE9-D1ADAB0A1224}"/>
                    </a:ext>
                  </a:extLst>
                </p:cNvPr>
                <p:cNvGrpSpPr/>
                <p:nvPr/>
              </p:nvGrpSpPr>
              <p:grpSpPr>
                <a:xfrm>
                  <a:off x="396835" y="311825"/>
                  <a:ext cx="4572000" cy="1371600"/>
                  <a:chOff x="396835" y="311825"/>
                  <a:chExt cx="4572000" cy="1783556"/>
                </a:xfrm>
                <a:grpFill/>
              </p:grpSpPr>
              <p:grpSp>
                <p:nvGrpSpPr>
                  <p:cNvPr id="69" name="Group 68">
                    <a:extLst>
                      <a:ext uri="{FF2B5EF4-FFF2-40B4-BE49-F238E27FC236}">
                        <a16:creationId xmlns:a16="http://schemas.microsoft.com/office/drawing/2014/main" id="{4485DDCE-950C-FB5D-38EE-539283A944CB}"/>
                      </a:ext>
                    </a:extLst>
                  </p:cNvPr>
                  <p:cNvGrpSpPr/>
                  <p:nvPr/>
                </p:nvGrpSpPr>
                <p:grpSpPr>
                  <a:xfrm>
                    <a:off x="396835" y="311825"/>
                    <a:ext cx="4572000" cy="1371600"/>
                    <a:chOff x="396835" y="311825"/>
                    <a:chExt cx="4572000" cy="1488757"/>
                  </a:xfrm>
                  <a:grpFill/>
                </p:grpSpPr>
                <p:grpSp>
                  <p:nvGrpSpPr>
                    <p:cNvPr id="71" name="Group 70">
                      <a:extLst>
                        <a:ext uri="{FF2B5EF4-FFF2-40B4-BE49-F238E27FC236}">
                          <a16:creationId xmlns:a16="http://schemas.microsoft.com/office/drawing/2014/main" id="{42735BEB-0BAC-BB0B-C4B5-C3145DFBA74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6835" y="311825"/>
                      <a:ext cx="4572000" cy="1371600"/>
                      <a:chOff x="396835" y="311825"/>
                      <a:chExt cx="4572000" cy="1527810"/>
                    </a:xfrm>
                    <a:grpFill/>
                  </p:grpSpPr>
                  <p:grpSp>
                    <p:nvGrpSpPr>
                      <p:cNvPr id="73" name="Group 72">
                        <a:extLst>
                          <a:ext uri="{FF2B5EF4-FFF2-40B4-BE49-F238E27FC236}">
                            <a16:creationId xmlns:a16="http://schemas.microsoft.com/office/drawing/2014/main" id="{D18E7381-A118-1AF9-3C48-A58663B15CE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96835" y="311825"/>
                        <a:ext cx="4572000" cy="1371600"/>
                        <a:chOff x="396835" y="311825"/>
                        <a:chExt cx="8191262" cy="1371600"/>
                      </a:xfrm>
                      <a:grpFill/>
                    </p:grpSpPr>
                    <p:grpSp>
                      <p:nvGrpSpPr>
                        <p:cNvPr id="75" name="Group 74">
                          <a:extLst>
                            <a:ext uri="{FF2B5EF4-FFF2-40B4-BE49-F238E27FC236}">
                              <a16:creationId xmlns:a16="http://schemas.microsoft.com/office/drawing/2014/main" id="{EC1D5B26-E1C8-AA13-9E42-8B029CE62D5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96835" y="311825"/>
                          <a:ext cx="4572000" cy="1371600"/>
                          <a:chOff x="396835" y="311825"/>
                          <a:chExt cx="4572000" cy="1371600"/>
                        </a:xfrm>
                        <a:grpFill/>
                      </p:grpSpPr>
                      <p:sp>
                        <p:nvSpPr>
                          <p:cNvPr id="77" name="Text 0">
                            <a:extLst>
                              <a:ext uri="{FF2B5EF4-FFF2-40B4-BE49-F238E27FC236}">
                                <a16:creationId xmlns:a16="http://schemas.microsoft.com/office/drawing/2014/main" id="{CAB9E77D-13A1-FD7C-DD92-1930E2A6D15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96835" y="311825"/>
                            <a:ext cx="4572000" cy="137160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750"/>
                              </a:lnSpc>
                              <a:buNone/>
                            </a:pPr>
                            <a:r>
                              <a:rPr lang="en-US" sz="3200" b="1" dirty="0">
                                <a:solidFill>
                                  <a:srgbClr val="000000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Sustainable &amp; Green Supply Chains</a:t>
                            </a:r>
                            <a:endParaRPr lang="en-US" sz="22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78" name="Text 1">
                            <a:extLst>
                              <a:ext uri="{FF2B5EF4-FFF2-40B4-BE49-F238E27FC236}">
                                <a16:creationId xmlns:a16="http://schemas.microsoft.com/office/drawing/2014/main" id="{8D0F8875-0379-D6AC-E00E-A03138ED14A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96835" y="949523"/>
                            <a:ext cx="2418398" cy="212646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1650"/>
                              </a:lnSpc>
                              <a:buNone/>
                            </a:pPr>
                            <a:r>
                              <a:rPr lang="en-US" sz="1300" b="1" dirty="0">
                                <a:solidFill>
                                  <a:srgbClr val="000000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Environmental Responsibility</a:t>
                            </a:r>
                            <a:endParaRPr lang="en-US" sz="13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76" name="Text 2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59695303-3201-C766-2B3C-0487C45BB76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96835" y="1275517"/>
                          <a:ext cx="8191262" cy="181451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1400"/>
                            </a:lnSpc>
                            <a:buNone/>
                          </a:pPr>
                          <a:r>
                            <a:rPr lang="en-US" sz="85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Modern supply chains prioritize reducing environmental footprint while promoting circular economy principles</a:t>
                          </a:r>
                          <a:endParaRPr lang="en-US" sz="8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74" name="Shape 3" descr="Decorative – no critical information">
                        <a:extLst>
                          <a:ext uri="{FF2B5EF4-FFF2-40B4-BE49-F238E27FC236}">
                            <a16:creationId xmlns:a16="http://schemas.microsoft.com/office/drawing/2014/main" id="{0DADF3FE-3411-B7BB-017A-53C3EB2E2A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6835" y="1584484"/>
                        <a:ext cx="255151" cy="255151"/>
                      </a:xfrm>
                      <a:prstGeom prst="roundRect">
                        <a:avLst>
                          <a:gd name="adj" fmla="val 18669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72" name="Text 4" descr="Decorative – no critical information">
                      <a:extLst>
                        <a:ext uri="{FF2B5EF4-FFF2-40B4-BE49-F238E27FC236}">
                          <a16:creationId xmlns:a16="http://schemas.microsoft.com/office/drawing/2014/main" id="{5DBC4148-0228-D09B-2698-74AD232A27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5334" y="1623417"/>
                      <a:ext cx="1911429" cy="177165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135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Carbon Footprint Reduction</a:t>
                      </a:r>
                      <a:endParaRPr lang="en-US" sz="11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70" name="Text 5" descr="Decorative – no critical information">
                    <a:extLst>
                      <a:ext uri="{FF2B5EF4-FFF2-40B4-BE49-F238E27FC236}">
                        <a16:creationId xmlns:a16="http://schemas.microsoft.com/office/drawing/2014/main" id="{87CBF272-C64D-4FF6-EC2C-760EB043A5A3}"/>
                      </a:ext>
                    </a:extLst>
                  </p:cNvPr>
                  <p:cNvSpPr/>
                  <p:nvPr/>
                </p:nvSpPr>
                <p:spPr>
                  <a:xfrm>
                    <a:off x="765334" y="1913930"/>
                    <a:ext cx="3656290" cy="181451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1400"/>
                      </a:lnSpc>
                      <a:buNone/>
                    </a:pPr>
                    <a:r>
                      <a:rPr lang="en-US" sz="8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Optimizing transportation and energy use</a:t>
                    </a:r>
                    <a:endParaRPr lang="en-US" sz="8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8" name="Shape 6" descr="Decorative – no critical information">
                  <a:extLst>
                    <a:ext uri="{FF2B5EF4-FFF2-40B4-BE49-F238E27FC236}">
                      <a16:creationId xmlns:a16="http://schemas.microsoft.com/office/drawing/2014/main" id="{1680FC6F-320A-66F2-F427-2A499916AD94}"/>
                    </a:ext>
                  </a:extLst>
                </p:cNvPr>
                <p:cNvSpPr/>
                <p:nvPr/>
              </p:nvSpPr>
              <p:spPr>
                <a:xfrm>
                  <a:off x="4563308" y="1584484"/>
                  <a:ext cx="255151" cy="255151"/>
                </a:xfrm>
                <a:prstGeom prst="roundRect">
                  <a:avLst>
                    <a:gd name="adj" fmla="val 18669"/>
                  </a:avLst>
                </a:prstGeom>
                <a:grpFill/>
                <a:ln w="12700">
                  <a:solidFill>
                    <a:srgbClr val="00000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6" name="Text 7" descr="Decorative – no critical information">
                <a:extLst>
                  <a:ext uri="{FF2B5EF4-FFF2-40B4-BE49-F238E27FC236}">
                    <a16:creationId xmlns:a16="http://schemas.microsoft.com/office/drawing/2014/main" id="{0F2970F2-8AFA-73D6-AC5D-826A07C71CE4}"/>
                  </a:ext>
                </a:extLst>
              </p:cNvPr>
              <p:cNvSpPr/>
              <p:nvPr/>
            </p:nvSpPr>
            <p:spPr>
              <a:xfrm>
                <a:off x="4931807" y="1623417"/>
                <a:ext cx="1740337" cy="17716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350"/>
                  </a:lnSpc>
                  <a:buNone/>
                </a:pPr>
                <a:r>
                  <a:rPr lang="en-US" sz="11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Circular Economy Design</a:t>
                </a:r>
                <a:endParaRPr lang="en-US" sz="11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64" name="Text 8" descr="Decorative – no critical information">
              <a:extLst>
                <a:ext uri="{FF2B5EF4-FFF2-40B4-BE49-F238E27FC236}">
                  <a16:creationId xmlns:a16="http://schemas.microsoft.com/office/drawing/2014/main" id="{4F593F24-7B4F-BC3F-13F5-737C8F75930D}"/>
                </a:ext>
              </a:extLst>
            </p:cNvPr>
            <p:cNvSpPr/>
            <p:nvPr/>
          </p:nvSpPr>
          <p:spPr>
            <a:xfrm>
              <a:off x="4931807" y="1913930"/>
              <a:ext cx="3656290" cy="181451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8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Designing for reuse, recycling, refurbishment</a:t>
              </a:r>
              <a:endParaRPr lang="en-US" sz="8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35C06F8B-EE36-EF3B-AD2D-851E63B9BCBA}"/>
              </a:ext>
            </a:extLst>
          </p:cNvPr>
          <p:cNvGrpSpPr/>
          <p:nvPr/>
        </p:nvGrpSpPr>
        <p:grpSpPr>
          <a:xfrm>
            <a:off x="396835" y="311825"/>
            <a:ext cx="4572000" cy="2265521"/>
            <a:chOff x="396835" y="311825"/>
            <a:chExt cx="4572000" cy="2265521"/>
          </a:xfrm>
          <a:solidFill>
            <a:srgbClr val="C07000"/>
          </a:solidFill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7F3E2EC6-C11B-C72D-02C7-17458798B382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8191262" cy="1783556"/>
            </a:xfrm>
            <a:grpFill/>
          </p:grpSpPr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D1E061E5-03D5-263F-4315-CDF66C4DA3AC}"/>
                  </a:ext>
                </a:extLst>
              </p:cNvPr>
              <p:cNvGrpSpPr/>
              <p:nvPr/>
            </p:nvGrpSpPr>
            <p:grpSpPr>
              <a:xfrm>
                <a:off x="396835" y="311825"/>
                <a:ext cx="4572000" cy="1371600"/>
                <a:chOff x="396835" y="311825"/>
                <a:chExt cx="6275309" cy="1488757"/>
              </a:xfrm>
              <a:grpFill/>
            </p:grpSpPr>
            <p:grpSp>
              <p:nvGrpSpPr>
                <p:cNvPr id="84" name="Group 83">
                  <a:extLst>
                    <a:ext uri="{FF2B5EF4-FFF2-40B4-BE49-F238E27FC236}">
                      <a16:creationId xmlns:a16="http://schemas.microsoft.com/office/drawing/2014/main" id="{6D05D935-DFF6-5D9B-914B-7DC778F5E2B5}"/>
                    </a:ext>
                  </a:extLst>
                </p:cNvPr>
                <p:cNvGrpSpPr/>
                <p:nvPr/>
              </p:nvGrpSpPr>
              <p:grpSpPr>
                <a:xfrm>
                  <a:off x="396835" y="311825"/>
                  <a:ext cx="4572000" cy="1371600"/>
                  <a:chOff x="396835" y="311825"/>
                  <a:chExt cx="4572000" cy="1527810"/>
                </a:xfrm>
                <a:grpFill/>
              </p:grpSpPr>
              <p:grpSp>
                <p:nvGrpSpPr>
                  <p:cNvPr id="86" name="Group 85">
                    <a:extLst>
                      <a:ext uri="{FF2B5EF4-FFF2-40B4-BE49-F238E27FC236}">
                        <a16:creationId xmlns:a16="http://schemas.microsoft.com/office/drawing/2014/main" id="{B8FF13B6-58DC-954C-923E-ED5E8A98CB9E}"/>
                      </a:ext>
                    </a:extLst>
                  </p:cNvPr>
                  <p:cNvGrpSpPr/>
                  <p:nvPr/>
                </p:nvGrpSpPr>
                <p:grpSpPr>
                  <a:xfrm>
                    <a:off x="396835" y="311825"/>
                    <a:ext cx="4572000" cy="1371600"/>
                    <a:chOff x="396835" y="311825"/>
                    <a:chExt cx="4572000" cy="1783556"/>
                  </a:xfrm>
                  <a:grpFill/>
                </p:grpSpPr>
                <p:grpSp>
                  <p:nvGrpSpPr>
                    <p:cNvPr id="88" name="Group 87">
                      <a:extLst>
                        <a:ext uri="{FF2B5EF4-FFF2-40B4-BE49-F238E27FC236}">
                          <a16:creationId xmlns:a16="http://schemas.microsoft.com/office/drawing/2014/main" id="{D8DB6677-A183-9A49-BE4D-BE26923D76F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6835" y="311825"/>
                      <a:ext cx="4572000" cy="1371600"/>
                      <a:chOff x="396835" y="311825"/>
                      <a:chExt cx="4572000" cy="1488757"/>
                    </a:xfrm>
                    <a:grpFill/>
                  </p:grpSpPr>
                  <p:grpSp>
                    <p:nvGrpSpPr>
                      <p:cNvPr id="90" name="Group 89">
                        <a:extLst>
                          <a:ext uri="{FF2B5EF4-FFF2-40B4-BE49-F238E27FC236}">
                            <a16:creationId xmlns:a16="http://schemas.microsoft.com/office/drawing/2014/main" id="{333990CF-18D7-2769-4122-17BD2683910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96835" y="311825"/>
                        <a:ext cx="4572000" cy="1371600"/>
                        <a:chOff x="396835" y="311825"/>
                        <a:chExt cx="4572000" cy="1527810"/>
                      </a:xfrm>
                      <a:grpFill/>
                    </p:grpSpPr>
                    <p:grpSp>
                      <p:nvGrpSpPr>
                        <p:cNvPr id="92" name="Group 91">
                          <a:extLst>
                            <a:ext uri="{FF2B5EF4-FFF2-40B4-BE49-F238E27FC236}">
                              <a16:creationId xmlns:a16="http://schemas.microsoft.com/office/drawing/2014/main" id="{E9CB7060-4138-6DEF-56CF-574A514F777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96835" y="311825"/>
                          <a:ext cx="4572000" cy="1371600"/>
                          <a:chOff x="396835" y="311825"/>
                          <a:chExt cx="8191262" cy="1371600"/>
                        </a:xfrm>
                        <a:grpFill/>
                      </p:grpSpPr>
                      <p:grpSp>
                        <p:nvGrpSpPr>
                          <p:cNvPr id="94" name="Group 93">
                            <a:extLst>
                              <a:ext uri="{FF2B5EF4-FFF2-40B4-BE49-F238E27FC236}">
                                <a16:creationId xmlns:a16="http://schemas.microsoft.com/office/drawing/2014/main" id="{3594DD34-C754-0F84-1ADB-23D425C305B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396835" y="311825"/>
                            <a:ext cx="4572000" cy="1371600"/>
                            <a:chOff x="396835" y="311825"/>
                            <a:chExt cx="4572000" cy="1371600"/>
                          </a:xfrm>
                          <a:grpFill/>
                        </p:grpSpPr>
                        <p:sp>
                          <p:nvSpPr>
                            <p:cNvPr id="96" name="Text 0">
                              <a:extLst>
                                <a:ext uri="{FF2B5EF4-FFF2-40B4-BE49-F238E27FC236}">
                                  <a16:creationId xmlns:a16="http://schemas.microsoft.com/office/drawing/2014/main" id="{68FEA243-A915-70FF-9A11-6BE84CF4315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96835" y="311825"/>
                              <a:ext cx="4572000" cy="1371600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2750"/>
                                </a:lnSpc>
                                <a:buNone/>
                              </a:pPr>
                              <a:r>
                                <a:rPr lang="en-US" sz="3200" b="1" dirty="0">
                                  <a:solidFill>
                                    <a:srgbClr val="000000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Sustainable &amp; Green Supply Chains</a:t>
                              </a:r>
                              <a:endParaRPr lang="en-US" sz="22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97" name="Text 1">
                              <a:extLst>
                                <a:ext uri="{FF2B5EF4-FFF2-40B4-BE49-F238E27FC236}">
                                  <a16:creationId xmlns:a16="http://schemas.microsoft.com/office/drawing/2014/main" id="{B8956D89-1D67-BE42-6EB5-D305486218A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96835" y="949523"/>
                              <a:ext cx="2418398" cy="212646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1650"/>
                                </a:lnSpc>
                                <a:buNone/>
                              </a:pPr>
                              <a:r>
                                <a:rPr lang="en-US" sz="1300" b="1" dirty="0">
                                  <a:solidFill>
                                    <a:srgbClr val="000000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Environmental Responsibility</a:t>
                              </a:r>
                              <a:endParaRPr lang="en-US" sz="13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95" name="Text 2" descr="Decorative – no critical information">
                            <a:extLst>
                              <a:ext uri="{FF2B5EF4-FFF2-40B4-BE49-F238E27FC236}">
                                <a16:creationId xmlns:a16="http://schemas.microsoft.com/office/drawing/2014/main" id="{603E650E-856C-78DF-C7A6-6D6CCFA313F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96835" y="1275517"/>
                            <a:ext cx="8191262" cy="181451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1400"/>
                              </a:lnSpc>
                              <a:buNone/>
                            </a:pPr>
                            <a:r>
                              <a:rPr lang="en-US" sz="85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Modern supply chains prioritize reducing environmental footprint while promoting circular economy principles</a:t>
                            </a:r>
                            <a:endParaRPr lang="en-US" sz="8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93" name="Shape 3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07A69D03-3F96-1CAC-09C1-2A930851E3A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96835" y="1584484"/>
                          <a:ext cx="255151" cy="255151"/>
                        </a:xfrm>
                        <a:prstGeom prst="roundRect">
                          <a:avLst>
                            <a:gd name="adj" fmla="val 18669"/>
                          </a:avLst>
                        </a:prstGeom>
                        <a:grpFill/>
                        <a:ln w="12700">
                          <a:solidFill>
                            <a:srgbClr val="000000"/>
                          </a:solidFill>
                          <a:prstDash val="solid"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91" name="Text 4" descr="Decorative – no critical information">
                        <a:extLst>
                          <a:ext uri="{FF2B5EF4-FFF2-40B4-BE49-F238E27FC236}">
                            <a16:creationId xmlns:a16="http://schemas.microsoft.com/office/drawing/2014/main" id="{32F5DB5F-F691-2A7F-1BB7-E6FB05D3F1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65334" y="1623417"/>
                        <a:ext cx="1911429" cy="177165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1350"/>
                          </a:lnSpc>
                          <a:buNone/>
                        </a:pPr>
                        <a:r>
                          <a:rPr lang="en-US" sz="1100" b="1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Carbon Footprint Reduction</a:t>
                        </a:r>
                        <a:endParaRPr lang="en-US" sz="11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89" name="Text 5" descr="Decorative – no critical information">
                      <a:extLst>
                        <a:ext uri="{FF2B5EF4-FFF2-40B4-BE49-F238E27FC236}">
                          <a16:creationId xmlns:a16="http://schemas.microsoft.com/office/drawing/2014/main" id="{8B1C02F6-4C8C-48F8-B8DC-EB4A64162C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5334" y="1913930"/>
                      <a:ext cx="3656290" cy="181451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1400"/>
                        </a:lnSpc>
                        <a:buNone/>
                      </a:pPr>
                      <a:r>
                        <a:rPr lang="en-US" sz="8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Optimizing transportation and energy use</a:t>
                      </a:r>
                      <a:endParaRPr lang="en-US" sz="8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87" name="Shape 6" descr="Decorative – no critical information">
                    <a:extLst>
                      <a:ext uri="{FF2B5EF4-FFF2-40B4-BE49-F238E27FC236}">
                        <a16:creationId xmlns:a16="http://schemas.microsoft.com/office/drawing/2014/main" id="{65F52928-44F9-904E-2470-2A23495BCDAA}"/>
                      </a:ext>
                    </a:extLst>
                  </p:cNvPr>
                  <p:cNvSpPr/>
                  <p:nvPr/>
                </p:nvSpPr>
                <p:spPr>
                  <a:xfrm>
                    <a:off x="4563308" y="1584484"/>
                    <a:ext cx="255151" cy="255151"/>
                  </a:xfrm>
                  <a:prstGeom prst="roundRect">
                    <a:avLst>
                      <a:gd name="adj" fmla="val 18669"/>
                    </a:avLst>
                  </a:prstGeom>
                  <a:grpFill/>
                  <a:ln w="12700">
                    <a:solidFill>
                      <a:srgbClr val="00000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85" name="Text 7" descr="Decorative – no critical information">
                  <a:extLst>
                    <a:ext uri="{FF2B5EF4-FFF2-40B4-BE49-F238E27FC236}">
                      <a16:creationId xmlns:a16="http://schemas.microsoft.com/office/drawing/2014/main" id="{9E0568DB-81F0-CDB7-B263-E7826EC7A65B}"/>
                    </a:ext>
                  </a:extLst>
                </p:cNvPr>
                <p:cNvSpPr/>
                <p:nvPr/>
              </p:nvSpPr>
              <p:spPr>
                <a:xfrm>
                  <a:off x="4931807" y="1623417"/>
                  <a:ext cx="1740337" cy="17716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1350"/>
                    </a:lnSpc>
                    <a:buNone/>
                  </a:pPr>
                  <a:r>
                    <a:rPr lang="en-US" sz="11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Circular Economy Design</a:t>
                  </a:r>
                  <a:endParaRPr lang="en-US" sz="11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83" name="Text 8" descr="Decorative – no critical information">
                <a:extLst>
                  <a:ext uri="{FF2B5EF4-FFF2-40B4-BE49-F238E27FC236}">
                    <a16:creationId xmlns:a16="http://schemas.microsoft.com/office/drawing/2014/main" id="{66A8F33E-4740-6532-5A3B-D147FA20C37B}"/>
                  </a:ext>
                </a:extLst>
              </p:cNvPr>
              <p:cNvSpPr/>
              <p:nvPr/>
            </p:nvSpPr>
            <p:spPr>
              <a:xfrm>
                <a:off x="4931807" y="1913930"/>
                <a:ext cx="3656290" cy="181451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400"/>
                  </a:lnSpc>
                  <a:buNone/>
                </a:pPr>
                <a:r>
                  <a:rPr lang="en-US" sz="8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Designing for reuse, recycling, refurbishment</a:t>
                </a:r>
                <a:endParaRPr lang="en-US" sz="8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81" name="Shape 9" descr="Decorative – no critical information">
              <a:extLst>
                <a:ext uri="{FF2B5EF4-FFF2-40B4-BE49-F238E27FC236}">
                  <a16:creationId xmlns:a16="http://schemas.microsoft.com/office/drawing/2014/main" id="{C089BD89-DB5D-13BF-B21B-65EBA2C02C80}"/>
                </a:ext>
              </a:extLst>
            </p:cNvPr>
            <p:cNvSpPr/>
            <p:nvPr/>
          </p:nvSpPr>
          <p:spPr>
            <a:xfrm>
              <a:off x="396835" y="2322195"/>
              <a:ext cx="255151" cy="255151"/>
            </a:xfrm>
            <a:prstGeom prst="roundRect">
              <a:avLst>
                <a:gd name="adj" fmla="val 18669"/>
              </a:avLst>
            </a:prstGeom>
            <a:grpFill/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B31D47A8-D6E2-606B-76C6-AFD7FB7439E0}"/>
              </a:ext>
            </a:extLst>
          </p:cNvPr>
          <p:cNvGrpSpPr/>
          <p:nvPr/>
        </p:nvGrpSpPr>
        <p:grpSpPr>
          <a:xfrm>
            <a:off x="396835" y="311825"/>
            <a:ext cx="4572000" cy="2226468"/>
            <a:chOff x="396835" y="311825"/>
            <a:chExt cx="4572000" cy="2226468"/>
          </a:xfrm>
          <a:solidFill>
            <a:srgbClr val="C07000"/>
          </a:solidFill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9789756A-843A-12A8-A075-264C04252AD6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4572000" cy="2265521"/>
            </a:xfrm>
            <a:grpFill/>
          </p:grpSpPr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743A2FB8-5676-B7C4-B693-89931663178F}"/>
                  </a:ext>
                </a:extLst>
              </p:cNvPr>
              <p:cNvGrpSpPr/>
              <p:nvPr/>
            </p:nvGrpSpPr>
            <p:grpSpPr>
              <a:xfrm>
                <a:off x="396835" y="311825"/>
                <a:ext cx="4572000" cy="1371600"/>
                <a:chOff x="396835" y="311825"/>
                <a:chExt cx="8191262" cy="1783556"/>
              </a:xfrm>
              <a:grpFill/>
            </p:grpSpPr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B7D05A84-19A1-9BD5-174E-5308E5F1DF9A}"/>
                    </a:ext>
                  </a:extLst>
                </p:cNvPr>
                <p:cNvGrpSpPr/>
                <p:nvPr/>
              </p:nvGrpSpPr>
              <p:grpSpPr>
                <a:xfrm>
                  <a:off x="396835" y="311825"/>
                  <a:ext cx="4572000" cy="1371600"/>
                  <a:chOff x="396835" y="311825"/>
                  <a:chExt cx="6275309" cy="1488757"/>
                </a:xfrm>
                <a:grpFill/>
              </p:grpSpPr>
              <p:grpSp>
                <p:nvGrpSpPr>
                  <p:cNvPr id="105" name="Group 104">
                    <a:extLst>
                      <a:ext uri="{FF2B5EF4-FFF2-40B4-BE49-F238E27FC236}">
                        <a16:creationId xmlns:a16="http://schemas.microsoft.com/office/drawing/2014/main" id="{91791C7F-3B17-4005-D539-845F35D843A3}"/>
                      </a:ext>
                    </a:extLst>
                  </p:cNvPr>
                  <p:cNvGrpSpPr/>
                  <p:nvPr/>
                </p:nvGrpSpPr>
                <p:grpSpPr>
                  <a:xfrm>
                    <a:off x="396835" y="311825"/>
                    <a:ext cx="4572000" cy="1371600"/>
                    <a:chOff x="396835" y="311825"/>
                    <a:chExt cx="4572000" cy="1527810"/>
                  </a:xfrm>
                  <a:grpFill/>
                </p:grpSpPr>
                <p:grpSp>
                  <p:nvGrpSpPr>
                    <p:cNvPr id="107" name="Group 106">
                      <a:extLst>
                        <a:ext uri="{FF2B5EF4-FFF2-40B4-BE49-F238E27FC236}">
                          <a16:creationId xmlns:a16="http://schemas.microsoft.com/office/drawing/2014/main" id="{2B60EB57-A19F-2534-84AB-4535B734C1A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6835" y="311825"/>
                      <a:ext cx="4572000" cy="1371600"/>
                      <a:chOff x="396835" y="311825"/>
                      <a:chExt cx="4572000" cy="1783556"/>
                    </a:xfrm>
                    <a:grpFill/>
                  </p:grpSpPr>
                  <p:grpSp>
                    <p:nvGrpSpPr>
                      <p:cNvPr id="109" name="Group 108">
                        <a:extLst>
                          <a:ext uri="{FF2B5EF4-FFF2-40B4-BE49-F238E27FC236}">
                            <a16:creationId xmlns:a16="http://schemas.microsoft.com/office/drawing/2014/main" id="{BE1BE364-2873-518D-7959-EBC7EFCEA81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96835" y="311825"/>
                        <a:ext cx="4572000" cy="1371600"/>
                        <a:chOff x="396835" y="311825"/>
                        <a:chExt cx="4572000" cy="1488757"/>
                      </a:xfrm>
                      <a:grpFill/>
                    </p:grpSpPr>
                    <p:grpSp>
                      <p:nvGrpSpPr>
                        <p:cNvPr id="111" name="Group 110">
                          <a:extLst>
                            <a:ext uri="{FF2B5EF4-FFF2-40B4-BE49-F238E27FC236}">
                              <a16:creationId xmlns:a16="http://schemas.microsoft.com/office/drawing/2014/main" id="{C30444CA-6D99-E2A6-B830-0CF92CBBABE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96835" y="311825"/>
                          <a:ext cx="4572000" cy="1371600"/>
                          <a:chOff x="396835" y="311825"/>
                          <a:chExt cx="4572000" cy="1527810"/>
                        </a:xfrm>
                        <a:grpFill/>
                      </p:grpSpPr>
                      <p:grpSp>
                        <p:nvGrpSpPr>
                          <p:cNvPr id="113" name="Group 112">
                            <a:extLst>
                              <a:ext uri="{FF2B5EF4-FFF2-40B4-BE49-F238E27FC236}">
                                <a16:creationId xmlns:a16="http://schemas.microsoft.com/office/drawing/2014/main" id="{33E12B22-2290-D95A-5259-3943FBAF3FC9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396835" y="311825"/>
                            <a:ext cx="4572000" cy="1371600"/>
                            <a:chOff x="396835" y="311825"/>
                            <a:chExt cx="8191262" cy="1371600"/>
                          </a:xfrm>
                          <a:grpFill/>
                        </p:grpSpPr>
                        <p:grpSp>
                          <p:nvGrpSpPr>
                            <p:cNvPr id="115" name="Group 114">
                              <a:extLst>
                                <a:ext uri="{FF2B5EF4-FFF2-40B4-BE49-F238E27FC236}">
                                  <a16:creationId xmlns:a16="http://schemas.microsoft.com/office/drawing/2014/main" id="{47FD313D-B90B-FAEF-367F-BD079C73B445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396835" y="311825"/>
                              <a:ext cx="4572000" cy="1371600"/>
                              <a:chOff x="396835" y="311825"/>
                              <a:chExt cx="4572000" cy="1371600"/>
                            </a:xfrm>
                            <a:grpFill/>
                          </p:grpSpPr>
                          <p:sp>
                            <p:nvSpPr>
                              <p:cNvPr id="117" name="Text 0">
                                <a:extLst>
                                  <a:ext uri="{FF2B5EF4-FFF2-40B4-BE49-F238E27FC236}">
                                    <a16:creationId xmlns:a16="http://schemas.microsoft.com/office/drawing/2014/main" id="{6D2F2793-CE37-E699-50FC-F5AEABFA61F6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396835" y="311825"/>
                                <a:ext cx="4572000" cy="137160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2750"/>
                                  </a:lnSpc>
                                  <a:buNone/>
                                </a:pPr>
                                <a:r>
                                  <a:rPr lang="en-US" sz="32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Sustainable &amp; Green Supply Chains</a:t>
                                </a:r>
                                <a:endParaRPr lang="en-US" sz="220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118" name="Text 1">
                                <a:extLst>
                                  <a:ext uri="{FF2B5EF4-FFF2-40B4-BE49-F238E27FC236}">
                                    <a16:creationId xmlns:a16="http://schemas.microsoft.com/office/drawing/2014/main" id="{7917FD25-CF54-5A62-D335-1721FBEEFD13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396835" y="949523"/>
                                <a:ext cx="2418398" cy="212646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1650"/>
                                  </a:lnSpc>
                                  <a:buNone/>
                                </a:pPr>
                                <a:r>
                                  <a:rPr lang="en-US" sz="13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Environmental Responsibility</a:t>
                                </a:r>
                                <a:endParaRPr lang="en-US" sz="130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116" name="Text 2" descr="Decorative – no critical information">
                              <a:extLst>
                                <a:ext uri="{FF2B5EF4-FFF2-40B4-BE49-F238E27FC236}">
                                  <a16:creationId xmlns:a16="http://schemas.microsoft.com/office/drawing/2014/main" id="{2CBCCDFA-4139-B961-D135-134DE5BDC95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96835" y="1275517"/>
                              <a:ext cx="8191262" cy="181451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1400"/>
                                </a:lnSpc>
                                <a:buNone/>
                              </a:pPr>
                              <a:r>
                                <a:rPr lang="en-US" sz="850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" pitchFamily="34" charset="-122"/>
                                  <a:cs typeface="Inter" pitchFamily="34" charset="-120"/>
                                </a:rPr>
                                <a:t>Modern supply chains prioritize reducing environmental footprint while promoting circular economy principles</a:t>
                              </a:r>
                              <a:endParaRPr lang="en-US" sz="8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14" name="Shape 3" descr="Decorative – no critical information">
                            <a:extLst>
                              <a:ext uri="{FF2B5EF4-FFF2-40B4-BE49-F238E27FC236}">
                                <a16:creationId xmlns:a16="http://schemas.microsoft.com/office/drawing/2014/main" id="{C8AF9A68-3332-F5C6-4BFD-FC804185B83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96835" y="1584484"/>
                            <a:ext cx="255151" cy="255151"/>
                          </a:xfrm>
                          <a:prstGeom prst="roundRect">
                            <a:avLst>
                              <a:gd name="adj" fmla="val 18669"/>
                            </a:avLst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  <a:prstDash val="solid"/>
                          </a:ln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112" name="Text 4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1CD0829D-E050-4ECB-58AF-FBA6FA303A3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65334" y="1623417"/>
                          <a:ext cx="1911429" cy="177165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1350"/>
                            </a:lnSpc>
                            <a:buNone/>
                          </a:pPr>
                          <a:r>
                            <a:rPr lang="en-US" sz="1100" b="1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Carbon Footprint Reduction</a:t>
                          </a:r>
                          <a:endParaRPr lang="en-US" sz="11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110" name="Text 5" descr="Decorative – no critical information">
                        <a:extLst>
                          <a:ext uri="{FF2B5EF4-FFF2-40B4-BE49-F238E27FC236}">
                            <a16:creationId xmlns:a16="http://schemas.microsoft.com/office/drawing/2014/main" id="{0AA3E426-69C7-0F43-3F2D-D86727BB61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65334" y="1913930"/>
                        <a:ext cx="3656290" cy="181451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1400"/>
                          </a:lnSpc>
                          <a:buNone/>
                        </a:pPr>
                        <a:r>
                          <a:rPr lang="en-US" sz="85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Optimizing transportation and energy use</a:t>
                        </a:r>
                        <a:endParaRPr lang="en-US" sz="8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108" name="Shape 6" descr="Decorative – no critical information">
                      <a:extLst>
                        <a:ext uri="{FF2B5EF4-FFF2-40B4-BE49-F238E27FC236}">
                          <a16:creationId xmlns:a16="http://schemas.microsoft.com/office/drawing/2014/main" id="{6D27F49D-6C3C-93AC-4AC0-CCA925453E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63308" y="1584484"/>
                      <a:ext cx="255151" cy="255151"/>
                    </a:xfrm>
                    <a:prstGeom prst="roundRect">
                      <a:avLst>
                        <a:gd name="adj" fmla="val 18669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06" name="Text 7" descr="Decorative – no critical information">
                    <a:extLst>
                      <a:ext uri="{FF2B5EF4-FFF2-40B4-BE49-F238E27FC236}">
                        <a16:creationId xmlns:a16="http://schemas.microsoft.com/office/drawing/2014/main" id="{9E723B54-CEA2-D19A-DC0E-9D9F38FC436C}"/>
                      </a:ext>
                    </a:extLst>
                  </p:cNvPr>
                  <p:cNvSpPr/>
                  <p:nvPr/>
                </p:nvSpPr>
                <p:spPr>
                  <a:xfrm>
                    <a:off x="4931807" y="1623417"/>
                    <a:ext cx="1740337" cy="177165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1350"/>
                      </a:lnSpc>
                      <a:buNone/>
                    </a:pPr>
                    <a:r>
                      <a:rPr lang="en-US" sz="110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Circular Economy Design</a:t>
                    </a:r>
                    <a:endParaRPr lang="en-US" sz="11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04" name="Text 8" descr="Decorative – no critical information">
                  <a:extLst>
                    <a:ext uri="{FF2B5EF4-FFF2-40B4-BE49-F238E27FC236}">
                      <a16:creationId xmlns:a16="http://schemas.microsoft.com/office/drawing/2014/main" id="{24EAC861-82B0-3FDB-4BD4-1E192BD09A36}"/>
                    </a:ext>
                  </a:extLst>
                </p:cNvPr>
                <p:cNvSpPr/>
                <p:nvPr/>
              </p:nvSpPr>
              <p:spPr>
                <a:xfrm>
                  <a:off x="4931807" y="1913930"/>
                  <a:ext cx="3656290" cy="181451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1400"/>
                    </a:lnSpc>
                    <a:buNone/>
                  </a:pPr>
                  <a:r>
                    <a:rPr lang="en-US" sz="8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Designing for reuse, recycling, refurbishment</a:t>
                  </a:r>
                  <a:endParaRPr lang="en-US" sz="8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02" name="Shape 9" descr="Decorative – no critical information">
                <a:extLst>
                  <a:ext uri="{FF2B5EF4-FFF2-40B4-BE49-F238E27FC236}">
                    <a16:creationId xmlns:a16="http://schemas.microsoft.com/office/drawing/2014/main" id="{1D7B3E6F-EFA7-8950-D38C-2FC095C84CC4}"/>
                  </a:ext>
                </a:extLst>
              </p:cNvPr>
              <p:cNvSpPr/>
              <p:nvPr/>
            </p:nvSpPr>
            <p:spPr>
              <a:xfrm>
                <a:off x="396835" y="2322195"/>
                <a:ext cx="255151" cy="255151"/>
              </a:xfrm>
              <a:prstGeom prst="roundRect">
                <a:avLst>
                  <a:gd name="adj" fmla="val 18669"/>
                </a:avLst>
              </a:prstGeom>
              <a:grpFill/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0" name="Text 10" descr="Decorative – no critical information">
              <a:extLst>
                <a:ext uri="{FF2B5EF4-FFF2-40B4-BE49-F238E27FC236}">
                  <a16:creationId xmlns:a16="http://schemas.microsoft.com/office/drawing/2014/main" id="{7A48C2B4-0EFC-7E98-EB76-C8283C5F7F60}"/>
                </a:ext>
              </a:extLst>
            </p:cNvPr>
            <p:cNvSpPr/>
            <p:nvPr/>
          </p:nvSpPr>
          <p:spPr>
            <a:xfrm>
              <a:off x="765334" y="2361128"/>
              <a:ext cx="1417558" cy="17716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sz="11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Ethical Sourcing</a:t>
              </a:r>
              <a:endParaRPr lang="en-US" sz="11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A41AE9DC-4E9C-5E65-5FF6-B46427351EB7}"/>
              </a:ext>
            </a:extLst>
          </p:cNvPr>
          <p:cNvGrpSpPr/>
          <p:nvPr/>
        </p:nvGrpSpPr>
        <p:grpSpPr>
          <a:xfrm>
            <a:off x="396835" y="311825"/>
            <a:ext cx="8191262" cy="2521267"/>
            <a:chOff x="396835" y="311825"/>
            <a:chExt cx="8191262" cy="2521267"/>
          </a:xfrm>
          <a:solidFill>
            <a:srgbClr val="C07000"/>
          </a:solidFill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571DB4EC-6886-2BD5-5BF1-7DD4A6A7C935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4572000" cy="2226468"/>
            </a:xfrm>
            <a:grpFill/>
          </p:grpSpPr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EEE93494-562A-6CD6-2448-833C5070B6D5}"/>
                  </a:ext>
                </a:extLst>
              </p:cNvPr>
              <p:cNvGrpSpPr/>
              <p:nvPr/>
            </p:nvGrpSpPr>
            <p:grpSpPr>
              <a:xfrm>
                <a:off x="396835" y="311825"/>
                <a:ext cx="4572000" cy="1371600"/>
                <a:chOff x="396835" y="311825"/>
                <a:chExt cx="4572000" cy="2265521"/>
              </a:xfrm>
              <a:grpFill/>
            </p:grpSpPr>
            <p:grpSp>
              <p:nvGrpSpPr>
                <p:cNvPr id="124" name="Group 123">
                  <a:extLst>
                    <a:ext uri="{FF2B5EF4-FFF2-40B4-BE49-F238E27FC236}">
                      <a16:creationId xmlns:a16="http://schemas.microsoft.com/office/drawing/2014/main" id="{1959BC7E-796A-8AFE-4B5E-4FEBB9C72677}"/>
                    </a:ext>
                  </a:extLst>
                </p:cNvPr>
                <p:cNvGrpSpPr/>
                <p:nvPr/>
              </p:nvGrpSpPr>
              <p:grpSpPr>
                <a:xfrm>
                  <a:off x="396835" y="311825"/>
                  <a:ext cx="4572000" cy="1371600"/>
                  <a:chOff x="396835" y="311825"/>
                  <a:chExt cx="8191262" cy="1783556"/>
                </a:xfrm>
                <a:grpFill/>
              </p:grpSpPr>
              <p:grpSp>
                <p:nvGrpSpPr>
                  <p:cNvPr id="126" name="Group 125">
                    <a:extLst>
                      <a:ext uri="{FF2B5EF4-FFF2-40B4-BE49-F238E27FC236}">
                        <a16:creationId xmlns:a16="http://schemas.microsoft.com/office/drawing/2014/main" id="{0B14263B-2900-AE9F-4D87-5857F45632DC}"/>
                      </a:ext>
                    </a:extLst>
                  </p:cNvPr>
                  <p:cNvGrpSpPr/>
                  <p:nvPr/>
                </p:nvGrpSpPr>
                <p:grpSpPr>
                  <a:xfrm>
                    <a:off x="396835" y="311825"/>
                    <a:ext cx="4572000" cy="1371600"/>
                    <a:chOff x="396835" y="311825"/>
                    <a:chExt cx="6275309" cy="1488757"/>
                  </a:xfrm>
                  <a:grpFill/>
                </p:grpSpPr>
                <p:grpSp>
                  <p:nvGrpSpPr>
                    <p:cNvPr id="128" name="Group 127">
                      <a:extLst>
                        <a:ext uri="{FF2B5EF4-FFF2-40B4-BE49-F238E27FC236}">
                          <a16:creationId xmlns:a16="http://schemas.microsoft.com/office/drawing/2014/main" id="{A0E7B636-D060-D0DC-3F1D-32DC27C42FB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6835" y="311825"/>
                      <a:ext cx="4572000" cy="1371600"/>
                      <a:chOff x="396835" y="311825"/>
                      <a:chExt cx="4572000" cy="1527810"/>
                    </a:xfrm>
                    <a:grpFill/>
                  </p:grpSpPr>
                  <p:grpSp>
                    <p:nvGrpSpPr>
                      <p:cNvPr id="130" name="Group 129">
                        <a:extLst>
                          <a:ext uri="{FF2B5EF4-FFF2-40B4-BE49-F238E27FC236}">
                            <a16:creationId xmlns:a16="http://schemas.microsoft.com/office/drawing/2014/main" id="{12E64A16-3B26-2F6E-5EAD-9313C5289AE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96835" y="311825"/>
                        <a:ext cx="4572000" cy="1371600"/>
                        <a:chOff x="396835" y="311825"/>
                        <a:chExt cx="4572000" cy="1783556"/>
                      </a:xfrm>
                      <a:grpFill/>
                    </p:grpSpPr>
                    <p:grpSp>
                      <p:nvGrpSpPr>
                        <p:cNvPr id="132" name="Group 131">
                          <a:extLst>
                            <a:ext uri="{FF2B5EF4-FFF2-40B4-BE49-F238E27FC236}">
                              <a16:creationId xmlns:a16="http://schemas.microsoft.com/office/drawing/2014/main" id="{3BD16D33-50E0-CF8B-7C70-7B75F581556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96835" y="311825"/>
                          <a:ext cx="4572000" cy="1371600"/>
                          <a:chOff x="396835" y="311825"/>
                          <a:chExt cx="4572000" cy="1488757"/>
                        </a:xfrm>
                        <a:grpFill/>
                      </p:grpSpPr>
                      <p:grpSp>
                        <p:nvGrpSpPr>
                          <p:cNvPr id="134" name="Group 133">
                            <a:extLst>
                              <a:ext uri="{FF2B5EF4-FFF2-40B4-BE49-F238E27FC236}">
                                <a16:creationId xmlns:a16="http://schemas.microsoft.com/office/drawing/2014/main" id="{CFF9E94A-BBE0-7EEA-C9E2-471D170C380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396835" y="311825"/>
                            <a:ext cx="4572000" cy="1371600"/>
                            <a:chOff x="396835" y="311825"/>
                            <a:chExt cx="4572000" cy="1527810"/>
                          </a:xfrm>
                          <a:grpFill/>
                        </p:grpSpPr>
                        <p:grpSp>
                          <p:nvGrpSpPr>
                            <p:cNvPr id="136" name="Group 135">
                              <a:extLst>
                                <a:ext uri="{FF2B5EF4-FFF2-40B4-BE49-F238E27FC236}">
                                  <a16:creationId xmlns:a16="http://schemas.microsoft.com/office/drawing/2014/main" id="{9092CDD2-E3F5-20CE-89ED-943CE14319C8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396835" y="311825"/>
                              <a:ext cx="4572000" cy="1371600"/>
                              <a:chOff x="396835" y="311825"/>
                              <a:chExt cx="8191262" cy="1371600"/>
                            </a:xfrm>
                            <a:grpFill/>
                          </p:grpSpPr>
                          <p:grpSp>
                            <p:nvGrpSpPr>
                              <p:cNvPr id="138" name="Group 137">
                                <a:extLst>
                                  <a:ext uri="{FF2B5EF4-FFF2-40B4-BE49-F238E27FC236}">
                                    <a16:creationId xmlns:a16="http://schemas.microsoft.com/office/drawing/2014/main" id="{74555E95-1D57-415D-5FD8-560DAFAD116E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396835" y="311825"/>
                                <a:ext cx="4572000" cy="1371600"/>
                                <a:chOff x="396835" y="311825"/>
                                <a:chExt cx="4572000" cy="1371600"/>
                              </a:xfrm>
                              <a:grpFill/>
                            </p:grpSpPr>
                            <p:sp>
                              <p:nvSpPr>
                                <p:cNvPr id="140" name="Text 0">
                                  <a:extLst>
                                    <a:ext uri="{FF2B5EF4-FFF2-40B4-BE49-F238E27FC236}">
                                      <a16:creationId xmlns:a16="http://schemas.microsoft.com/office/drawing/2014/main" id="{FD5B609C-768B-278D-DC9E-7AA1CD075532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396835" y="311825"/>
                                  <a:ext cx="4572000" cy="1371600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none" lIns="0" tIns="0" rIns="0" bIns="0" rtlCol="0" anchor="t"/>
                                <a:lstStyle/>
                                <a:p>
                                  <a:pPr marL="0" indent="0" algn="l">
                                    <a:lnSpc>
                                      <a:spcPts val="2750"/>
                                    </a:lnSpc>
                                    <a:buNone/>
                                  </a:pPr>
                                  <a:r>
                                    <a:rPr lang="en-US" sz="3200" b="1" dirty="0">
                                      <a:solidFill>
                                        <a:srgbClr val="000000"/>
                                      </a:solidFill>
                                      <a:latin typeface="Calibri" panose="020F0502020204030204" pitchFamily="34" charset="0"/>
                                      <a:ea typeface="Inter Bold" pitchFamily="34" charset="-122"/>
                                      <a:cs typeface="Inter Bold" pitchFamily="34" charset="-120"/>
                                    </a:rPr>
                                    <a:t>Sustainable &amp; Green Supply Chains</a:t>
                                  </a:r>
                                  <a:endParaRPr lang="en-US" sz="220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141" name="Text 1">
                                  <a:extLst>
                                    <a:ext uri="{FF2B5EF4-FFF2-40B4-BE49-F238E27FC236}">
                                      <a16:creationId xmlns:a16="http://schemas.microsoft.com/office/drawing/2014/main" id="{1A9A3525-2A47-6F60-707D-7470C62D8BA5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396835" y="949523"/>
                                  <a:ext cx="2418398" cy="212646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none" lIns="0" tIns="0" rIns="0" bIns="0" rtlCol="0" anchor="t"/>
                                <a:lstStyle/>
                                <a:p>
                                  <a:pPr marL="0" indent="0" algn="l">
                                    <a:lnSpc>
                                      <a:spcPts val="1650"/>
                                    </a:lnSpc>
                                    <a:buNone/>
                                  </a:pPr>
                                  <a:r>
                                    <a:rPr lang="en-US" sz="1300" b="1" dirty="0">
                                      <a:solidFill>
                                        <a:srgbClr val="000000"/>
                                      </a:solidFill>
                                      <a:latin typeface="Calibri" panose="020F0502020204030204" pitchFamily="34" charset="0"/>
                                      <a:ea typeface="Inter Bold" pitchFamily="34" charset="-122"/>
                                      <a:cs typeface="Inter Bold" pitchFamily="34" charset="-120"/>
                                    </a:rPr>
                                    <a:t>Environmental Responsibility</a:t>
                                  </a:r>
                                  <a:endParaRPr lang="en-US" sz="130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</p:grpSp>
                          <p:sp>
                            <p:nvSpPr>
                              <p:cNvPr id="139" name="Text 2" descr="Decorative – no critical information">
                                <a:extLst>
                                  <a:ext uri="{FF2B5EF4-FFF2-40B4-BE49-F238E27FC236}">
                                    <a16:creationId xmlns:a16="http://schemas.microsoft.com/office/drawing/2014/main" id="{11751230-F07A-8B96-FDCD-D018A731F8E6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396835" y="1275517"/>
                                <a:ext cx="8191262" cy="181451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1400"/>
                                  </a:lnSpc>
                                  <a:buNone/>
                                </a:pPr>
                                <a:r>
                                  <a:rPr lang="en-US" sz="850" dirty="0">
                                    <a:solidFill>
                                      <a:srgbClr val="272525"/>
                                    </a:solidFill>
                                    <a:latin typeface="Calibri" panose="020F0502020204030204" pitchFamily="34" charset="0"/>
                                    <a:ea typeface="Inter" pitchFamily="34" charset="-122"/>
                                    <a:cs typeface="Inter" pitchFamily="34" charset="-120"/>
                                  </a:rPr>
                                  <a:t>Modern supply chains prioritize reducing environmental footprint while promoting circular economy principles</a:t>
                                </a:r>
                                <a:endParaRPr lang="en-US" sz="8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137" name="Shape 3" descr="Decorative – no critical information">
                              <a:extLst>
                                <a:ext uri="{FF2B5EF4-FFF2-40B4-BE49-F238E27FC236}">
                                  <a16:creationId xmlns:a16="http://schemas.microsoft.com/office/drawing/2014/main" id="{08F0C77D-357E-217C-8F60-E66DD1B34B2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96835" y="1584484"/>
                              <a:ext cx="255151" cy="255151"/>
                            </a:xfrm>
                            <a:prstGeom prst="roundRect">
                              <a:avLst>
                                <a:gd name="adj" fmla="val 18669"/>
                              </a:avLst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  <a:prstDash val="solid"/>
                            </a:ln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</p:grpSp>
                      <p:sp>
                        <p:nvSpPr>
                          <p:cNvPr id="135" name="Text 4" descr="Decorative – no critical information">
                            <a:extLst>
                              <a:ext uri="{FF2B5EF4-FFF2-40B4-BE49-F238E27FC236}">
                                <a16:creationId xmlns:a16="http://schemas.microsoft.com/office/drawing/2014/main" id="{A99AC3AA-8DCE-02BE-9836-6FD3079D15A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765334" y="1623417"/>
                            <a:ext cx="1911429" cy="177165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1350"/>
                              </a:lnSpc>
                              <a:buNone/>
                            </a:pPr>
                            <a:r>
                              <a:rPr lang="en-US" sz="1100" b="1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Carbon Footprint Reduction</a:t>
                            </a:r>
                            <a:endParaRPr lang="en-US" sz="11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133" name="Text 5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CD943A07-8198-701C-EC1B-FD815084855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65334" y="1913930"/>
                          <a:ext cx="3656290" cy="181451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1400"/>
                            </a:lnSpc>
                            <a:buNone/>
                          </a:pPr>
                          <a:r>
                            <a:rPr lang="en-US" sz="85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Optimizing transportation and energy use</a:t>
                          </a:r>
                          <a:endParaRPr lang="en-US" sz="8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131" name="Shape 6" descr="Decorative – no critical information">
                        <a:extLst>
                          <a:ext uri="{FF2B5EF4-FFF2-40B4-BE49-F238E27FC236}">
                            <a16:creationId xmlns:a16="http://schemas.microsoft.com/office/drawing/2014/main" id="{79DA7EA9-9AED-8916-C01C-E44A2EEEF9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63308" y="1584484"/>
                        <a:ext cx="255151" cy="255151"/>
                      </a:xfrm>
                      <a:prstGeom prst="roundRect">
                        <a:avLst>
                          <a:gd name="adj" fmla="val 18669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29" name="Text 7" descr="Decorative – no critical information">
                      <a:extLst>
                        <a:ext uri="{FF2B5EF4-FFF2-40B4-BE49-F238E27FC236}">
                          <a16:creationId xmlns:a16="http://schemas.microsoft.com/office/drawing/2014/main" id="{A7A2B17B-48BD-75DF-8F7B-499650D3A2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31807" y="1623417"/>
                      <a:ext cx="1740337" cy="177165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135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Circular Economy Design</a:t>
                      </a:r>
                      <a:endParaRPr lang="en-US" sz="11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127" name="Text 8" descr="Decorative – no critical information">
                    <a:extLst>
                      <a:ext uri="{FF2B5EF4-FFF2-40B4-BE49-F238E27FC236}">
                        <a16:creationId xmlns:a16="http://schemas.microsoft.com/office/drawing/2014/main" id="{96C94056-7633-79F7-F716-A3B7BA4E6D97}"/>
                      </a:ext>
                    </a:extLst>
                  </p:cNvPr>
                  <p:cNvSpPr/>
                  <p:nvPr/>
                </p:nvSpPr>
                <p:spPr>
                  <a:xfrm>
                    <a:off x="4931807" y="1913930"/>
                    <a:ext cx="3656290" cy="181451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1400"/>
                      </a:lnSpc>
                      <a:buNone/>
                    </a:pPr>
                    <a:r>
                      <a:rPr lang="en-US" sz="8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Designing for reuse, recycling, refurbishment</a:t>
                    </a:r>
                    <a:endParaRPr lang="en-US" sz="8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25" name="Shape 9" descr="Decorative – no critical information">
                  <a:extLst>
                    <a:ext uri="{FF2B5EF4-FFF2-40B4-BE49-F238E27FC236}">
                      <a16:creationId xmlns:a16="http://schemas.microsoft.com/office/drawing/2014/main" id="{F70B9660-160D-3FAE-448F-723AE676AB54}"/>
                    </a:ext>
                  </a:extLst>
                </p:cNvPr>
                <p:cNvSpPr/>
                <p:nvPr/>
              </p:nvSpPr>
              <p:spPr>
                <a:xfrm>
                  <a:off x="396835" y="2322195"/>
                  <a:ext cx="255151" cy="255151"/>
                </a:xfrm>
                <a:prstGeom prst="roundRect">
                  <a:avLst>
                    <a:gd name="adj" fmla="val 18669"/>
                  </a:avLst>
                </a:prstGeom>
                <a:grpFill/>
                <a:ln w="12700">
                  <a:solidFill>
                    <a:srgbClr val="00000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23" name="Text 10" descr="Decorative – no critical information">
                <a:extLst>
                  <a:ext uri="{FF2B5EF4-FFF2-40B4-BE49-F238E27FC236}">
                    <a16:creationId xmlns:a16="http://schemas.microsoft.com/office/drawing/2014/main" id="{014B35ED-7230-96F9-7B54-670CAB4D2B56}"/>
                  </a:ext>
                </a:extLst>
              </p:cNvPr>
              <p:cNvSpPr/>
              <p:nvPr/>
            </p:nvSpPr>
            <p:spPr>
              <a:xfrm>
                <a:off x="765334" y="2361128"/>
                <a:ext cx="1417558" cy="17716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350"/>
                  </a:lnSpc>
                  <a:buNone/>
                </a:pPr>
                <a:r>
                  <a:rPr lang="en-US" sz="11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Ethical Sourcing</a:t>
                </a:r>
                <a:endParaRPr lang="en-US" sz="11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21" name="Text 11" descr="Decorative – no critical information">
              <a:extLst>
                <a:ext uri="{FF2B5EF4-FFF2-40B4-BE49-F238E27FC236}">
                  <a16:creationId xmlns:a16="http://schemas.microsoft.com/office/drawing/2014/main" id="{A51F1C00-3518-1BAF-AAB2-A925B4F5D115}"/>
                </a:ext>
              </a:extLst>
            </p:cNvPr>
            <p:cNvSpPr/>
            <p:nvPr/>
          </p:nvSpPr>
          <p:spPr>
            <a:xfrm>
              <a:off x="765334" y="2651641"/>
              <a:ext cx="7822763" cy="181451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8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Blockchain enables complete traceability</a:t>
              </a:r>
              <a:endParaRPr lang="en-US" sz="8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311C084E-9FC6-6C76-47BD-A9DAC5A3B90B}"/>
              </a:ext>
            </a:extLst>
          </p:cNvPr>
          <p:cNvGrpSpPr/>
          <p:nvPr/>
        </p:nvGrpSpPr>
        <p:grpSpPr>
          <a:xfrm>
            <a:off x="396835" y="311825"/>
            <a:ext cx="13844230" cy="6020514"/>
            <a:chOff x="396835" y="311825"/>
            <a:chExt cx="13844230" cy="6020514"/>
          </a:xfrm>
          <a:solidFill>
            <a:srgbClr val="C07000"/>
          </a:solidFill>
        </p:grpSpPr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47B3E33D-5504-EC1C-EAAC-252ECFE281FD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8191262" cy="2521267"/>
            </a:xfrm>
            <a:grpFill/>
          </p:grpSpPr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54018FB2-3555-5086-41EF-9EC496538EFE}"/>
                  </a:ext>
                </a:extLst>
              </p:cNvPr>
              <p:cNvGrpSpPr/>
              <p:nvPr/>
            </p:nvGrpSpPr>
            <p:grpSpPr>
              <a:xfrm>
                <a:off x="396835" y="311825"/>
                <a:ext cx="4572000" cy="1371600"/>
                <a:chOff x="396835" y="311825"/>
                <a:chExt cx="4572000" cy="2226468"/>
              </a:xfrm>
              <a:grpFill/>
            </p:grpSpPr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B8F63306-7757-DB50-914C-91AD33729DAD}"/>
                    </a:ext>
                  </a:extLst>
                </p:cNvPr>
                <p:cNvGrpSpPr/>
                <p:nvPr/>
              </p:nvGrpSpPr>
              <p:grpSpPr>
                <a:xfrm>
                  <a:off x="396835" y="311825"/>
                  <a:ext cx="4572000" cy="1371600"/>
                  <a:chOff x="396835" y="311825"/>
                  <a:chExt cx="4572000" cy="2265521"/>
                </a:xfrm>
                <a:grpFill/>
              </p:grpSpPr>
              <p:grpSp>
                <p:nvGrpSpPr>
                  <p:cNvPr id="149" name="Group 148">
                    <a:extLst>
                      <a:ext uri="{FF2B5EF4-FFF2-40B4-BE49-F238E27FC236}">
                        <a16:creationId xmlns:a16="http://schemas.microsoft.com/office/drawing/2014/main" id="{924AAD62-9EA5-2691-8743-651FEBE3CABE}"/>
                      </a:ext>
                    </a:extLst>
                  </p:cNvPr>
                  <p:cNvGrpSpPr/>
                  <p:nvPr/>
                </p:nvGrpSpPr>
                <p:grpSpPr>
                  <a:xfrm>
                    <a:off x="396835" y="311825"/>
                    <a:ext cx="4572000" cy="1371600"/>
                    <a:chOff x="396835" y="311825"/>
                    <a:chExt cx="8191262" cy="1783556"/>
                  </a:xfrm>
                  <a:grpFill/>
                </p:grpSpPr>
                <p:grpSp>
                  <p:nvGrpSpPr>
                    <p:cNvPr id="151" name="Group 150">
                      <a:extLst>
                        <a:ext uri="{FF2B5EF4-FFF2-40B4-BE49-F238E27FC236}">
                          <a16:creationId xmlns:a16="http://schemas.microsoft.com/office/drawing/2014/main" id="{014A3621-B8B1-B7F9-8246-DFC8D3481BA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6835" y="311825"/>
                      <a:ext cx="4572000" cy="1371600"/>
                      <a:chOff x="396835" y="311825"/>
                      <a:chExt cx="6275309" cy="1488757"/>
                    </a:xfrm>
                    <a:grpFill/>
                  </p:grpSpPr>
                  <p:grpSp>
                    <p:nvGrpSpPr>
                      <p:cNvPr id="153" name="Group 152">
                        <a:extLst>
                          <a:ext uri="{FF2B5EF4-FFF2-40B4-BE49-F238E27FC236}">
                            <a16:creationId xmlns:a16="http://schemas.microsoft.com/office/drawing/2014/main" id="{2B5A62FD-3BD9-DB47-9DE1-B2C02EF9F56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96835" y="311825"/>
                        <a:ext cx="4572000" cy="1371600"/>
                        <a:chOff x="396835" y="311825"/>
                        <a:chExt cx="4572000" cy="1527810"/>
                      </a:xfrm>
                      <a:grpFill/>
                    </p:grpSpPr>
                    <p:grpSp>
                      <p:nvGrpSpPr>
                        <p:cNvPr id="155" name="Group 154">
                          <a:extLst>
                            <a:ext uri="{FF2B5EF4-FFF2-40B4-BE49-F238E27FC236}">
                              <a16:creationId xmlns:a16="http://schemas.microsoft.com/office/drawing/2014/main" id="{78BE44DD-DCF6-2D72-9607-48C7B72DC82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96835" y="311825"/>
                          <a:ext cx="4572000" cy="1371600"/>
                          <a:chOff x="396835" y="311825"/>
                          <a:chExt cx="4572000" cy="1783556"/>
                        </a:xfrm>
                        <a:grpFill/>
                      </p:grpSpPr>
                      <p:grpSp>
                        <p:nvGrpSpPr>
                          <p:cNvPr id="157" name="Group 156">
                            <a:extLst>
                              <a:ext uri="{FF2B5EF4-FFF2-40B4-BE49-F238E27FC236}">
                                <a16:creationId xmlns:a16="http://schemas.microsoft.com/office/drawing/2014/main" id="{7AD65EFB-2C62-9E6F-C299-FDA98CFAF78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396835" y="311825"/>
                            <a:ext cx="4572000" cy="1371600"/>
                            <a:chOff x="396835" y="311825"/>
                            <a:chExt cx="4572000" cy="1488757"/>
                          </a:xfrm>
                          <a:grpFill/>
                        </p:grpSpPr>
                        <p:grpSp>
                          <p:nvGrpSpPr>
                            <p:cNvPr id="159" name="Group 158">
                              <a:extLst>
                                <a:ext uri="{FF2B5EF4-FFF2-40B4-BE49-F238E27FC236}">
                                  <a16:creationId xmlns:a16="http://schemas.microsoft.com/office/drawing/2014/main" id="{1AA7DCDE-449D-A862-E612-A50786FC7C7F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396835" y="311825"/>
                              <a:ext cx="4572000" cy="1371600"/>
                              <a:chOff x="396835" y="311825"/>
                              <a:chExt cx="4572000" cy="1527810"/>
                            </a:xfrm>
                            <a:grpFill/>
                          </p:grpSpPr>
                          <p:grpSp>
                            <p:nvGrpSpPr>
                              <p:cNvPr id="161" name="Group 160">
                                <a:extLst>
                                  <a:ext uri="{FF2B5EF4-FFF2-40B4-BE49-F238E27FC236}">
                                    <a16:creationId xmlns:a16="http://schemas.microsoft.com/office/drawing/2014/main" id="{FB9E6D21-2C5F-BF66-E845-C16850339221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396835" y="311825"/>
                                <a:ext cx="4572000" cy="1371600"/>
                                <a:chOff x="396835" y="311825"/>
                                <a:chExt cx="8191262" cy="1371600"/>
                              </a:xfrm>
                              <a:grpFill/>
                            </p:grpSpPr>
                            <p:grpSp>
                              <p:nvGrpSpPr>
                                <p:cNvPr id="163" name="Group 162">
                                  <a:extLst>
                                    <a:ext uri="{FF2B5EF4-FFF2-40B4-BE49-F238E27FC236}">
                                      <a16:creationId xmlns:a16="http://schemas.microsoft.com/office/drawing/2014/main" id="{39A88A20-6E0D-78B1-B028-E45D992B50E9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396835" y="311825"/>
                                  <a:ext cx="4572000" cy="1371600"/>
                                  <a:chOff x="396835" y="311825"/>
                                  <a:chExt cx="4572000" cy="1371600"/>
                                </a:xfrm>
                                <a:grpFill/>
                              </p:grpSpPr>
                              <p:sp>
                                <p:nvSpPr>
                                  <p:cNvPr id="165" name="Text 0">
                                    <a:extLst>
                                      <a:ext uri="{FF2B5EF4-FFF2-40B4-BE49-F238E27FC236}">
                                        <a16:creationId xmlns:a16="http://schemas.microsoft.com/office/drawing/2014/main" id="{AA866DCE-6320-A1C5-72EA-893B9F154877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396835" y="311825"/>
                                    <a:ext cx="4572000" cy="1371600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none" lIns="0" tIns="0" rIns="0" bIns="0" rtlCol="0" anchor="t"/>
                                  <a:lstStyle/>
                                  <a:p>
                                    <a:pPr marL="0" indent="0" algn="l">
                                      <a:lnSpc>
                                        <a:spcPts val="2750"/>
                                      </a:lnSpc>
                                      <a:buNone/>
                                    </a:pPr>
                                    <a:r>
                                      <a:rPr lang="en-US" sz="3200" b="1" dirty="0">
                                        <a:solidFill>
                                          <a:srgbClr val="000000"/>
                                        </a:solidFill>
                                        <a:latin typeface="Calibri" panose="020F0502020204030204" pitchFamily="34" charset="0"/>
                                        <a:ea typeface="Inter Bold" pitchFamily="34" charset="-122"/>
                                        <a:cs typeface="Inter Bold" pitchFamily="34" charset="-120"/>
                                      </a:rPr>
                                      <a:t>Sustainable &amp; Green Supply Chains</a:t>
                                    </a:r>
                                    <a:endParaRPr lang="en-US" sz="2200" dirty="0">
                                      <a:latin typeface="Calibri" panose="020F0502020204030204" pitchFamily="34" charset="0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166" name="Text 1">
                                    <a:extLst>
                                      <a:ext uri="{FF2B5EF4-FFF2-40B4-BE49-F238E27FC236}">
                                        <a16:creationId xmlns:a16="http://schemas.microsoft.com/office/drawing/2014/main" id="{D10D7FFF-0854-08E9-ACB3-602889DD0DA6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396835" y="949523"/>
                                    <a:ext cx="2418398" cy="212646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none" lIns="0" tIns="0" rIns="0" bIns="0" rtlCol="0" anchor="t"/>
                                  <a:lstStyle/>
                                  <a:p>
                                    <a:pPr marL="0" indent="0" algn="l">
                                      <a:lnSpc>
                                        <a:spcPts val="1650"/>
                                      </a:lnSpc>
                                      <a:buNone/>
                                    </a:pPr>
                                    <a:r>
                                      <a:rPr lang="en-US" sz="1300" b="1" dirty="0">
                                        <a:solidFill>
                                          <a:srgbClr val="000000"/>
                                        </a:solidFill>
                                        <a:latin typeface="Calibri" panose="020F0502020204030204" pitchFamily="34" charset="0"/>
                                        <a:ea typeface="Inter Bold" pitchFamily="34" charset="-122"/>
                                        <a:cs typeface="Inter Bold" pitchFamily="34" charset="-120"/>
                                      </a:rPr>
                                      <a:t>Environmental Responsibility</a:t>
                                    </a:r>
                                    <a:endParaRPr lang="en-US" sz="1300" dirty="0">
                                      <a:latin typeface="Calibri" panose="020F0502020204030204" pitchFamily="34" charset="0"/>
                                    </a:endParaRPr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164" name="Text 2" descr="Decorative – no critical information">
                                  <a:extLst>
                                    <a:ext uri="{FF2B5EF4-FFF2-40B4-BE49-F238E27FC236}">
                                      <a16:creationId xmlns:a16="http://schemas.microsoft.com/office/drawing/2014/main" id="{254A1019-B78A-83FE-E20C-76663F72C88B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396835" y="1275517"/>
                                  <a:ext cx="8191262" cy="181451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none" lIns="0" tIns="0" rIns="0" bIns="0" rtlCol="0" anchor="t"/>
                                <a:lstStyle/>
                                <a:p>
                                  <a:pPr marL="0" indent="0" algn="l">
                                    <a:lnSpc>
                                      <a:spcPts val="1400"/>
                                    </a:lnSpc>
                                    <a:buNone/>
                                  </a:pPr>
                                  <a:r>
                                    <a:rPr lang="en-US" sz="850" dirty="0">
                                      <a:solidFill>
                                        <a:srgbClr val="272525"/>
                                      </a:solidFill>
                                      <a:latin typeface="Calibri" panose="020F0502020204030204" pitchFamily="34" charset="0"/>
                                      <a:ea typeface="Inter" pitchFamily="34" charset="-122"/>
                                      <a:cs typeface="Inter" pitchFamily="34" charset="-120"/>
                                    </a:rPr>
                                    <a:t>Modern supply chains prioritize reducing environmental footprint while promoting circular economy principles</a:t>
                                  </a:r>
                                  <a:endParaRPr lang="en-US" sz="85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</p:grpSp>
                          <p:sp>
                            <p:nvSpPr>
                              <p:cNvPr id="162" name="Shape 3" descr="Decorative – no critical information">
                                <a:extLst>
                                  <a:ext uri="{FF2B5EF4-FFF2-40B4-BE49-F238E27FC236}">
                                    <a16:creationId xmlns:a16="http://schemas.microsoft.com/office/drawing/2014/main" id="{CC70B83C-1BE5-FDC2-098E-87A245FD00E7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396835" y="1584484"/>
                                <a:ext cx="255151" cy="255151"/>
                              </a:xfrm>
                              <a:prstGeom prst="roundRect">
                                <a:avLst>
                                  <a:gd name="adj" fmla="val 18669"/>
                                </a:avLst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  <a:prstDash val="solid"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sp>
                          <p:nvSpPr>
                            <p:cNvPr id="160" name="Text 4" descr="Decorative – no critical information">
                              <a:extLst>
                                <a:ext uri="{FF2B5EF4-FFF2-40B4-BE49-F238E27FC236}">
                                  <a16:creationId xmlns:a16="http://schemas.microsoft.com/office/drawing/2014/main" id="{753CDBF3-8310-4000-21A2-B9428F64BB1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765334" y="1623417"/>
                              <a:ext cx="1911429" cy="177165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1350"/>
                                </a:lnSpc>
                                <a:buNone/>
                              </a:pPr>
                              <a:r>
                                <a:rPr lang="en-US" sz="1100" b="1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Carbon Footprint Reduction</a:t>
                              </a:r>
                              <a:endParaRPr lang="en-US" sz="11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58" name="Text 5" descr="Decorative – no critical information">
                            <a:extLst>
                              <a:ext uri="{FF2B5EF4-FFF2-40B4-BE49-F238E27FC236}">
                                <a16:creationId xmlns:a16="http://schemas.microsoft.com/office/drawing/2014/main" id="{2206BCB1-013F-BD83-36CF-5C7D9501495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765334" y="1913930"/>
                            <a:ext cx="3656290" cy="181451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1400"/>
                              </a:lnSpc>
                              <a:buNone/>
                            </a:pPr>
                            <a:r>
                              <a:rPr lang="en-US" sz="85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Optimizing transportation and energy use</a:t>
                            </a:r>
                            <a:endParaRPr lang="en-US" sz="8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156" name="Shape 6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3FA24DF2-DC2C-2433-384A-D2B5F70C18B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563308" y="1584484"/>
                          <a:ext cx="255151" cy="255151"/>
                        </a:xfrm>
                        <a:prstGeom prst="roundRect">
                          <a:avLst>
                            <a:gd name="adj" fmla="val 18669"/>
                          </a:avLst>
                        </a:prstGeom>
                        <a:grpFill/>
                        <a:ln w="12700">
                          <a:solidFill>
                            <a:srgbClr val="000000"/>
                          </a:solidFill>
                          <a:prstDash val="solid"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154" name="Text 7" descr="Decorative – no critical information">
                        <a:extLst>
                          <a:ext uri="{FF2B5EF4-FFF2-40B4-BE49-F238E27FC236}">
                            <a16:creationId xmlns:a16="http://schemas.microsoft.com/office/drawing/2014/main" id="{0EC9E327-3CE4-84FA-5A3D-D2CC32C07DF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31807" y="1623417"/>
                        <a:ext cx="1740337" cy="177165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1350"/>
                          </a:lnSpc>
                          <a:buNone/>
                        </a:pPr>
                        <a:r>
                          <a:rPr lang="en-US" sz="1100" b="1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Circular Economy Design</a:t>
                        </a:r>
                        <a:endParaRPr lang="en-US" sz="11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152" name="Text 8" descr="Decorative – no critical information">
                      <a:extLst>
                        <a:ext uri="{FF2B5EF4-FFF2-40B4-BE49-F238E27FC236}">
                          <a16:creationId xmlns:a16="http://schemas.microsoft.com/office/drawing/2014/main" id="{D4E43361-7B97-2855-A860-8BE5E6F1CE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31807" y="1913930"/>
                      <a:ext cx="3656290" cy="181451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1400"/>
                        </a:lnSpc>
                        <a:buNone/>
                      </a:pPr>
                      <a:r>
                        <a:rPr lang="en-US" sz="8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Designing for reuse, recycling, refurbishment</a:t>
                      </a:r>
                      <a:endParaRPr lang="en-US" sz="8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150" name="Shape 9" descr="Decorative – no critical information">
                    <a:extLst>
                      <a:ext uri="{FF2B5EF4-FFF2-40B4-BE49-F238E27FC236}">
                        <a16:creationId xmlns:a16="http://schemas.microsoft.com/office/drawing/2014/main" id="{66BB130D-6735-974E-91E8-922AC31F6E33}"/>
                      </a:ext>
                    </a:extLst>
                  </p:cNvPr>
                  <p:cNvSpPr/>
                  <p:nvPr/>
                </p:nvSpPr>
                <p:spPr>
                  <a:xfrm>
                    <a:off x="396835" y="2322195"/>
                    <a:ext cx="255151" cy="255151"/>
                  </a:xfrm>
                  <a:prstGeom prst="roundRect">
                    <a:avLst>
                      <a:gd name="adj" fmla="val 18669"/>
                    </a:avLst>
                  </a:prstGeom>
                  <a:grpFill/>
                  <a:ln w="12700">
                    <a:solidFill>
                      <a:srgbClr val="00000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48" name="Text 10" descr="Decorative – no critical information">
                  <a:extLst>
                    <a:ext uri="{FF2B5EF4-FFF2-40B4-BE49-F238E27FC236}">
                      <a16:creationId xmlns:a16="http://schemas.microsoft.com/office/drawing/2014/main" id="{AFADC229-55E1-A468-C95A-83CFDEAA29EA}"/>
                    </a:ext>
                  </a:extLst>
                </p:cNvPr>
                <p:cNvSpPr/>
                <p:nvPr/>
              </p:nvSpPr>
              <p:spPr>
                <a:xfrm>
                  <a:off x="765334" y="2361128"/>
                  <a:ext cx="1417558" cy="17716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1350"/>
                    </a:lnSpc>
                    <a:buNone/>
                  </a:pPr>
                  <a:r>
                    <a:rPr lang="en-US" sz="11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Ethical Sourcing</a:t>
                  </a:r>
                  <a:endParaRPr lang="en-US" sz="11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46" name="Text 11" descr="Decorative – no critical information">
                <a:extLst>
                  <a:ext uri="{FF2B5EF4-FFF2-40B4-BE49-F238E27FC236}">
                    <a16:creationId xmlns:a16="http://schemas.microsoft.com/office/drawing/2014/main" id="{DCBBB423-59DF-4E47-78EB-58CBFA33FA1F}"/>
                  </a:ext>
                </a:extLst>
              </p:cNvPr>
              <p:cNvSpPr/>
              <p:nvPr/>
            </p:nvSpPr>
            <p:spPr>
              <a:xfrm>
                <a:off x="765334" y="2651641"/>
                <a:ext cx="7822763" cy="181451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400"/>
                  </a:lnSpc>
                  <a:buNone/>
                </a:pPr>
                <a:r>
                  <a:rPr lang="en-US" sz="8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Blockchain enables complete traceability</a:t>
                </a:r>
                <a:endParaRPr lang="en-US" sz="850" dirty="0">
                  <a:latin typeface="Calibri" panose="020F0502020204030204" pitchFamily="34" charset="0"/>
                </a:endParaRPr>
              </a:p>
            </p:txBody>
          </p:sp>
        </p:grpSp>
        <p:pic>
          <p:nvPicPr>
            <p:cNvPr id="144" name="Image 0" descr="Decorative – no critical information">
              <a:extLst>
                <a:ext uri="{FF2B5EF4-FFF2-40B4-BE49-F238E27FC236}">
                  <a16:creationId xmlns:a16="http://schemas.microsoft.com/office/drawing/2014/main" id="{CD0D576F-8CB8-90E4-B06E-9F377263F8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72418" y="963692"/>
              <a:ext cx="5368647" cy="5368647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</p:pic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234D979D-B3FF-4977-6A50-A4E33D13D436}"/>
              </a:ext>
            </a:extLst>
          </p:cNvPr>
          <p:cNvGrpSpPr/>
          <p:nvPr/>
        </p:nvGrpSpPr>
        <p:grpSpPr>
          <a:xfrm>
            <a:off x="396835" y="311825"/>
            <a:ext cx="13844230" cy="11516677"/>
            <a:chOff x="396835" y="311825"/>
            <a:chExt cx="13844230" cy="11516677"/>
          </a:xfrm>
          <a:solidFill>
            <a:srgbClr val="C07000"/>
          </a:solidFill>
        </p:grpSpPr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010EDE11-41EB-9DCA-0B6D-23BE1B3C3639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13844230" cy="6020514"/>
            </a:xfrm>
            <a:grpFill/>
          </p:grpSpPr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6C5515D9-11A2-E567-13FF-138175207656}"/>
                  </a:ext>
                </a:extLst>
              </p:cNvPr>
              <p:cNvGrpSpPr/>
              <p:nvPr/>
            </p:nvGrpSpPr>
            <p:grpSpPr>
              <a:xfrm>
                <a:off x="396835" y="311825"/>
                <a:ext cx="4572000" cy="1371600"/>
                <a:chOff x="396835" y="311825"/>
                <a:chExt cx="8191262" cy="2521267"/>
              </a:xfrm>
              <a:grpFill/>
            </p:grpSpPr>
            <p:grpSp>
              <p:nvGrpSpPr>
                <p:cNvPr id="172" name="Group 171">
                  <a:extLst>
                    <a:ext uri="{FF2B5EF4-FFF2-40B4-BE49-F238E27FC236}">
                      <a16:creationId xmlns:a16="http://schemas.microsoft.com/office/drawing/2014/main" id="{45292DB8-7F22-7A88-5898-19D28D33054F}"/>
                    </a:ext>
                  </a:extLst>
                </p:cNvPr>
                <p:cNvGrpSpPr/>
                <p:nvPr/>
              </p:nvGrpSpPr>
              <p:grpSpPr>
                <a:xfrm>
                  <a:off x="396835" y="311825"/>
                  <a:ext cx="4572000" cy="1371600"/>
                  <a:chOff x="396835" y="311825"/>
                  <a:chExt cx="4572000" cy="2226468"/>
                </a:xfrm>
                <a:grpFill/>
              </p:grpSpPr>
              <p:grpSp>
                <p:nvGrpSpPr>
                  <p:cNvPr id="174" name="Group 173">
                    <a:extLst>
                      <a:ext uri="{FF2B5EF4-FFF2-40B4-BE49-F238E27FC236}">
                        <a16:creationId xmlns:a16="http://schemas.microsoft.com/office/drawing/2014/main" id="{ECE3C713-44CA-1711-11A8-629FEA9F1170}"/>
                      </a:ext>
                    </a:extLst>
                  </p:cNvPr>
                  <p:cNvGrpSpPr/>
                  <p:nvPr/>
                </p:nvGrpSpPr>
                <p:grpSpPr>
                  <a:xfrm>
                    <a:off x="396835" y="311825"/>
                    <a:ext cx="4572000" cy="1371600"/>
                    <a:chOff x="396835" y="311825"/>
                    <a:chExt cx="4572000" cy="2265521"/>
                  </a:xfrm>
                  <a:grpFill/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AB0C8B0C-89CB-D638-7110-607752C09FB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6835" y="311825"/>
                      <a:ext cx="4572000" cy="1371600"/>
                      <a:chOff x="396835" y="311825"/>
                      <a:chExt cx="8191262" cy="1783556"/>
                    </a:xfrm>
                    <a:grpFill/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9A400D50-45CD-CB33-CC81-66C6A1029D7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96835" y="311825"/>
                        <a:ext cx="4572000" cy="1371600"/>
                        <a:chOff x="396835" y="311825"/>
                        <a:chExt cx="6275309" cy="1488757"/>
                      </a:xfrm>
                      <a:grpFill/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4AFA5A81-1C0C-0C62-CF98-5A1A4D2C814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96835" y="311825"/>
                          <a:ext cx="4572000" cy="1371600"/>
                          <a:chOff x="396835" y="311825"/>
                          <a:chExt cx="4572000" cy="1527810"/>
                        </a:xfrm>
                        <a:grpFill/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F249AB1A-1398-1510-DBC0-E078A4E82F6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396835" y="311825"/>
                            <a:ext cx="4572000" cy="1371600"/>
                            <a:chOff x="396835" y="311825"/>
                            <a:chExt cx="4572000" cy="1783556"/>
                          </a:xfrm>
                          <a:grpFill/>
                        </p:grpSpPr>
                        <p:grpSp>
                          <p:nvGrpSpPr>
                            <p:cNvPr id="184" name="Group 183">
                              <a:extLst>
                                <a:ext uri="{FF2B5EF4-FFF2-40B4-BE49-F238E27FC236}">
                                  <a16:creationId xmlns:a16="http://schemas.microsoft.com/office/drawing/2014/main" id="{4619EE81-A6F8-4BDE-AE61-EAD691A50F92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396835" y="311825"/>
                              <a:ext cx="4572000" cy="1371600"/>
                              <a:chOff x="396835" y="311825"/>
                              <a:chExt cx="4572000" cy="1488757"/>
                            </a:xfrm>
                            <a:grpFill/>
                          </p:grpSpPr>
                          <p:grpSp>
                            <p:nvGrpSpPr>
                              <p:cNvPr id="186" name="Group 185">
                                <a:extLst>
                                  <a:ext uri="{FF2B5EF4-FFF2-40B4-BE49-F238E27FC236}">
                                    <a16:creationId xmlns:a16="http://schemas.microsoft.com/office/drawing/2014/main" id="{4B3BF15D-8762-6C88-84C2-489C67D4A4FD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396835" y="311825"/>
                                <a:ext cx="4572000" cy="1371600"/>
                                <a:chOff x="396835" y="311825"/>
                                <a:chExt cx="4572000" cy="1527810"/>
                              </a:xfrm>
                              <a:grpFill/>
                            </p:grpSpPr>
                            <p:grpSp>
                              <p:nvGrpSpPr>
                                <p:cNvPr id="188" name="Group 187">
                                  <a:extLst>
                                    <a:ext uri="{FF2B5EF4-FFF2-40B4-BE49-F238E27FC236}">
                                      <a16:creationId xmlns:a16="http://schemas.microsoft.com/office/drawing/2014/main" id="{BC50D1B8-3D04-1DE6-CDA7-DE30DF0CBE59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396835" y="311825"/>
                                  <a:ext cx="4572000" cy="1371600"/>
                                  <a:chOff x="396835" y="311825"/>
                                  <a:chExt cx="8191262" cy="1371600"/>
                                </a:xfrm>
                                <a:grpFill/>
                              </p:grpSpPr>
                              <p:grpSp>
                                <p:nvGrpSpPr>
                                  <p:cNvPr id="190" name="Group 189">
                                    <a:extLst>
                                      <a:ext uri="{FF2B5EF4-FFF2-40B4-BE49-F238E27FC236}">
                                        <a16:creationId xmlns:a16="http://schemas.microsoft.com/office/drawing/2014/main" id="{2CF3CBF1-E209-4497-B4A0-4FA7348F9356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396835" y="311825"/>
                                    <a:ext cx="4572000" cy="1371600"/>
                                    <a:chOff x="396835" y="311825"/>
                                    <a:chExt cx="4572000" cy="1371600"/>
                                  </a:xfrm>
                                  <a:grpFill/>
                                </p:grpSpPr>
                                <p:sp>
                                  <p:nvSpPr>
                                    <p:cNvPr id="192" name="Text 0">
                                      <a:extLst>
                                        <a:ext uri="{FF2B5EF4-FFF2-40B4-BE49-F238E27FC236}">
                                          <a16:creationId xmlns:a16="http://schemas.microsoft.com/office/drawing/2014/main" id="{207A3075-6F00-FB8B-D29F-50BD63B7D4F8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396835" y="311825"/>
                                      <a:ext cx="4572000" cy="1371600"/>
                                    </a:xfrm>
                                    <a:prstGeom prst="rect">
                                      <a:avLst/>
                                    </a:prstGeom>
                                    <a:grpFill/>
                                    <a:ln w="12700">
                                      <a:solidFill>
                                        <a:srgbClr val="000000"/>
                                      </a:solidFill>
                                    </a:ln>
                                  </p:spPr>
                                  <p:txBody>
                                    <a:bodyPr wrap="none" lIns="0" tIns="0" rIns="0" bIns="0" rtlCol="0" anchor="t"/>
                                    <a:lstStyle/>
                                    <a:p>
                                      <a:pPr marL="0" indent="0" algn="l">
                                        <a:lnSpc>
                                          <a:spcPts val="2750"/>
                                        </a:lnSpc>
                                        <a:buNone/>
                                      </a:pPr>
                                      <a:r>
                                        <a:rPr lang="en-US" sz="3200" b="1" dirty="0">
                                          <a:solidFill>
                                            <a:srgbClr val="000000"/>
                                          </a:solidFill>
                                          <a:latin typeface="Calibri" panose="020F0502020204030204" pitchFamily="34" charset="0"/>
                                          <a:ea typeface="Inter Bold" pitchFamily="34" charset="-122"/>
                                          <a:cs typeface="Inter Bold" pitchFamily="34" charset="-120"/>
                                        </a:rPr>
                                        <a:t>Sustainable &amp; Green Supply Chains</a:t>
                                      </a:r>
                                      <a:endParaRPr lang="en-US" sz="2200" dirty="0">
                                        <a:latin typeface="Calibri" panose="020F0502020204030204" pitchFamily="34" charset="0"/>
                                      </a:endParaRPr>
                                    </a:p>
                                  </p:txBody>
                                </p:sp>
                                <p:sp>
                                  <p:nvSpPr>
                                    <p:cNvPr id="193" name="Text 1">
                                      <a:extLst>
                                        <a:ext uri="{FF2B5EF4-FFF2-40B4-BE49-F238E27FC236}">
                                          <a16:creationId xmlns:a16="http://schemas.microsoft.com/office/drawing/2014/main" id="{F87EF26D-DB3B-82F1-C149-9BF60AAB3BCE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396835" y="949523"/>
                                      <a:ext cx="2418398" cy="212646"/>
                                    </a:xfrm>
                                    <a:prstGeom prst="rect">
                                      <a:avLst/>
                                    </a:prstGeom>
                                    <a:grpFill/>
                                    <a:ln w="12700">
                                      <a:solidFill>
                                        <a:srgbClr val="000000"/>
                                      </a:solidFill>
                                    </a:ln>
                                  </p:spPr>
                                  <p:txBody>
                                    <a:bodyPr wrap="none" lIns="0" tIns="0" rIns="0" bIns="0" rtlCol="0" anchor="t"/>
                                    <a:lstStyle/>
                                    <a:p>
                                      <a:pPr marL="0" indent="0" algn="l">
                                        <a:lnSpc>
                                          <a:spcPts val="1650"/>
                                        </a:lnSpc>
                                        <a:buNone/>
                                      </a:pPr>
                                      <a:r>
                                        <a:rPr lang="en-US" sz="1300" b="1" dirty="0">
                                          <a:solidFill>
                                            <a:srgbClr val="000000"/>
                                          </a:solidFill>
                                          <a:latin typeface="Calibri" panose="020F0502020204030204" pitchFamily="34" charset="0"/>
                                          <a:ea typeface="Inter Bold" pitchFamily="34" charset="-122"/>
                                          <a:cs typeface="Inter Bold" pitchFamily="34" charset="-120"/>
                                        </a:rPr>
                                        <a:t>Environmental Responsibility</a:t>
                                      </a:r>
                                      <a:endParaRPr lang="en-US" sz="1300" dirty="0">
                                        <a:latin typeface="Calibri" panose="020F0502020204030204" pitchFamily="34" charset="0"/>
                                      </a:endParaRPr>
                                    </a:p>
                                  </p:txBody>
                                </p:sp>
                              </p:grpSp>
                              <p:sp>
                                <p:nvSpPr>
                                  <p:cNvPr id="191" name="Text 2" descr="Decorative – no critical information">
                                    <a:extLst>
                                      <a:ext uri="{FF2B5EF4-FFF2-40B4-BE49-F238E27FC236}">
                                        <a16:creationId xmlns:a16="http://schemas.microsoft.com/office/drawing/2014/main" id="{01FFE56E-B0E7-D27C-F76F-127BBD30B9B6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396835" y="1275517"/>
                                    <a:ext cx="8191262" cy="181451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none" lIns="0" tIns="0" rIns="0" bIns="0" rtlCol="0" anchor="t"/>
                                  <a:lstStyle/>
                                  <a:p>
                                    <a:pPr marL="0" indent="0" algn="l">
                                      <a:lnSpc>
                                        <a:spcPts val="1400"/>
                                      </a:lnSpc>
                                      <a:buNone/>
                                    </a:pPr>
                                    <a:r>
                                      <a:rPr lang="en-US" sz="850" dirty="0">
                                        <a:solidFill>
                                          <a:srgbClr val="272525"/>
                                        </a:solidFill>
                                        <a:latin typeface="Calibri" panose="020F0502020204030204" pitchFamily="34" charset="0"/>
                                        <a:ea typeface="Inter" pitchFamily="34" charset="-122"/>
                                        <a:cs typeface="Inter" pitchFamily="34" charset="-120"/>
                                      </a:rPr>
                                      <a:t>Modern supply chains prioritize reducing environmental footprint while promoting circular economy principles</a:t>
                                    </a:r>
                                    <a:endParaRPr lang="en-US" sz="850" dirty="0">
                                      <a:latin typeface="Calibri" panose="020F0502020204030204" pitchFamily="34" charset="0"/>
                                    </a:endParaRPr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189" name="Shape 3" descr="Decorative – no critical information">
                                  <a:extLst>
                                    <a:ext uri="{FF2B5EF4-FFF2-40B4-BE49-F238E27FC236}">
                                      <a16:creationId xmlns:a16="http://schemas.microsoft.com/office/drawing/2014/main" id="{00EA4FBF-7A7A-99DD-1E70-E7CC628CF3E6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396835" y="1584484"/>
                                  <a:ext cx="255151" cy="255151"/>
                                </a:xfrm>
                                <a:prstGeom prst="roundRect">
                                  <a:avLst>
                                    <a:gd name="adj" fmla="val 18669"/>
                                  </a:avLst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  <a:prstDash val="solid"/>
                                </a:ln>
                              </p:spPr>
                              <p:txBody>
                                <a:bodyPr/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</p:grpSp>
                          <p:sp>
                            <p:nvSpPr>
                              <p:cNvPr id="187" name="Text 4" descr="Decorative – no critical information">
                                <a:extLst>
                                  <a:ext uri="{FF2B5EF4-FFF2-40B4-BE49-F238E27FC236}">
                                    <a16:creationId xmlns:a16="http://schemas.microsoft.com/office/drawing/2014/main" id="{2EB9E4FE-2D3B-3E96-7FA0-61A1F075CA5F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765334" y="1623417"/>
                                <a:ext cx="1911429" cy="177165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1350"/>
                                  </a:lnSpc>
                                  <a:buNone/>
                                </a:pPr>
                                <a:r>
                                  <a:rPr lang="en-US" sz="1100" b="1" dirty="0">
                                    <a:solidFill>
                                      <a:srgbClr val="272525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Carbon Footprint Reduction</a:t>
                                </a:r>
                                <a:endParaRPr lang="en-US" sz="110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185" name="Text 5" descr="Decorative – no critical information">
                              <a:extLst>
                                <a:ext uri="{FF2B5EF4-FFF2-40B4-BE49-F238E27FC236}">
                                  <a16:creationId xmlns:a16="http://schemas.microsoft.com/office/drawing/2014/main" id="{F6C23D4A-2A21-C01A-94F0-1D63087D8A9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765334" y="1913930"/>
                              <a:ext cx="3656290" cy="181451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1400"/>
                                </a:lnSpc>
                                <a:buNone/>
                              </a:pPr>
                              <a:r>
                                <a:rPr lang="en-US" sz="850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" pitchFamily="34" charset="-122"/>
                                  <a:cs typeface="Inter" pitchFamily="34" charset="-120"/>
                                </a:rPr>
                                <a:t>Optimizing transportation and energy use</a:t>
                              </a:r>
                              <a:endParaRPr lang="en-US" sz="8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83" name="Shape 6" descr="Decorative – no critical information">
                            <a:extLst>
                              <a:ext uri="{FF2B5EF4-FFF2-40B4-BE49-F238E27FC236}">
                                <a16:creationId xmlns:a16="http://schemas.microsoft.com/office/drawing/2014/main" id="{88D03032-8DC9-C92D-4F06-8C18CD38508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563308" y="1584484"/>
                            <a:ext cx="255151" cy="255151"/>
                          </a:xfrm>
                          <a:prstGeom prst="roundRect">
                            <a:avLst>
                              <a:gd name="adj" fmla="val 18669"/>
                            </a:avLst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  <a:prstDash val="solid"/>
                          </a:ln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181" name="Text 7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D0F4B1EB-15FB-6722-4802-32478F5767D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931807" y="1623417"/>
                          <a:ext cx="1740337" cy="177165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1350"/>
                            </a:lnSpc>
                            <a:buNone/>
                          </a:pPr>
                          <a:r>
                            <a:rPr lang="en-US" sz="1100" b="1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Circular Economy Design</a:t>
                          </a:r>
                          <a:endParaRPr lang="en-US" sz="11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179" name="Text 8" descr="Decorative – no critical information">
                        <a:extLst>
                          <a:ext uri="{FF2B5EF4-FFF2-40B4-BE49-F238E27FC236}">
                            <a16:creationId xmlns:a16="http://schemas.microsoft.com/office/drawing/2014/main" id="{E9C11DC7-817B-4C47-DE1C-9250439B23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31807" y="1913930"/>
                        <a:ext cx="3656290" cy="181451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1400"/>
                          </a:lnSpc>
                          <a:buNone/>
                        </a:pPr>
                        <a:r>
                          <a:rPr lang="en-US" sz="85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Designing for reuse, recycling, refurbishment</a:t>
                        </a:r>
                        <a:endParaRPr lang="en-US" sz="8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177" name="Shape 9" descr="Decorative – no critical information">
                      <a:extLst>
                        <a:ext uri="{FF2B5EF4-FFF2-40B4-BE49-F238E27FC236}">
                          <a16:creationId xmlns:a16="http://schemas.microsoft.com/office/drawing/2014/main" id="{431A66F6-26DB-C458-9969-5303C99A9D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6835" y="2322195"/>
                      <a:ext cx="255151" cy="255151"/>
                    </a:xfrm>
                    <a:prstGeom prst="roundRect">
                      <a:avLst>
                        <a:gd name="adj" fmla="val 18669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75" name="Text 10" descr="Decorative – no critical information">
                    <a:extLst>
                      <a:ext uri="{FF2B5EF4-FFF2-40B4-BE49-F238E27FC236}">
                        <a16:creationId xmlns:a16="http://schemas.microsoft.com/office/drawing/2014/main" id="{B038DD23-2BFF-73BB-2177-252C9025906D}"/>
                      </a:ext>
                    </a:extLst>
                  </p:cNvPr>
                  <p:cNvSpPr/>
                  <p:nvPr/>
                </p:nvSpPr>
                <p:spPr>
                  <a:xfrm>
                    <a:off x="765334" y="2361128"/>
                    <a:ext cx="1417558" cy="177165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1350"/>
                      </a:lnSpc>
                      <a:buNone/>
                    </a:pPr>
                    <a:r>
                      <a:rPr lang="en-US" sz="110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Ethical Sourcing</a:t>
                    </a:r>
                    <a:endParaRPr lang="en-US" sz="11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73" name="Text 11" descr="Decorative – no critical information">
                  <a:extLst>
                    <a:ext uri="{FF2B5EF4-FFF2-40B4-BE49-F238E27FC236}">
                      <a16:creationId xmlns:a16="http://schemas.microsoft.com/office/drawing/2014/main" id="{04EDC278-6C9D-6C10-9E9F-26B5B1196D37}"/>
                    </a:ext>
                  </a:extLst>
                </p:cNvPr>
                <p:cNvSpPr/>
                <p:nvPr/>
              </p:nvSpPr>
              <p:spPr>
                <a:xfrm>
                  <a:off x="765334" y="2651641"/>
                  <a:ext cx="7822763" cy="181451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1400"/>
                    </a:lnSpc>
                    <a:buNone/>
                  </a:pPr>
                  <a:r>
                    <a:rPr lang="en-US" sz="8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Blockchain enables complete traceability</a:t>
                  </a:r>
                  <a:endParaRPr lang="en-US" sz="850" dirty="0">
                    <a:latin typeface="Calibri" panose="020F0502020204030204" pitchFamily="34" charset="0"/>
                  </a:endParaRPr>
                </a:p>
              </p:txBody>
            </p:sp>
          </p:grpSp>
          <p:pic>
            <p:nvPicPr>
              <p:cNvPr id="171" name="Image 0" descr="Decorative – no critical information">
                <a:extLst>
                  <a:ext uri="{FF2B5EF4-FFF2-40B4-BE49-F238E27FC236}">
                    <a16:creationId xmlns:a16="http://schemas.microsoft.com/office/drawing/2014/main" id="{0FDFD619-E898-C5E5-8901-22682E7841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72418" y="963692"/>
                <a:ext cx="5368647" cy="5368647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</p:grpSp>
        <p:pic>
          <p:nvPicPr>
            <p:cNvPr id="169" name="Image 1" descr="Decorative – no critical information">
              <a:extLst>
                <a:ext uri="{FF2B5EF4-FFF2-40B4-BE49-F238E27FC236}">
                  <a16:creationId xmlns:a16="http://schemas.microsoft.com/office/drawing/2014/main" id="{3F22E9D4-B282-4401-501A-45E18D2AC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872418" y="6459855"/>
              <a:ext cx="5368647" cy="5368647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312322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7757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8011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4434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9908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42FB60EB-6945-F955-B5FE-39964A00B9A5}"/>
              </a:ext>
            </a:extLst>
          </p:cNvPr>
          <p:cNvGrpSpPr/>
          <p:nvPr/>
        </p:nvGrpSpPr>
        <p:grpSpPr>
          <a:xfrm>
            <a:off x="396835" y="311825"/>
            <a:ext cx="4572000" cy="1371600"/>
            <a:chOff x="396835" y="311825"/>
            <a:chExt cx="4572000" cy="1371600"/>
          </a:xfrm>
          <a:solidFill>
            <a:srgbClr val="C07000"/>
          </a:solidFill>
        </p:grpSpPr>
        <p:sp>
          <p:nvSpPr>
            <p:cNvPr id="2" name="Text 0"/>
            <p:cNvSpPr/>
            <p:nvPr/>
          </p:nvSpPr>
          <p:spPr>
            <a:xfrm>
              <a:off x="396835" y="311825"/>
              <a:ext cx="4572000" cy="1371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3200" b="1" dirty="0">
                  <a:solidFill>
                    <a:srgbClr val="000000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Sustainable &amp; Green Supply Chains</a:t>
              </a:r>
              <a:endParaRPr lang="en-US" sz="2200" dirty="0">
                <a:latin typeface="Calibri" panose="020F0502020204030204" pitchFamily="34" charset="0"/>
              </a:endParaRPr>
            </a:p>
          </p:txBody>
        </p:sp>
        <p:sp>
          <p:nvSpPr>
            <p:cNvPr id="3" name="Text 1"/>
            <p:cNvSpPr/>
            <p:nvPr/>
          </p:nvSpPr>
          <p:spPr>
            <a:xfrm>
              <a:off x="396835" y="949523"/>
              <a:ext cx="2418398" cy="212646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1300" b="1" dirty="0">
                  <a:solidFill>
                    <a:srgbClr val="000000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Environmental Responsibility</a:t>
              </a:r>
              <a:endParaRPr lang="en-US" sz="1300" dirty="0">
                <a:latin typeface="Calibri" panose="020F0502020204030204" pitchFamily="34" charset="0"/>
              </a:endParaRPr>
            </a:p>
          </p:txBody>
        </p:sp>
      </p:grpSp>
      <p:sp>
        <p:nvSpPr>
          <p:cNvPr id="4" name="Text 2" descr="Decorative – no critical information"/>
          <p:cNvSpPr/>
          <p:nvPr/>
        </p:nvSpPr>
        <p:spPr>
          <a:xfrm>
            <a:off x="396835" y="1275517"/>
            <a:ext cx="819126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Modern supply chains prioritize reducing environmental footprint while promoting circular economy principles</a:t>
            </a:r>
            <a:endParaRPr lang="en-US" sz="850" dirty="0">
              <a:latin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96835" y="1584484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5334" y="1623417"/>
            <a:ext cx="1911429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Carbon Footprint Reduction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5334" y="1913930"/>
            <a:ext cx="365629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Optimizing transportation and energy use</a:t>
            </a:r>
            <a:endParaRPr lang="en-US" sz="850" dirty="0">
              <a:latin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63308" y="1584484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1807" y="1623417"/>
            <a:ext cx="1740337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Circular Economy Design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31807" y="1913930"/>
            <a:ext cx="365629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Designing for reuse, recycling, refurbishment</a:t>
            </a:r>
            <a:endParaRPr lang="en-US" sz="850" dirty="0">
              <a:latin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96835" y="2322195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5334" y="236112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Ethical Sourcing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5334" y="2651641"/>
            <a:ext cx="782276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Blockchain enables complete traceability</a:t>
            </a:r>
            <a:endParaRPr lang="en-US" sz="850" dirty="0">
              <a:latin typeface="Calibri" panose="020F0502020204030204" pitchFamily="34" charset="0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418" y="963692"/>
            <a:ext cx="5368647" cy="5368647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418" y="6459855"/>
            <a:ext cx="5368647" cy="536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999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42FB60EB-6945-F955-B5FE-39964A00B9A5}"/>
              </a:ext>
            </a:extLst>
          </p:cNvPr>
          <p:cNvGrpSpPr/>
          <p:nvPr/>
        </p:nvGrpSpPr>
        <p:grpSpPr>
          <a:xfrm>
            <a:off x="396835" y="311825"/>
            <a:ext cx="4572000" cy="1371600"/>
            <a:chOff x="396835" y="311825"/>
            <a:chExt cx="4572000" cy="1371600"/>
          </a:xfrm>
          <a:solidFill>
            <a:srgbClr val="C07000"/>
          </a:solidFill>
        </p:grpSpPr>
        <p:sp>
          <p:nvSpPr>
            <p:cNvPr id="2" name="Text 0"/>
            <p:cNvSpPr/>
            <p:nvPr/>
          </p:nvSpPr>
          <p:spPr>
            <a:xfrm>
              <a:off x="396835" y="311825"/>
              <a:ext cx="4572000" cy="1371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3200" b="1" dirty="0">
                  <a:solidFill>
                    <a:srgbClr val="000000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Sustainable &amp; Green Supply Chains</a:t>
              </a:r>
              <a:endParaRPr lang="en-US" sz="2200" dirty="0">
                <a:latin typeface="Calibri" panose="020F0502020204030204" pitchFamily="34" charset="0"/>
              </a:endParaRPr>
            </a:p>
          </p:txBody>
        </p:sp>
        <p:sp>
          <p:nvSpPr>
            <p:cNvPr id="3" name="Text 1"/>
            <p:cNvSpPr/>
            <p:nvPr/>
          </p:nvSpPr>
          <p:spPr>
            <a:xfrm>
              <a:off x="396835" y="949523"/>
              <a:ext cx="2418398" cy="212646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1300" b="1" dirty="0">
                  <a:solidFill>
                    <a:srgbClr val="000000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Environmental Responsibility</a:t>
              </a:r>
              <a:endParaRPr lang="en-US" sz="1300" dirty="0">
                <a:latin typeface="Calibri" panose="020F0502020204030204" pitchFamily="34" charset="0"/>
              </a:endParaRPr>
            </a:p>
          </p:txBody>
        </p:sp>
      </p:grpSp>
      <p:sp>
        <p:nvSpPr>
          <p:cNvPr id="4" name="Text 2" descr="Decorative – no critical information"/>
          <p:cNvSpPr/>
          <p:nvPr/>
        </p:nvSpPr>
        <p:spPr>
          <a:xfrm>
            <a:off x="396835" y="1275517"/>
            <a:ext cx="819126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Modern supply chains prioritize reducing environmental footprint while promoting circular economy principles</a:t>
            </a:r>
            <a:endParaRPr lang="en-US" sz="850" dirty="0">
              <a:latin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96835" y="1584484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5334" y="1623417"/>
            <a:ext cx="1911429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Carbon Footprint Reduction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5334" y="1913930"/>
            <a:ext cx="365629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Optimizing transportation and energy use</a:t>
            </a:r>
            <a:endParaRPr lang="en-US" sz="850" dirty="0">
              <a:latin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63308" y="1584484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1807" y="1623417"/>
            <a:ext cx="1740337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Circular Economy Design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31807" y="1913930"/>
            <a:ext cx="365629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Designing for reuse, recycling, refurbishment</a:t>
            </a:r>
            <a:endParaRPr lang="en-US" sz="850" dirty="0">
              <a:latin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96835" y="2322195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5334" y="236112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Ethical Sourcing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5334" y="2651641"/>
            <a:ext cx="782276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Blockchain enables complete traceability</a:t>
            </a:r>
            <a:endParaRPr lang="en-US" sz="850" dirty="0">
              <a:latin typeface="Calibri" panose="020F0502020204030204" pitchFamily="34" charset="0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418" y="963692"/>
            <a:ext cx="5368647" cy="5368647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418" y="6459855"/>
            <a:ext cx="5368647" cy="536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284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4631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3058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1847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4328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8210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0650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96831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1845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87883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87078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7FD71EB0-54A7-A8E0-F239-936C79DE81E0}"/>
              </a:ext>
            </a:extLst>
          </p:cNvPr>
          <p:cNvGrpSpPr/>
          <p:nvPr/>
        </p:nvGrpSpPr>
        <p:grpSpPr>
          <a:xfrm>
            <a:off x="396835" y="311825"/>
            <a:ext cx="8191262" cy="1371600"/>
            <a:chOff x="396835" y="311825"/>
            <a:chExt cx="8191262" cy="1371600"/>
          </a:xfrm>
          <a:solidFill>
            <a:srgbClr val="C07000"/>
          </a:solidFill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2FB60EB-6945-F955-B5FE-39964A00B9A5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4572000" cy="1371600"/>
            </a:xfrm>
            <a:grpFill/>
          </p:grpSpPr>
          <p:sp>
            <p:nvSpPr>
              <p:cNvPr id="2" name="Text 0"/>
              <p:cNvSpPr/>
              <p:nvPr/>
            </p:nvSpPr>
            <p:spPr>
              <a:xfrm>
                <a:off x="396835" y="311825"/>
                <a:ext cx="45720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Sustainable &amp; Green Supply Chains</a:t>
                </a:r>
                <a:endParaRPr lang="en-US" sz="22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3" name="Text 1"/>
              <p:cNvSpPr/>
              <p:nvPr/>
            </p:nvSpPr>
            <p:spPr>
              <a:xfrm>
                <a:off x="396835" y="949523"/>
                <a:ext cx="2418398" cy="212646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650"/>
                  </a:lnSpc>
                  <a:buNone/>
                </a:pPr>
                <a:r>
                  <a:rPr lang="en-US" sz="13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Environmental Responsibility</a:t>
                </a:r>
                <a:endParaRPr lang="en-US" sz="13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Text 2" descr="Decorative – no critical information"/>
            <p:cNvSpPr/>
            <p:nvPr/>
          </p:nvSpPr>
          <p:spPr>
            <a:xfrm>
              <a:off x="396835" y="1275517"/>
              <a:ext cx="8191262" cy="181451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8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Modern supply chains prioritize reducing environmental footprint while promoting circular economy principles</a:t>
              </a:r>
              <a:endParaRPr lang="en-US" sz="850" dirty="0">
                <a:latin typeface="Calibri" panose="020F0502020204030204" pitchFamily="34" charset="0"/>
              </a:endParaRPr>
            </a:p>
          </p:txBody>
        </p:sp>
      </p:grpSp>
      <p:sp>
        <p:nvSpPr>
          <p:cNvPr id="5" name="Shape 3" descr="Decorative – no critical information"/>
          <p:cNvSpPr/>
          <p:nvPr/>
        </p:nvSpPr>
        <p:spPr>
          <a:xfrm>
            <a:off x="396835" y="1584484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5334" y="1623417"/>
            <a:ext cx="1911429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Carbon Footprint Reduction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5334" y="1913930"/>
            <a:ext cx="365629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Optimizing transportation and energy use</a:t>
            </a:r>
            <a:endParaRPr lang="en-US" sz="850" dirty="0">
              <a:latin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63308" y="1584484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1807" y="1623417"/>
            <a:ext cx="1740337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Circular Economy Design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31807" y="1913930"/>
            <a:ext cx="365629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Designing for reuse, recycling, refurbishment</a:t>
            </a:r>
            <a:endParaRPr lang="en-US" sz="850" dirty="0">
              <a:latin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96835" y="2322195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5334" y="236112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Ethical Sourcing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5334" y="2651641"/>
            <a:ext cx="782276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Blockchain enables complete traceability</a:t>
            </a:r>
            <a:endParaRPr lang="en-US" sz="850" dirty="0">
              <a:latin typeface="Calibri" panose="020F0502020204030204" pitchFamily="34" charset="0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418" y="963692"/>
            <a:ext cx="5368647" cy="5368647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418" y="6459855"/>
            <a:ext cx="5368647" cy="536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844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7FD71EB0-54A7-A8E0-F239-936C79DE81E0}"/>
              </a:ext>
            </a:extLst>
          </p:cNvPr>
          <p:cNvGrpSpPr/>
          <p:nvPr/>
        </p:nvGrpSpPr>
        <p:grpSpPr>
          <a:xfrm>
            <a:off x="396835" y="311825"/>
            <a:ext cx="8191262" cy="1371600"/>
            <a:chOff x="396835" y="311825"/>
            <a:chExt cx="8191262" cy="1371600"/>
          </a:xfrm>
          <a:solidFill>
            <a:srgbClr val="C07000"/>
          </a:solidFill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2FB60EB-6945-F955-B5FE-39964A00B9A5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4572000" cy="1371600"/>
            </a:xfrm>
            <a:grpFill/>
          </p:grpSpPr>
          <p:sp>
            <p:nvSpPr>
              <p:cNvPr id="2" name="Text 0"/>
              <p:cNvSpPr/>
              <p:nvPr/>
            </p:nvSpPr>
            <p:spPr>
              <a:xfrm>
                <a:off x="396835" y="311825"/>
                <a:ext cx="45720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Sustainable &amp; Green Supply Chains</a:t>
                </a:r>
                <a:endParaRPr lang="en-US" sz="22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3" name="Text 1"/>
              <p:cNvSpPr/>
              <p:nvPr/>
            </p:nvSpPr>
            <p:spPr>
              <a:xfrm>
                <a:off x="396835" y="949523"/>
                <a:ext cx="2418398" cy="212646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650"/>
                  </a:lnSpc>
                  <a:buNone/>
                </a:pPr>
                <a:r>
                  <a:rPr lang="en-US" sz="13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Environmental Responsibility</a:t>
                </a:r>
                <a:endParaRPr lang="en-US" sz="13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Text 2" descr="Decorative – no critical information"/>
            <p:cNvSpPr/>
            <p:nvPr/>
          </p:nvSpPr>
          <p:spPr>
            <a:xfrm>
              <a:off x="396835" y="1275517"/>
              <a:ext cx="8191262" cy="181451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8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Modern supply chains prioritize reducing environmental footprint while promoting circular economy principles</a:t>
              </a:r>
              <a:endParaRPr lang="en-US" sz="850" dirty="0">
                <a:latin typeface="Calibri" panose="020F0502020204030204" pitchFamily="34" charset="0"/>
              </a:endParaRPr>
            </a:p>
          </p:txBody>
        </p:sp>
      </p:grpSp>
      <p:sp>
        <p:nvSpPr>
          <p:cNvPr id="5" name="Shape 3" descr="Decorative – no critical information"/>
          <p:cNvSpPr/>
          <p:nvPr/>
        </p:nvSpPr>
        <p:spPr>
          <a:xfrm>
            <a:off x="396835" y="1584484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5334" y="1623417"/>
            <a:ext cx="1911429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Carbon Footprint Reduction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5334" y="1913930"/>
            <a:ext cx="365629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Optimizing transportation and energy use</a:t>
            </a:r>
            <a:endParaRPr lang="en-US" sz="850" dirty="0">
              <a:latin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63308" y="1584484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1807" y="1623417"/>
            <a:ext cx="1740337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Circular Economy Design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31807" y="1913930"/>
            <a:ext cx="365629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Designing for reuse, recycling, refurbishment</a:t>
            </a:r>
            <a:endParaRPr lang="en-US" sz="850" dirty="0">
              <a:latin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96835" y="2322195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5334" y="236112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Ethical Sourcing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5334" y="2651641"/>
            <a:ext cx="782276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Blockchain enables complete traceability</a:t>
            </a:r>
            <a:endParaRPr lang="en-US" sz="850" dirty="0">
              <a:latin typeface="Calibri" panose="020F0502020204030204" pitchFamily="34" charset="0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418" y="963692"/>
            <a:ext cx="5368647" cy="5368647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418" y="6459855"/>
            <a:ext cx="5368647" cy="536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4427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0739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3051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26142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99531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0978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51170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8491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93590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20450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40867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C6EE42C-6FDD-037D-C040-6DBA47B92C18}"/>
              </a:ext>
            </a:extLst>
          </p:cNvPr>
          <p:cNvGrpSpPr/>
          <p:nvPr/>
        </p:nvGrpSpPr>
        <p:grpSpPr>
          <a:xfrm>
            <a:off x="396835" y="311825"/>
            <a:ext cx="4572000" cy="1527810"/>
            <a:chOff x="396835" y="311825"/>
            <a:chExt cx="4572000" cy="1527810"/>
          </a:xfrm>
          <a:solidFill>
            <a:srgbClr val="C07000"/>
          </a:solidFill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FD71EB0-54A7-A8E0-F239-936C79DE81E0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8191262" cy="1371600"/>
            </a:xfrm>
            <a:grpFill/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42FB60EB-6945-F955-B5FE-39964A00B9A5}"/>
                  </a:ext>
                </a:extLst>
              </p:cNvPr>
              <p:cNvGrpSpPr/>
              <p:nvPr/>
            </p:nvGrpSpPr>
            <p:grpSpPr>
              <a:xfrm>
                <a:off x="396835" y="311825"/>
                <a:ext cx="4572000" cy="1371600"/>
                <a:chOff x="396835" y="311825"/>
                <a:chExt cx="4572000" cy="1371600"/>
              </a:xfrm>
              <a:grpFill/>
            </p:grpSpPr>
            <p:sp>
              <p:nvSpPr>
                <p:cNvPr id="2" name="Text 0"/>
                <p:cNvSpPr/>
                <p:nvPr/>
              </p:nvSpPr>
              <p:spPr>
                <a:xfrm>
                  <a:off x="396835" y="311825"/>
                  <a:ext cx="4572000" cy="137160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750"/>
                    </a:lnSpc>
                    <a:buNone/>
                  </a:pPr>
                  <a:r>
                    <a:rPr lang="en-US" sz="32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Sustainable &amp; Green Supply Chains</a:t>
                  </a:r>
                  <a:endParaRPr lang="en-US" sz="22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" name="Text 1"/>
                <p:cNvSpPr/>
                <p:nvPr/>
              </p:nvSpPr>
              <p:spPr>
                <a:xfrm>
                  <a:off x="396835" y="949523"/>
                  <a:ext cx="2418398" cy="212646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1650"/>
                    </a:lnSpc>
                    <a:buNone/>
                  </a:pPr>
                  <a:r>
                    <a:rPr lang="en-US" sz="13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Environmental Responsibility</a:t>
                  </a:r>
                  <a:endParaRPr lang="en-US" sz="13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4" name="Text 2" descr="Decorative – no critical information"/>
              <p:cNvSpPr/>
              <p:nvPr/>
            </p:nvSpPr>
            <p:spPr>
              <a:xfrm>
                <a:off x="396835" y="1275517"/>
                <a:ext cx="8191262" cy="181451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400"/>
                  </a:lnSpc>
                  <a:buNone/>
                </a:pPr>
                <a:r>
                  <a:rPr lang="en-US" sz="8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Modern supply chains prioritize reducing environmental footprint while promoting circular economy principles</a:t>
                </a:r>
                <a:endParaRPr lang="en-US" sz="8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5" name="Shape 3" descr="Decorative – no critical information"/>
            <p:cNvSpPr/>
            <p:nvPr/>
          </p:nvSpPr>
          <p:spPr>
            <a:xfrm>
              <a:off x="396835" y="1584484"/>
              <a:ext cx="255151" cy="255151"/>
            </a:xfrm>
            <a:prstGeom prst="roundRect">
              <a:avLst>
                <a:gd name="adj" fmla="val 18669"/>
              </a:avLst>
            </a:prstGeom>
            <a:grpFill/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 4" descr="Decorative – no critical information"/>
          <p:cNvSpPr/>
          <p:nvPr/>
        </p:nvSpPr>
        <p:spPr>
          <a:xfrm>
            <a:off x="765334" y="1623417"/>
            <a:ext cx="1911429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Carbon Footprint Reduction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5334" y="1913930"/>
            <a:ext cx="365629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Optimizing transportation and energy use</a:t>
            </a:r>
            <a:endParaRPr lang="en-US" sz="850" dirty="0">
              <a:latin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63308" y="1584484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1807" y="1623417"/>
            <a:ext cx="1740337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Circular Economy Design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31807" y="1913930"/>
            <a:ext cx="365629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Designing for reuse, recycling, refurbishment</a:t>
            </a:r>
            <a:endParaRPr lang="en-US" sz="850" dirty="0">
              <a:latin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96835" y="2322195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5334" y="236112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Ethical Sourcing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5334" y="2651641"/>
            <a:ext cx="782276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Blockchain enables complete traceability</a:t>
            </a:r>
            <a:endParaRPr lang="en-US" sz="850" dirty="0">
              <a:latin typeface="Calibri" panose="020F0502020204030204" pitchFamily="34" charset="0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418" y="963692"/>
            <a:ext cx="5368647" cy="5368647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418" y="6459855"/>
            <a:ext cx="5368647" cy="536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4241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C6EE42C-6FDD-037D-C040-6DBA47B92C18}"/>
              </a:ext>
            </a:extLst>
          </p:cNvPr>
          <p:cNvGrpSpPr/>
          <p:nvPr/>
        </p:nvGrpSpPr>
        <p:grpSpPr>
          <a:xfrm>
            <a:off x="396835" y="311825"/>
            <a:ext cx="4572000" cy="1527810"/>
            <a:chOff x="396835" y="311825"/>
            <a:chExt cx="4572000" cy="1527810"/>
          </a:xfrm>
          <a:solidFill>
            <a:srgbClr val="C07000"/>
          </a:solidFill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FD71EB0-54A7-A8E0-F239-936C79DE81E0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8191262" cy="1371600"/>
            </a:xfrm>
            <a:grpFill/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42FB60EB-6945-F955-B5FE-39964A00B9A5}"/>
                  </a:ext>
                </a:extLst>
              </p:cNvPr>
              <p:cNvGrpSpPr/>
              <p:nvPr/>
            </p:nvGrpSpPr>
            <p:grpSpPr>
              <a:xfrm>
                <a:off x="396835" y="311825"/>
                <a:ext cx="4572000" cy="1371600"/>
                <a:chOff x="396835" y="311825"/>
                <a:chExt cx="4572000" cy="1371600"/>
              </a:xfrm>
              <a:grpFill/>
            </p:grpSpPr>
            <p:sp>
              <p:nvSpPr>
                <p:cNvPr id="2" name="Text 0"/>
                <p:cNvSpPr/>
                <p:nvPr/>
              </p:nvSpPr>
              <p:spPr>
                <a:xfrm>
                  <a:off x="396835" y="311825"/>
                  <a:ext cx="4572000" cy="137160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750"/>
                    </a:lnSpc>
                    <a:buNone/>
                  </a:pPr>
                  <a:r>
                    <a:rPr lang="en-US" sz="32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Sustainable &amp; Green Supply Chains</a:t>
                  </a:r>
                  <a:endParaRPr lang="en-US" sz="22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" name="Text 1"/>
                <p:cNvSpPr/>
                <p:nvPr/>
              </p:nvSpPr>
              <p:spPr>
                <a:xfrm>
                  <a:off x="396835" y="949523"/>
                  <a:ext cx="2418398" cy="212646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1650"/>
                    </a:lnSpc>
                    <a:buNone/>
                  </a:pPr>
                  <a:r>
                    <a:rPr lang="en-US" sz="13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Environmental Responsibility</a:t>
                  </a:r>
                  <a:endParaRPr lang="en-US" sz="13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4" name="Text 2" descr="Decorative – no critical information"/>
              <p:cNvSpPr/>
              <p:nvPr/>
            </p:nvSpPr>
            <p:spPr>
              <a:xfrm>
                <a:off x="396835" y="1275517"/>
                <a:ext cx="8191262" cy="181451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400"/>
                  </a:lnSpc>
                  <a:buNone/>
                </a:pPr>
                <a:r>
                  <a:rPr lang="en-US" sz="8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Modern supply chains prioritize reducing environmental footprint while promoting circular economy principles</a:t>
                </a:r>
                <a:endParaRPr lang="en-US" sz="8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5" name="Shape 3" descr="Decorative – no critical information"/>
            <p:cNvSpPr/>
            <p:nvPr/>
          </p:nvSpPr>
          <p:spPr>
            <a:xfrm>
              <a:off x="396835" y="1584484"/>
              <a:ext cx="255151" cy="255151"/>
            </a:xfrm>
            <a:prstGeom prst="roundRect">
              <a:avLst>
                <a:gd name="adj" fmla="val 18669"/>
              </a:avLst>
            </a:prstGeom>
            <a:grpFill/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 4" descr="Decorative – no critical information"/>
          <p:cNvSpPr/>
          <p:nvPr/>
        </p:nvSpPr>
        <p:spPr>
          <a:xfrm>
            <a:off x="765334" y="1623417"/>
            <a:ext cx="1911429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Carbon Footprint Reduction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5334" y="1913930"/>
            <a:ext cx="365629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Optimizing transportation and energy use</a:t>
            </a:r>
            <a:endParaRPr lang="en-US" sz="850" dirty="0">
              <a:latin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63308" y="1584484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1807" y="1623417"/>
            <a:ext cx="1740337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Circular Economy Design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31807" y="1913930"/>
            <a:ext cx="365629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Designing for reuse, recycling, refurbishment</a:t>
            </a:r>
            <a:endParaRPr lang="en-US" sz="850" dirty="0">
              <a:latin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96835" y="2322195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5334" y="236112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Ethical Sourcing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5334" y="2651641"/>
            <a:ext cx="782276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Blockchain enables complete traceability</a:t>
            </a:r>
            <a:endParaRPr lang="en-US" sz="850" dirty="0">
              <a:latin typeface="Calibri" panose="020F0502020204030204" pitchFamily="34" charset="0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418" y="963692"/>
            <a:ext cx="5368647" cy="5368647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418" y="6459855"/>
            <a:ext cx="5368647" cy="536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5533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67746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37858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18751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27107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75155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31673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5316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58983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63655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16444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91CA1D7C-A572-FED3-7421-7CE0B3E87FE4}"/>
              </a:ext>
            </a:extLst>
          </p:cNvPr>
          <p:cNvGrpSpPr/>
          <p:nvPr/>
        </p:nvGrpSpPr>
        <p:grpSpPr>
          <a:xfrm>
            <a:off x="396835" y="311825"/>
            <a:ext cx="4572000" cy="1488757"/>
            <a:chOff x="396835" y="311825"/>
            <a:chExt cx="4572000" cy="1488757"/>
          </a:xfrm>
          <a:solidFill>
            <a:srgbClr val="C07000"/>
          </a:solidFill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C6EE42C-6FDD-037D-C040-6DBA47B92C18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4572000" cy="1527810"/>
            </a:xfrm>
            <a:grpFill/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7FD71EB0-54A7-A8E0-F239-936C79DE81E0}"/>
                  </a:ext>
                </a:extLst>
              </p:cNvPr>
              <p:cNvGrpSpPr/>
              <p:nvPr/>
            </p:nvGrpSpPr>
            <p:grpSpPr>
              <a:xfrm>
                <a:off x="396835" y="311825"/>
                <a:ext cx="4572000" cy="1371600"/>
                <a:chOff x="396835" y="311825"/>
                <a:chExt cx="8191262" cy="1371600"/>
              </a:xfrm>
              <a:grpFill/>
            </p:grpSpPr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42FB60EB-6945-F955-B5FE-39964A00B9A5}"/>
                    </a:ext>
                  </a:extLst>
                </p:cNvPr>
                <p:cNvGrpSpPr/>
                <p:nvPr/>
              </p:nvGrpSpPr>
              <p:grpSpPr>
                <a:xfrm>
                  <a:off x="396835" y="311825"/>
                  <a:ext cx="4572000" cy="1371600"/>
                  <a:chOff x="396835" y="311825"/>
                  <a:chExt cx="4572000" cy="1371600"/>
                </a:xfrm>
                <a:grpFill/>
              </p:grpSpPr>
              <p:sp>
                <p:nvSpPr>
                  <p:cNvPr id="2" name="Text 0"/>
                  <p:cNvSpPr/>
                  <p:nvPr/>
                </p:nvSpPr>
                <p:spPr>
                  <a:xfrm>
                    <a:off x="396835" y="311825"/>
                    <a:ext cx="4572000" cy="137160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750"/>
                      </a:lnSpc>
                      <a:buNone/>
                    </a:pPr>
                    <a:r>
                      <a:rPr lang="en-US" sz="32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Sustainable &amp; Green Supply Chains</a:t>
                    </a:r>
                    <a:endParaRPr lang="en-US" sz="2200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" name="Text 1"/>
                  <p:cNvSpPr/>
                  <p:nvPr/>
                </p:nvSpPr>
                <p:spPr>
                  <a:xfrm>
                    <a:off x="396835" y="949523"/>
                    <a:ext cx="2418398" cy="212646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1650"/>
                      </a:lnSpc>
                      <a:buNone/>
                    </a:pPr>
                    <a:r>
                      <a:rPr lang="en-US" sz="13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Environmental Responsibility</a:t>
                    </a:r>
                    <a:endParaRPr lang="en-US" sz="13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4" name="Text 2" descr="Decorative – no critical information"/>
                <p:cNvSpPr/>
                <p:nvPr/>
              </p:nvSpPr>
              <p:spPr>
                <a:xfrm>
                  <a:off x="396835" y="1275517"/>
                  <a:ext cx="8191262" cy="181451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1400"/>
                    </a:lnSpc>
                    <a:buNone/>
                  </a:pPr>
                  <a:r>
                    <a:rPr lang="en-US" sz="8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Modern supply chains prioritize reducing environmental footprint while promoting circular economy principles</a:t>
                  </a:r>
                  <a:endParaRPr lang="en-US" sz="8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5" name="Shape 3" descr="Decorative – no critical information"/>
              <p:cNvSpPr/>
              <p:nvPr/>
            </p:nvSpPr>
            <p:spPr>
              <a:xfrm>
                <a:off x="396835" y="1584484"/>
                <a:ext cx="255151" cy="255151"/>
              </a:xfrm>
              <a:prstGeom prst="roundRect">
                <a:avLst>
                  <a:gd name="adj" fmla="val 18669"/>
                </a:avLst>
              </a:prstGeom>
              <a:grpFill/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Text 4" descr="Decorative – no critical information"/>
            <p:cNvSpPr/>
            <p:nvPr/>
          </p:nvSpPr>
          <p:spPr>
            <a:xfrm>
              <a:off x="765334" y="1623417"/>
              <a:ext cx="1911429" cy="17716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sz="11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Carbon Footprint Reduction</a:t>
              </a:r>
              <a:endParaRPr lang="en-US" sz="1100" dirty="0">
                <a:latin typeface="Calibri" panose="020F0502020204030204" pitchFamily="34" charset="0"/>
              </a:endParaRPr>
            </a:p>
          </p:txBody>
        </p:sp>
      </p:grpSp>
      <p:sp>
        <p:nvSpPr>
          <p:cNvPr id="7" name="Text 5" descr="Decorative – no critical information"/>
          <p:cNvSpPr/>
          <p:nvPr/>
        </p:nvSpPr>
        <p:spPr>
          <a:xfrm>
            <a:off x="765334" y="1913930"/>
            <a:ext cx="365629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Optimizing transportation and energy use</a:t>
            </a:r>
            <a:endParaRPr lang="en-US" sz="850" dirty="0">
              <a:latin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63308" y="1584484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1807" y="1623417"/>
            <a:ext cx="1740337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Circular Economy Design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31807" y="1913930"/>
            <a:ext cx="365629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Designing for reuse, recycling, refurbishment</a:t>
            </a:r>
            <a:endParaRPr lang="en-US" sz="850" dirty="0">
              <a:latin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96835" y="2322195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5334" y="236112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Ethical Sourcing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5334" y="2651641"/>
            <a:ext cx="782276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Blockchain enables complete traceability</a:t>
            </a:r>
            <a:endParaRPr lang="en-US" sz="850" dirty="0">
              <a:latin typeface="Calibri" panose="020F0502020204030204" pitchFamily="34" charset="0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418" y="963692"/>
            <a:ext cx="5368647" cy="5368647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418" y="6459855"/>
            <a:ext cx="5368647" cy="536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2003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91CA1D7C-A572-FED3-7421-7CE0B3E87FE4}"/>
              </a:ext>
            </a:extLst>
          </p:cNvPr>
          <p:cNvGrpSpPr/>
          <p:nvPr/>
        </p:nvGrpSpPr>
        <p:grpSpPr>
          <a:xfrm>
            <a:off x="396835" y="311825"/>
            <a:ext cx="4572000" cy="1488757"/>
            <a:chOff x="396835" y="311825"/>
            <a:chExt cx="4572000" cy="1488757"/>
          </a:xfrm>
          <a:solidFill>
            <a:srgbClr val="C07000"/>
          </a:solidFill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C6EE42C-6FDD-037D-C040-6DBA47B92C18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4572000" cy="1527810"/>
            </a:xfrm>
            <a:grpFill/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7FD71EB0-54A7-A8E0-F239-936C79DE81E0}"/>
                  </a:ext>
                </a:extLst>
              </p:cNvPr>
              <p:cNvGrpSpPr/>
              <p:nvPr/>
            </p:nvGrpSpPr>
            <p:grpSpPr>
              <a:xfrm>
                <a:off x="396835" y="311825"/>
                <a:ext cx="4572000" cy="1371600"/>
                <a:chOff x="396835" y="311825"/>
                <a:chExt cx="8191262" cy="1371600"/>
              </a:xfrm>
              <a:grpFill/>
            </p:grpSpPr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42FB60EB-6945-F955-B5FE-39964A00B9A5}"/>
                    </a:ext>
                  </a:extLst>
                </p:cNvPr>
                <p:cNvGrpSpPr/>
                <p:nvPr/>
              </p:nvGrpSpPr>
              <p:grpSpPr>
                <a:xfrm>
                  <a:off x="396835" y="311825"/>
                  <a:ext cx="4572000" cy="1371600"/>
                  <a:chOff x="396835" y="311825"/>
                  <a:chExt cx="4572000" cy="1371600"/>
                </a:xfrm>
                <a:grpFill/>
              </p:grpSpPr>
              <p:sp>
                <p:nvSpPr>
                  <p:cNvPr id="2" name="Text 0"/>
                  <p:cNvSpPr/>
                  <p:nvPr/>
                </p:nvSpPr>
                <p:spPr>
                  <a:xfrm>
                    <a:off x="396835" y="311825"/>
                    <a:ext cx="4572000" cy="137160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750"/>
                      </a:lnSpc>
                      <a:buNone/>
                    </a:pPr>
                    <a:r>
                      <a:rPr lang="en-US" sz="32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Sustainable &amp; Green Supply Chains</a:t>
                    </a:r>
                    <a:endParaRPr lang="en-US" sz="2200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" name="Text 1"/>
                  <p:cNvSpPr/>
                  <p:nvPr/>
                </p:nvSpPr>
                <p:spPr>
                  <a:xfrm>
                    <a:off x="396835" y="949523"/>
                    <a:ext cx="2418398" cy="212646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1650"/>
                      </a:lnSpc>
                      <a:buNone/>
                    </a:pPr>
                    <a:r>
                      <a:rPr lang="en-US" sz="13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Environmental Responsibility</a:t>
                    </a:r>
                    <a:endParaRPr lang="en-US" sz="13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4" name="Text 2" descr="Decorative – no critical information"/>
                <p:cNvSpPr/>
                <p:nvPr/>
              </p:nvSpPr>
              <p:spPr>
                <a:xfrm>
                  <a:off x="396835" y="1275517"/>
                  <a:ext cx="8191262" cy="181451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1400"/>
                    </a:lnSpc>
                    <a:buNone/>
                  </a:pPr>
                  <a:r>
                    <a:rPr lang="en-US" sz="8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Modern supply chains prioritize reducing environmental footprint while promoting circular economy principles</a:t>
                  </a:r>
                  <a:endParaRPr lang="en-US" sz="8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5" name="Shape 3" descr="Decorative – no critical information"/>
              <p:cNvSpPr/>
              <p:nvPr/>
            </p:nvSpPr>
            <p:spPr>
              <a:xfrm>
                <a:off x="396835" y="1584484"/>
                <a:ext cx="255151" cy="255151"/>
              </a:xfrm>
              <a:prstGeom prst="roundRect">
                <a:avLst>
                  <a:gd name="adj" fmla="val 18669"/>
                </a:avLst>
              </a:prstGeom>
              <a:grpFill/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Text 4" descr="Decorative – no critical information"/>
            <p:cNvSpPr/>
            <p:nvPr/>
          </p:nvSpPr>
          <p:spPr>
            <a:xfrm>
              <a:off x="765334" y="1623417"/>
              <a:ext cx="1911429" cy="17716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sz="11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Carbon Footprint Reduction</a:t>
              </a:r>
              <a:endParaRPr lang="en-US" sz="1100" dirty="0">
                <a:latin typeface="Calibri" panose="020F0502020204030204" pitchFamily="34" charset="0"/>
              </a:endParaRPr>
            </a:p>
          </p:txBody>
        </p:sp>
      </p:grpSp>
      <p:sp>
        <p:nvSpPr>
          <p:cNvPr id="7" name="Text 5" descr="Decorative – no critical information"/>
          <p:cNvSpPr/>
          <p:nvPr/>
        </p:nvSpPr>
        <p:spPr>
          <a:xfrm>
            <a:off x="765334" y="1913930"/>
            <a:ext cx="365629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Optimizing transportation and energy use</a:t>
            </a:r>
            <a:endParaRPr lang="en-US" sz="850" dirty="0">
              <a:latin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63308" y="1584484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1807" y="1623417"/>
            <a:ext cx="1740337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Circular Economy Design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31807" y="1913930"/>
            <a:ext cx="365629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Designing for reuse, recycling, refurbishment</a:t>
            </a:r>
            <a:endParaRPr lang="en-US" sz="850" dirty="0">
              <a:latin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96835" y="2322195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5334" y="236112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Ethical Sourcing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5334" y="2651641"/>
            <a:ext cx="782276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Blockchain enables complete traceability</a:t>
            </a:r>
            <a:endParaRPr lang="en-US" sz="850" dirty="0">
              <a:latin typeface="Calibri" panose="020F0502020204030204" pitchFamily="34" charset="0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418" y="963692"/>
            <a:ext cx="5368647" cy="5368647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418" y="6459855"/>
            <a:ext cx="5368647" cy="536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9687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77739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0622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8524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73378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7312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2153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85664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114589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414552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804577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9CF62924-E3CF-8E7C-0436-06523D4DF8C6}"/>
              </a:ext>
            </a:extLst>
          </p:cNvPr>
          <p:cNvGrpSpPr/>
          <p:nvPr/>
        </p:nvGrpSpPr>
        <p:grpSpPr>
          <a:xfrm>
            <a:off x="396835" y="311825"/>
            <a:ext cx="4572000" cy="1783556"/>
            <a:chOff x="396835" y="311825"/>
            <a:chExt cx="4572000" cy="1783556"/>
          </a:xfrm>
          <a:solidFill>
            <a:srgbClr val="C07000"/>
          </a:solidFill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1CA1D7C-A572-FED3-7421-7CE0B3E87FE4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4572000" cy="1488757"/>
            </a:xfrm>
            <a:grpFill/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EC6EE42C-6FDD-037D-C040-6DBA47B92C18}"/>
                  </a:ext>
                </a:extLst>
              </p:cNvPr>
              <p:cNvGrpSpPr/>
              <p:nvPr/>
            </p:nvGrpSpPr>
            <p:grpSpPr>
              <a:xfrm>
                <a:off x="396835" y="311825"/>
                <a:ext cx="4572000" cy="1371600"/>
                <a:chOff x="396835" y="311825"/>
                <a:chExt cx="4572000" cy="1527810"/>
              </a:xfrm>
              <a:grpFill/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7FD71EB0-54A7-A8E0-F239-936C79DE81E0}"/>
                    </a:ext>
                  </a:extLst>
                </p:cNvPr>
                <p:cNvGrpSpPr/>
                <p:nvPr/>
              </p:nvGrpSpPr>
              <p:grpSpPr>
                <a:xfrm>
                  <a:off x="396835" y="311825"/>
                  <a:ext cx="4572000" cy="1371600"/>
                  <a:chOff x="396835" y="311825"/>
                  <a:chExt cx="8191262" cy="1371600"/>
                </a:xfrm>
                <a:grpFill/>
              </p:grpSpPr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id="{42FB60EB-6945-F955-B5FE-39964A00B9A5}"/>
                      </a:ext>
                    </a:extLst>
                  </p:cNvPr>
                  <p:cNvGrpSpPr/>
                  <p:nvPr/>
                </p:nvGrpSpPr>
                <p:grpSpPr>
                  <a:xfrm>
                    <a:off x="396835" y="311825"/>
                    <a:ext cx="4572000" cy="1371600"/>
                    <a:chOff x="396835" y="311825"/>
                    <a:chExt cx="4572000" cy="1371600"/>
                  </a:xfrm>
                  <a:grpFill/>
                </p:grpSpPr>
                <p:sp>
                  <p:nvSpPr>
                    <p:cNvPr id="2" name="Text 0"/>
                    <p:cNvSpPr/>
                    <p:nvPr/>
                  </p:nvSpPr>
                  <p:spPr>
                    <a:xfrm>
                      <a:off x="396835" y="311825"/>
                      <a:ext cx="4572000" cy="137160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750"/>
                        </a:lnSpc>
                        <a:buNone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Sustainable &amp; Green Supply Chains</a:t>
                      </a:r>
                      <a:endParaRPr lang="en-US" sz="2200" dirty="0">
                        <a:latin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3" name="Text 1"/>
                    <p:cNvSpPr/>
                    <p:nvPr/>
                  </p:nvSpPr>
                  <p:spPr>
                    <a:xfrm>
                      <a:off x="396835" y="949523"/>
                      <a:ext cx="2418398" cy="212646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165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Environmental Responsibility</a:t>
                      </a:r>
                      <a:endParaRPr lang="en-US" sz="13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4" name="Text 2" descr="Decorative – no critical information"/>
                  <p:cNvSpPr/>
                  <p:nvPr/>
                </p:nvSpPr>
                <p:spPr>
                  <a:xfrm>
                    <a:off x="396835" y="1275517"/>
                    <a:ext cx="8191262" cy="181451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1400"/>
                      </a:lnSpc>
                      <a:buNone/>
                    </a:pPr>
                    <a:r>
                      <a:rPr lang="en-US" sz="8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Modern supply chains prioritize reducing environmental footprint while promoting circular economy principles</a:t>
                    </a:r>
                    <a:endParaRPr lang="en-US" sz="8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5" name="Shape 3" descr="Decorative – no critical information"/>
                <p:cNvSpPr/>
                <p:nvPr/>
              </p:nvSpPr>
              <p:spPr>
                <a:xfrm>
                  <a:off x="396835" y="1584484"/>
                  <a:ext cx="255151" cy="255151"/>
                </a:xfrm>
                <a:prstGeom prst="roundRect">
                  <a:avLst>
                    <a:gd name="adj" fmla="val 18669"/>
                  </a:avLst>
                </a:prstGeom>
                <a:grpFill/>
                <a:ln w="12700">
                  <a:solidFill>
                    <a:srgbClr val="00000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" name="Text 4" descr="Decorative – no critical information"/>
              <p:cNvSpPr/>
              <p:nvPr/>
            </p:nvSpPr>
            <p:spPr>
              <a:xfrm>
                <a:off x="765334" y="1623417"/>
                <a:ext cx="1911429" cy="17716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350"/>
                  </a:lnSpc>
                  <a:buNone/>
                </a:pPr>
                <a:r>
                  <a:rPr lang="en-US" sz="11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Carbon Footprint Reduction</a:t>
                </a:r>
                <a:endParaRPr lang="en-US" sz="11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7" name="Text 5" descr="Decorative – no critical information"/>
            <p:cNvSpPr/>
            <p:nvPr/>
          </p:nvSpPr>
          <p:spPr>
            <a:xfrm>
              <a:off x="765334" y="1913930"/>
              <a:ext cx="3656290" cy="181451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8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Optimizing transportation and energy use</a:t>
              </a:r>
              <a:endParaRPr lang="en-US" sz="850" dirty="0">
                <a:latin typeface="Calibri" panose="020F0502020204030204" pitchFamily="34" charset="0"/>
              </a:endParaRPr>
            </a:p>
          </p:txBody>
        </p:sp>
      </p:grpSp>
      <p:sp>
        <p:nvSpPr>
          <p:cNvPr id="8" name="Shape 6" descr="Decorative – no critical information"/>
          <p:cNvSpPr/>
          <p:nvPr/>
        </p:nvSpPr>
        <p:spPr>
          <a:xfrm>
            <a:off x="4563308" y="1584484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1807" y="1623417"/>
            <a:ext cx="1740337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Circular Economy Design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31807" y="1913930"/>
            <a:ext cx="365629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Designing for reuse, recycling, refurbishment</a:t>
            </a:r>
            <a:endParaRPr lang="en-US" sz="850" dirty="0">
              <a:latin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96835" y="2322195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5334" y="236112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Ethical Sourcing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5334" y="2651641"/>
            <a:ext cx="782276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Blockchain enables complete traceability</a:t>
            </a:r>
            <a:endParaRPr lang="en-US" sz="850" dirty="0">
              <a:latin typeface="Calibri" panose="020F0502020204030204" pitchFamily="34" charset="0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418" y="963692"/>
            <a:ext cx="5368647" cy="5368647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418" y="6459855"/>
            <a:ext cx="5368647" cy="536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7072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9CF62924-E3CF-8E7C-0436-06523D4DF8C6}"/>
              </a:ext>
            </a:extLst>
          </p:cNvPr>
          <p:cNvGrpSpPr/>
          <p:nvPr/>
        </p:nvGrpSpPr>
        <p:grpSpPr>
          <a:xfrm>
            <a:off x="396835" y="311825"/>
            <a:ext cx="4572000" cy="1783556"/>
            <a:chOff x="396835" y="311825"/>
            <a:chExt cx="4572000" cy="1783556"/>
          </a:xfrm>
          <a:solidFill>
            <a:srgbClr val="C07000"/>
          </a:solidFill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1CA1D7C-A572-FED3-7421-7CE0B3E87FE4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4572000" cy="1488757"/>
            </a:xfrm>
            <a:grpFill/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EC6EE42C-6FDD-037D-C040-6DBA47B92C18}"/>
                  </a:ext>
                </a:extLst>
              </p:cNvPr>
              <p:cNvGrpSpPr/>
              <p:nvPr/>
            </p:nvGrpSpPr>
            <p:grpSpPr>
              <a:xfrm>
                <a:off x="396835" y="311825"/>
                <a:ext cx="4572000" cy="1371600"/>
                <a:chOff x="396835" y="311825"/>
                <a:chExt cx="4572000" cy="1527810"/>
              </a:xfrm>
              <a:grpFill/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7FD71EB0-54A7-A8E0-F239-936C79DE81E0}"/>
                    </a:ext>
                  </a:extLst>
                </p:cNvPr>
                <p:cNvGrpSpPr/>
                <p:nvPr/>
              </p:nvGrpSpPr>
              <p:grpSpPr>
                <a:xfrm>
                  <a:off x="396835" y="311825"/>
                  <a:ext cx="4572000" cy="1371600"/>
                  <a:chOff x="396835" y="311825"/>
                  <a:chExt cx="8191262" cy="1371600"/>
                </a:xfrm>
                <a:grpFill/>
              </p:grpSpPr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id="{42FB60EB-6945-F955-B5FE-39964A00B9A5}"/>
                      </a:ext>
                    </a:extLst>
                  </p:cNvPr>
                  <p:cNvGrpSpPr/>
                  <p:nvPr/>
                </p:nvGrpSpPr>
                <p:grpSpPr>
                  <a:xfrm>
                    <a:off x="396835" y="311825"/>
                    <a:ext cx="4572000" cy="1371600"/>
                    <a:chOff x="396835" y="311825"/>
                    <a:chExt cx="4572000" cy="1371600"/>
                  </a:xfrm>
                  <a:grpFill/>
                </p:grpSpPr>
                <p:sp>
                  <p:nvSpPr>
                    <p:cNvPr id="2" name="Text 0"/>
                    <p:cNvSpPr/>
                    <p:nvPr/>
                  </p:nvSpPr>
                  <p:spPr>
                    <a:xfrm>
                      <a:off x="396835" y="311825"/>
                      <a:ext cx="4572000" cy="137160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750"/>
                        </a:lnSpc>
                        <a:buNone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Sustainable &amp; Green Supply Chains</a:t>
                      </a:r>
                      <a:endParaRPr lang="en-US" sz="2200" dirty="0">
                        <a:latin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3" name="Text 1"/>
                    <p:cNvSpPr/>
                    <p:nvPr/>
                  </p:nvSpPr>
                  <p:spPr>
                    <a:xfrm>
                      <a:off x="396835" y="949523"/>
                      <a:ext cx="2418398" cy="212646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165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Environmental Responsibility</a:t>
                      </a:r>
                      <a:endParaRPr lang="en-US" sz="13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4" name="Text 2" descr="Decorative – no critical information"/>
                  <p:cNvSpPr/>
                  <p:nvPr/>
                </p:nvSpPr>
                <p:spPr>
                  <a:xfrm>
                    <a:off x="396835" y="1275517"/>
                    <a:ext cx="8191262" cy="181451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1400"/>
                      </a:lnSpc>
                      <a:buNone/>
                    </a:pPr>
                    <a:r>
                      <a:rPr lang="en-US" sz="8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Modern supply chains prioritize reducing environmental footprint while promoting circular economy principles</a:t>
                    </a:r>
                    <a:endParaRPr lang="en-US" sz="8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5" name="Shape 3" descr="Decorative – no critical information"/>
                <p:cNvSpPr/>
                <p:nvPr/>
              </p:nvSpPr>
              <p:spPr>
                <a:xfrm>
                  <a:off x="396835" y="1584484"/>
                  <a:ext cx="255151" cy="255151"/>
                </a:xfrm>
                <a:prstGeom prst="roundRect">
                  <a:avLst>
                    <a:gd name="adj" fmla="val 18669"/>
                  </a:avLst>
                </a:prstGeom>
                <a:grpFill/>
                <a:ln w="12700">
                  <a:solidFill>
                    <a:srgbClr val="00000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" name="Text 4" descr="Decorative – no critical information"/>
              <p:cNvSpPr/>
              <p:nvPr/>
            </p:nvSpPr>
            <p:spPr>
              <a:xfrm>
                <a:off x="765334" y="1623417"/>
                <a:ext cx="1911429" cy="17716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350"/>
                  </a:lnSpc>
                  <a:buNone/>
                </a:pPr>
                <a:r>
                  <a:rPr lang="en-US" sz="11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Carbon Footprint Reduction</a:t>
                </a:r>
                <a:endParaRPr lang="en-US" sz="11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7" name="Text 5" descr="Decorative – no critical information"/>
            <p:cNvSpPr/>
            <p:nvPr/>
          </p:nvSpPr>
          <p:spPr>
            <a:xfrm>
              <a:off x="765334" y="1913930"/>
              <a:ext cx="3656290" cy="181451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8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Optimizing transportation and energy use</a:t>
              </a:r>
              <a:endParaRPr lang="en-US" sz="850" dirty="0">
                <a:latin typeface="Calibri" panose="020F0502020204030204" pitchFamily="34" charset="0"/>
              </a:endParaRPr>
            </a:p>
          </p:txBody>
        </p:sp>
      </p:grpSp>
      <p:sp>
        <p:nvSpPr>
          <p:cNvPr id="8" name="Shape 6" descr="Decorative – no critical information"/>
          <p:cNvSpPr/>
          <p:nvPr/>
        </p:nvSpPr>
        <p:spPr>
          <a:xfrm>
            <a:off x="4563308" y="1584484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1807" y="1623417"/>
            <a:ext cx="1740337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Circular Economy Design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31807" y="1913930"/>
            <a:ext cx="365629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Designing for reuse, recycling, refurbishment</a:t>
            </a:r>
            <a:endParaRPr lang="en-US" sz="850" dirty="0">
              <a:latin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96835" y="2322195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5334" y="236112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Ethical Sourcing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5334" y="2651641"/>
            <a:ext cx="782276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Blockchain enables complete traceability</a:t>
            </a:r>
            <a:endParaRPr lang="en-US" sz="850" dirty="0">
              <a:latin typeface="Calibri" panose="020F0502020204030204" pitchFamily="34" charset="0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418" y="963692"/>
            <a:ext cx="5368647" cy="5368647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418" y="6459855"/>
            <a:ext cx="5368647" cy="536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53304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98843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665805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941325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626132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363099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028743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227179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374642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362849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246402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2595BA81-0480-4530-D8DE-7B8A21203A68}"/>
              </a:ext>
            </a:extLst>
          </p:cNvPr>
          <p:cNvGrpSpPr/>
          <p:nvPr/>
        </p:nvGrpSpPr>
        <p:grpSpPr>
          <a:xfrm>
            <a:off x="396835" y="311825"/>
            <a:ext cx="4572000" cy="1527810"/>
            <a:chOff x="396835" y="311825"/>
            <a:chExt cx="4572000" cy="1527810"/>
          </a:xfrm>
          <a:solidFill>
            <a:srgbClr val="C07000"/>
          </a:solidFill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CF62924-E3CF-8E7C-0436-06523D4DF8C6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4572000" cy="1783556"/>
            </a:xfrm>
            <a:grpFill/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91CA1D7C-A572-FED3-7421-7CE0B3E87FE4}"/>
                  </a:ext>
                </a:extLst>
              </p:cNvPr>
              <p:cNvGrpSpPr/>
              <p:nvPr/>
            </p:nvGrpSpPr>
            <p:grpSpPr>
              <a:xfrm>
                <a:off x="396835" y="311825"/>
                <a:ext cx="4572000" cy="1371600"/>
                <a:chOff x="396835" y="311825"/>
                <a:chExt cx="4572000" cy="1488757"/>
              </a:xfrm>
              <a:grpFill/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EC6EE42C-6FDD-037D-C040-6DBA47B92C18}"/>
                    </a:ext>
                  </a:extLst>
                </p:cNvPr>
                <p:cNvGrpSpPr/>
                <p:nvPr/>
              </p:nvGrpSpPr>
              <p:grpSpPr>
                <a:xfrm>
                  <a:off x="396835" y="311825"/>
                  <a:ext cx="4572000" cy="1371600"/>
                  <a:chOff x="396835" y="311825"/>
                  <a:chExt cx="4572000" cy="1527810"/>
                </a:xfrm>
                <a:grpFill/>
              </p:grpSpPr>
              <p:grpSp>
                <p:nvGrpSpPr>
                  <p:cNvPr id="17" name="Group 16">
                    <a:extLst>
                      <a:ext uri="{FF2B5EF4-FFF2-40B4-BE49-F238E27FC236}">
                        <a16:creationId xmlns:a16="http://schemas.microsoft.com/office/drawing/2014/main" id="{7FD71EB0-54A7-A8E0-F239-936C79DE81E0}"/>
                      </a:ext>
                    </a:extLst>
                  </p:cNvPr>
                  <p:cNvGrpSpPr/>
                  <p:nvPr/>
                </p:nvGrpSpPr>
                <p:grpSpPr>
                  <a:xfrm>
                    <a:off x="396835" y="311825"/>
                    <a:ext cx="4572000" cy="1371600"/>
                    <a:chOff x="396835" y="311825"/>
                    <a:chExt cx="8191262" cy="1371600"/>
                  </a:xfrm>
                  <a:grpFill/>
                </p:grpSpPr>
                <p:grpSp>
                  <p:nvGrpSpPr>
                    <p:cNvPr id="16" name="Group 15">
                      <a:extLst>
                        <a:ext uri="{FF2B5EF4-FFF2-40B4-BE49-F238E27FC236}">
                          <a16:creationId xmlns:a16="http://schemas.microsoft.com/office/drawing/2014/main" id="{42FB60EB-6945-F955-B5FE-39964A00B9A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6835" y="311825"/>
                      <a:ext cx="4572000" cy="1371600"/>
                      <a:chOff x="396835" y="311825"/>
                      <a:chExt cx="4572000" cy="1371600"/>
                    </a:xfrm>
                    <a:grpFill/>
                  </p:grpSpPr>
                  <p:sp>
                    <p:nvSpPr>
                      <p:cNvPr id="2" name="Text 0"/>
                      <p:cNvSpPr/>
                      <p:nvPr/>
                    </p:nvSpPr>
                    <p:spPr>
                      <a:xfrm>
                        <a:off x="396835" y="311825"/>
                        <a:ext cx="4572000" cy="13716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2750"/>
                          </a:lnSpc>
                          <a:buNone/>
                        </a:pPr>
                        <a:r>
                          <a:rPr lang="en-US" sz="3200" b="1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Sustainable &amp; Green Supply Chains</a:t>
                        </a:r>
                        <a:endParaRPr lang="en-US" sz="2200" dirty="0">
                          <a:latin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3" name="Text 1"/>
                      <p:cNvSpPr/>
                      <p:nvPr/>
                    </p:nvSpPr>
                    <p:spPr>
                      <a:xfrm>
                        <a:off x="396835" y="949523"/>
                        <a:ext cx="2418398" cy="212646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1650"/>
                          </a:lnSpc>
                          <a:buNone/>
                        </a:pPr>
                        <a:r>
                          <a:rPr lang="en-US" sz="1300" b="1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Environmental Responsibility</a:t>
                        </a:r>
                        <a:endParaRPr lang="en-US" sz="13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4" name="Text 2" descr="Decorative – no critical information"/>
                    <p:cNvSpPr/>
                    <p:nvPr/>
                  </p:nvSpPr>
                  <p:spPr>
                    <a:xfrm>
                      <a:off x="396835" y="1275517"/>
                      <a:ext cx="8191262" cy="181451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1400"/>
                        </a:lnSpc>
                        <a:buNone/>
                      </a:pPr>
                      <a:r>
                        <a:rPr lang="en-US" sz="8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Modern supply chains prioritize reducing environmental footprint while promoting circular economy principles</a:t>
                      </a:r>
                      <a:endParaRPr lang="en-US" sz="8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5" name="Shape 3" descr="Decorative – no critical information"/>
                  <p:cNvSpPr/>
                  <p:nvPr/>
                </p:nvSpPr>
                <p:spPr>
                  <a:xfrm>
                    <a:off x="396835" y="1584484"/>
                    <a:ext cx="255151" cy="255151"/>
                  </a:xfrm>
                  <a:prstGeom prst="roundRect">
                    <a:avLst>
                      <a:gd name="adj" fmla="val 18669"/>
                    </a:avLst>
                  </a:prstGeom>
                  <a:grpFill/>
                  <a:ln w="12700">
                    <a:solidFill>
                      <a:srgbClr val="00000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6" name="Text 4" descr="Decorative – no critical information"/>
                <p:cNvSpPr/>
                <p:nvPr/>
              </p:nvSpPr>
              <p:spPr>
                <a:xfrm>
                  <a:off x="765334" y="1623417"/>
                  <a:ext cx="1911429" cy="17716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1350"/>
                    </a:lnSpc>
                    <a:buNone/>
                  </a:pPr>
                  <a:r>
                    <a:rPr lang="en-US" sz="11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Carbon Footprint Reduction</a:t>
                  </a:r>
                  <a:endParaRPr lang="en-US" sz="11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7" name="Text 5" descr="Decorative – no critical information"/>
              <p:cNvSpPr/>
              <p:nvPr/>
            </p:nvSpPr>
            <p:spPr>
              <a:xfrm>
                <a:off x="765334" y="1913930"/>
                <a:ext cx="3656290" cy="181451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400"/>
                  </a:lnSpc>
                  <a:buNone/>
                </a:pPr>
                <a:r>
                  <a:rPr lang="en-US" sz="8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Optimizing transportation and energy use</a:t>
                </a:r>
                <a:endParaRPr lang="en-US" sz="8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8" name="Shape 6" descr="Decorative – no critical information"/>
            <p:cNvSpPr/>
            <p:nvPr/>
          </p:nvSpPr>
          <p:spPr>
            <a:xfrm>
              <a:off x="4563308" y="1584484"/>
              <a:ext cx="255151" cy="255151"/>
            </a:xfrm>
            <a:prstGeom prst="roundRect">
              <a:avLst>
                <a:gd name="adj" fmla="val 18669"/>
              </a:avLst>
            </a:prstGeom>
            <a:grpFill/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 7" descr="Decorative – no critical information"/>
          <p:cNvSpPr/>
          <p:nvPr/>
        </p:nvSpPr>
        <p:spPr>
          <a:xfrm>
            <a:off x="4931807" y="1623417"/>
            <a:ext cx="1740337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Circular Economy Design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31807" y="1913930"/>
            <a:ext cx="365629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Designing for reuse, recycling, refurbishment</a:t>
            </a:r>
            <a:endParaRPr lang="en-US" sz="850" dirty="0">
              <a:latin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96835" y="2322195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5334" y="236112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Ethical Sourcing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5334" y="2651641"/>
            <a:ext cx="782276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Blockchain enables complete traceability</a:t>
            </a:r>
            <a:endParaRPr lang="en-US" sz="850" dirty="0">
              <a:latin typeface="Calibri" panose="020F0502020204030204" pitchFamily="34" charset="0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418" y="963692"/>
            <a:ext cx="5368647" cy="5368647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418" y="6459855"/>
            <a:ext cx="5368647" cy="536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71851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2595BA81-0480-4530-D8DE-7B8A21203A68}"/>
              </a:ext>
            </a:extLst>
          </p:cNvPr>
          <p:cNvGrpSpPr/>
          <p:nvPr/>
        </p:nvGrpSpPr>
        <p:grpSpPr>
          <a:xfrm>
            <a:off x="396835" y="311825"/>
            <a:ext cx="4572000" cy="1527810"/>
            <a:chOff x="396835" y="311825"/>
            <a:chExt cx="4572000" cy="1527810"/>
          </a:xfrm>
          <a:solidFill>
            <a:srgbClr val="C07000"/>
          </a:solidFill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CF62924-E3CF-8E7C-0436-06523D4DF8C6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4572000" cy="1783556"/>
            </a:xfrm>
            <a:grpFill/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91CA1D7C-A572-FED3-7421-7CE0B3E87FE4}"/>
                  </a:ext>
                </a:extLst>
              </p:cNvPr>
              <p:cNvGrpSpPr/>
              <p:nvPr/>
            </p:nvGrpSpPr>
            <p:grpSpPr>
              <a:xfrm>
                <a:off x="396835" y="311825"/>
                <a:ext cx="4572000" cy="1371600"/>
                <a:chOff x="396835" y="311825"/>
                <a:chExt cx="4572000" cy="1488757"/>
              </a:xfrm>
              <a:grpFill/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EC6EE42C-6FDD-037D-C040-6DBA47B92C18}"/>
                    </a:ext>
                  </a:extLst>
                </p:cNvPr>
                <p:cNvGrpSpPr/>
                <p:nvPr/>
              </p:nvGrpSpPr>
              <p:grpSpPr>
                <a:xfrm>
                  <a:off x="396835" y="311825"/>
                  <a:ext cx="4572000" cy="1371600"/>
                  <a:chOff x="396835" y="311825"/>
                  <a:chExt cx="4572000" cy="1527810"/>
                </a:xfrm>
                <a:grpFill/>
              </p:grpSpPr>
              <p:grpSp>
                <p:nvGrpSpPr>
                  <p:cNvPr id="17" name="Group 16">
                    <a:extLst>
                      <a:ext uri="{FF2B5EF4-FFF2-40B4-BE49-F238E27FC236}">
                        <a16:creationId xmlns:a16="http://schemas.microsoft.com/office/drawing/2014/main" id="{7FD71EB0-54A7-A8E0-F239-936C79DE81E0}"/>
                      </a:ext>
                    </a:extLst>
                  </p:cNvPr>
                  <p:cNvGrpSpPr/>
                  <p:nvPr/>
                </p:nvGrpSpPr>
                <p:grpSpPr>
                  <a:xfrm>
                    <a:off x="396835" y="311825"/>
                    <a:ext cx="4572000" cy="1371600"/>
                    <a:chOff x="396835" y="311825"/>
                    <a:chExt cx="8191262" cy="1371600"/>
                  </a:xfrm>
                  <a:grpFill/>
                </p:grpSpPr>
                <p:grpSp>
                  <p:nvGrpSpPr>
                    <p:cNvPr id="16" name="Group 15">
                      <a:extLst>
                        <a:ext uri="{FF2B5EF4-FFF2-40B4-BE49-F238E27FC236}">
                          <a16:creationId xmlns:a16="http://schemas.microsoft.com/office/drawing/2014/main" id="{42FB60EB-6945-F955-B5FE-39964A00B9A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6835" y="311825"/>
                      <a:ext cx="4572000" cy="1371600"/>
                      <a:chOff x="396835" y="311825"/>
                      <a:chExt cx="4572000" cy="1371600"/>
                    </a:xfrm>
                    <a:grpFill/>
                  </p:grpSpPr>
                  <p:sp>
                    <p:nvSpPr>
                      <p:cNvPr id="2" name="Text 0"/>
                      <p:cNvSpPr/>
                      <p:nvPr/>
                    </p:nvSpPr>
                    <p:spPr>
                      <a:xfrm>
                        <a:off x="396835" y="311825"/>
                        <a:ext cx="4572000" cy="13716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2750"/>
                          </a:lnSpc>
                          <a:buNone/>
                        </a:pPr>
                        <a:r>
                          <a:rPr lang="en-US" sz="3200" b="1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Sustainable &amp; Green Supply Chains</a:t>
                        </a:r>
                        <a:endParaRPr lang="en-US" sz="2200" dirty="0">
                          <a:latin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3" name="Text 1"/>
                      <p:cNvSpPr/>
                      <p:nvPr/>
                    </p:nvSpPr>
                    <p:spPr>
                      <a:xfrm>
                        <a:off x="396835" y="949523"/>
                        <a:ext cx="2418398" cy="212646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1650"/>
                          </a:lnSpc>
                          <a:buNone/>
                        </a:pPr>
                        <a:r>
                          <a:rPr lang="en-US" sz="1300" b="1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Environmental Responsibility</a:t>
                        </a:r>
                        <a:endParaRPr lang="en-US" sz="13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4" name="Text 2" descr="Decorative – no critical information"/>
                    <p:cNvSpPr/>
                    <p:nvPr/>
                  </p:nvSpPr>
                  <p:spPr>
                    <a:xfrm>
                      <a:off x="396835" y="1275517"/>
                      <a:ext cx="8191262" cy="181451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1400"/>
                        </a:lnSpc>
                        <a:buNone/>
                      </a:pPr>
                      <a:r>
                        <a:rPr lang="en-US" sz="8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Modern supply chains prioritize reducing environmental footprint while promoting circular economy principles</a:t>
                      </a:r>
                      <a:endParaRPr lang="en-US" sz="8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5" name="Shape 3" descr="Decorative – no critical information"/>
                  <p:cNvSpPr/>
                  <p:nvPr/>
                </p:nvSpPr>
                <p:spPr>
                  <a:xfrm>
                    <a:off x="396835" y="1584484"/>
                    <a:ext cx="255151" cy="255151"/>
                  </a:xfrm>
                  <a:prstGeom prst="roundRect">
                    <a:avLst>
                      <a:gd name="adj" fmla="val 18669"/>
                    </a:avLst>
                  </a:prstGeom>
                  <a:grpFill/>
                  <a:ln w="12700">
                    <a:solidFill>
                      <a:srgbClr val="00000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6" name="Text 4" descr="Decorative – no critical information"/>
                <p:cNvSpPr/>
                <p:nvPr/>
              </p:nvSpPr>
              <p:spPr>
                <a:xfrm>
                  <a:off x="765334" y="1623417"/>
                  <a:ext cx="1911429" cy="17716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1350"/>
                    </a:lnSpc>
                    <a:buNone/>
                  </a:pPr>
                  <a:r>
                    <a:rPr lang="en-US" sz="11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Carbon Footprint Reduction</a:t>
                  </a:r>
                  <a:endParaRPr lang="en-US" sz="11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7" name="Text 5" descr="Decorative – no critical information"/>
              <p:cNvSpPr/>
              <p:nvPr/>
            </p:nvSpPr>
            <p:spPr>
              <a:xfrm>
                <a:off x="765334" y="1913930"/>
                <a:ext cx="3656290" cy="181451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400"/>
                  </a:lnSpc>
                  <a:buNone/>
                </a:pPr>
                <a:r>
                  <a:rPr lang="en-US" sz="8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Optimizing transportation and energy use</a:t>
                </a:r>
                <a:endParaRPr lang="en-US" sz="8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8" name="Shape 6" descr="Decorative – no critical information"/>
            <p:cNvSpPr/>
            <p:nvPr/>
          </p:nvSpPr>
          <p:spPr>
            <a:xfrm>
              <a:off x="4563308" y="1584484"/>
              <a:ext cx="255151" cy="255151"/>
            </a:xfrm>
            <a:prstGeom prst="roundRect">
              <a:avLst>
                <a:gd name="adj" fmla="val 18669"/>
              </a:avLst>
            </a:prstGeom>
            <a:grpFill/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 7" descr="Decorative – no critical information"/>
          <p:cNvSpPr/>
          <p:nvPr/>
        </p:nvSpPr>
        <p:spPr>
          <a:xfrm>
            <a:off x="4931807" y="1623417"/>
            <a:ext cx="1740337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Circular Economy Design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31807" y="1913930"/>
            <a:ext cx="365629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Designing for reuse, recycling, refurbishment</a:t>
            </a:r>
            <a:endParaRPr lang="en-US" sz="850" dirty="0">
              <a:latin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96835" y="2322195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5334" y="236112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Ethical Sourcing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5334" y="2651641"/>
            <a:ext cx="782276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Blockchain enables complete traceability</a:t>
            </a:r>
            <a:endParaRPr lang="en-US" sz="850" dirty="0">
              <a:latin typeface="Calibri" panose="020F0502020204030204" pitchFamily="34" charset="0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418" y="963692"/>
            <a:ext cx="5368647" cy="5368647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418" y="6459855"/>
            <a:ext cx="5368647" cy="536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05435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855573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739933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82321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722404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659581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112325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987591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357453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328532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901246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A2BF5FB7-A2F6-A81E-F657-420A9DD9EA7A}"/>
              </a:ext>
            </a:extLst>
          </p:cNvPr>
          <p:cNvGrpSpPr/>
          <p:nvPr/>
        </p:nvGrpSpPr>
        <p:grpSpPr>
          <a:xfrm>
            <a:off x="396835" y="311825"/>
            <a:ext cx="6275309" cy="1488757"/>
            <a:chOff x="396835" y="311825"/>
            <a:chExt cx="6275309" cy="1488757"/>
          </a:xfrm>
          <a:solidFill>
            <a:srgbClr val="C07000"/>
          </a:solidFill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595BA81-0480-4530-D8DE-7B8A21203A68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4572000" cy="1527810"/>
            </a:xfrm>
            <a:grpFill/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9CF62924-E3CF-8E7C-0436-06523D4DF8C6}"/>
                  </a:ext>
                </a:extLst>
              </p:cNvPr>
              <p:cNvGrpSpPr/>
              <p:nvPr/>
            </p:nvGrpSpPr>
            <p:grpSpPr>
              <a:xfrm>
                <a:off x="396835" y="311825"/>
                <a:ext cx="4572000" cy="1371600"/>
                <a:chOff x="396835" y="311825"/>
                <a:chExt cx="4572000" cy="1783556"/>
              </a:xfrm>
              <a:grpFill/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91CA1D7C-A572-FED3-7421-7CE0B3E87FE4}"/>
                    </a:ext>
                  </a:extLst>
                </p:cNvPr>
                <p:cNvGrpSpPr/>
                <p:nvPr/>
              </p:nvGrpSpPr>
              <p:grpSpPr>
                <a:xfrm>
                  <a:off x="396835" y="311825"/>
                  <a:ext cx="4572000" cy="1371600"/>
                  <a:chOff x="396835" y="311825"/>
                  <a:chExt cx="4572000" cy="1488757"/>
                </a:xfrm>
                <a:grpFill/>
              </p:grpSpPr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EC6EE42C-6FDD-037D-C040-6DBA47B92C18}"/>
                      </a:ext>
                    </a:extLst>
                  </p:cNvPr>
                  <p:cNvGrpSpPr/>
                  <p:nvPr/>
                </p:nvGrpSpPr>
                <p:grpSpPr>
                  <a:xfrm>
                    <a:off x="396835" y="311825"/>
                    <a:ext cx="4572000" cy="1371600"/>
                    <a:chOff x="396835" y="311825"/>
                    <a:chExt cx="4572000" cy="1527810"/>
                  </a:xfrm>
                  <a:grpFill/>
                </p:grpSpPr>
                <p:grpSp>
                  <p:nvGrpSpPr>
                    <p:cNvPr id="17" name="Group 16">
                      <a:extLst>
                        <a:ext uri="{FF2B5EF4-FFF2-40B4-BE49-F238E27FC236}">
                          <a16:creationId xmlns:a16="http://schemas.microsoft.com/office/drawing/2014/main" id="{7FD71EB0-54A7-A8E0-F239-936C79DE81E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6835" y="311825"/>
                      <a:ext cx="4572000" cy="1371600"/>
                      <a:chOff x="396835" y="311825"/>
                      <a:chExt cx="8191262" cy="1371600"/>
                    </a:xfrm>
                    <a:grpFill/>
                  </p:grpSpPr>
                  <p:grpSp>
                    <p:nvGrpSpPr>
                      <p:cNvPr id="16" name="Group 15">
                        <a:extLst>
                          <a:ext uri="{FF2B5EF4-FFF2-40B4-BE49-F238E27FC236}">
                            <a16:creationId xmlns:a16="http://schemas.microsoft.com/office/drawing/2014/main" id="{42FB60EB-6945-F955-B5FE-39964A00B9A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96835" y="311825"/>
                        <a:ext cx="4572000" cy="1371600"/>
                        <a:chOff x="396835" y="311825"/>
                        <a:chExt cx="4572000" cy="1371600"/>
                      </a:xfrm>
                      <a:grpFill/>
                    </p:grpSpPr>
                    <p:sp>
                      <p:nvSpPr>
                        <p:cNvPr id="2" name="Text 0"/>
                        <p:cNvSpPr/>
                        <p:nvPr/>
                      </p:nvSpPr>
                      <p:spPr>
                        <a:xfrm>
                          <a:off x="396835" y="311825"/>
                          <a:ext cx="4572000" cy="137160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2750"/>
                            </a:lnSpc>
                            <a:buNone/>
                          </a:pPr>
                          <a:r>
                            <a:rPr lang="en-US" sz="3200" b="1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Sustainable &amp; Green Supply Chains</a:t>
                          </a:r>
                          <a:endParaRPr lang="en-US" sz="22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  <p:sp>
                      <p:nvSpPr>
                        <p:cNvPr id="3" name="Text 1"/>
                        <p:cNvSpPr/>
                        <p:nvPr/>
                      </p:nvSpPr>
                      <p:spPr>
                        <a:xfrm>
                          <a:off x="396835" y="949523"/>
                          <a:ext cx="2418398" cy="212646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1650"/>
                            </a:lnSpc>
                            <a:buNone/>
                          </a:pPr>
                          <a:r>
                            <a:rPr lang="en-US" sz="1300" b="1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Environmental Responsibility</a:t>
                          </a:r>
                          <a:endParaRPr lang="en-US" sz="13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4" name="Text 2" descr="Decorative – no critical information"/>
                      <p:cNvSpPr/>
                      <p:nvPr/>
                    </p:nvSpPr>
                    <p:spPr>
                      <a:xfrm>
                        <a:off x="396835" y="1275517"/>
                        <a:ext cx="8191262" cy="181451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1400"/>
                          </a:lnSpc>
                          <a:buNone/>
                        </a:pPr>
                        <a:r>
                          <a:rPr lang="en-US" sz="85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Modern supply chains prioritize reducing environmental footprint while promoting circular economy principles</a:t>
                        </a:r>
                        <a:endParaRPr lang="en-US" sz="8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5" name="Shape 3" descr="Decorative – no critical information"/>
                    <p:cNvSpPr/>
                    <p:nvPr/>
                  </p:nvSpPr>
                  <p:spPr>
                    <a:xfrm>
                      <a:off x="396835" y="1584484"/>
                      <a:ext cx="255151" cy="255151"/>
                    </a:xfrm>
                    <a:prstGeom prst="roundRect">
                      <a:avLst>
                        <a:gd name="adj" fmla="val 18669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6" name="Text 4" descr="Decorative – no critical information"/>
                  <p:cNvSpPr/>
                  <p:nvPr/>
                </p:nvSpPr>
                <p:spPr>
                  <a:xfrm>
                    <a:off x="765334" y="1623417"/>
                    <a:ext cx="1911429" cy="177165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1350"/>
                      </a:lnSpc>
                      <a:buNone/>
                    </a:pPr>
                    <a:r>
                      <a:rPr lang="en-US" sz="110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Carbon Footprint Reduction</a:t>
                    </a:r>
                    <a:endParaRPr lang="en-US" sz="11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7" name="Text 5" descr="Decorative – no critical information"/>
                <p:cNvSpPr/>
                <p:nvPr/>
              </p:nvSpPr>
              <p:spPr>
                <a:xfrm>
                  <a:off x="765334" y="1913930"/>
                  <a:ext cx="3656290" cy="181451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1400"/>
                    </a:lnSpc>
                    <a:buNone/>
                  </a:pPr>
                  <a:r>
                    <a:rPr lang="en-US" sz="8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Optimizing transportation and energy use</a:t>
                  </a:r>
                  <a:endParaRPr lang="en-US" sz="8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8" name="Shape 6" descr="Decorative – no critical information"/>
              <p:cNvSpPr/>
              <p:nvPr/>
            </p:nvSpPr>
            <p:spPr>
              <a:xfrm>
                <a:off x="4563308" y="1584484"/>
                <a:ext cx="255151" cy="255151"/>
              </a:xfrm>
              <a:prstGeom prst="roundRect">
                <a:avLst>
                  <a:gd name="adj" fmla="val 18669"/>
                </a:avLst>
              </a:prstGeom>
              <a:grpFill/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" name="Text 7" descr="Decorative – no critical information"/>
            <p:cNvSpPr/>
            <p:nvPr/>
          </p:nvSpPr>
          <p:spPr>
            <a:xfrm>
              <a:off x="4931807" y="1623417"/>
              <a:ext cx="1740337" cy="17716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sz="11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Circular Economy Design</a:t>
              </a:r>
              <a:endParaRPr lang="en-US" sz="1100" dirty="0">
                <a:latin typeface="Calibri" panose="020F0502020204030204" pitchFamily="34" charset="0"/>
              </a:endParaRPr>
            </a:p>
          </p:txBody>
        </p:sp>
      </p:grpSp>
      <p:sp>
        <p:nvSpPr>
          <p:cNvPr id="10" name="Text 8" descr="Decorative – no critical information"/>
          <p:cNvSpPr/>
          <p:nvPr/>
        </p:nvSpPr>
        <p:spPr>
          <a:xfrm>
            <a:off x="4931807" y="1913930"/>
            <a:ext cx="365629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Designing for reuse, recycling, refurbishment</a:t>
            </a:r>
            <a:endParaRPr lang="en-US" sz="850" dirty="0">
              <a:latin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96835" y="2322195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5334" y="236112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Ethical Sourcing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5334" y="2651641"/>
            <a:ext cx="782276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Blockchain enables complete traceability</a:t>
            </a:r>
            <a:endParaRPr lang="en-US" sz="850" dirty="0">
              <a:latin typeface="Calibri" panose="020F0502020204030204" pitchFamily="34" charset="0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418" y="963692"/>
            <a:ext cx="5368647" cy="5368647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418" y="6459855"/>
            <a:ext cx="5368647" cy="536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42550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A2BF5FB7-A2F6-A81E-F657-420A9DD9EA7A}"/>
              </a:ext>
            </a:extLst>
          </p:cNvPr>
          <p:cNvGrpSpPr/>
          <p:nvPr/>
        </p:nvGrpSpPr>
        <p:grpSpPr>
          <a:xfrm>
            <a:off x="396835" y="311825"/>
            <a:ext cx="6275309" cy="1488757"/>
            <a:chOff x="396835" y="311825"/>
            <a:chExt cx="6275309" cy="1488757"/>
          </a:xfrm>
          <a:solidFill>
            <a:srgbClr val="C07000"/>
          </a:solidFill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595BA81-0480-4530-D8DE-7B8A21203A68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4572000" cy="1527810"/>
            </a:xfrm>
            <a:grpFill/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9CF62924-E3CF-8E7C-0436-06523D4DF8C6}"/>
                  </a:ext>
                </a:extLst>
              </p:cNvPr>
              <p:cNvGrpSpPr/>
              <p:nvPr/>
            </p:nvGrpSpPr>
            <p:grpSpPr>
              <a:xfrm>
                <a:off x="396835" y="311825"/>
                <a:ext cx="4572000" cy="1371600"/>
                <a:chOff x="396835" y="311825"/>
                <a:chExt cx="4572000" cy="1783556"/>
              </a:xfrm>
              <a:grpFill/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91CA1D7C-A572-FED3-7421-7CE0B3E87FE4}"/>
                    </a:ext>
                  </a:extLst>
                </p:cNvPr>
                <p:cNvGrpSpPr/>
                <p:nvPr/>
              </p:nvGrpSpPr>
              <p:grpSpPr>
                <a:xfrm>
                  <a:off x="396835" y="311825"/>
                  <a:ext cx="4572000" cy="1371600"/>
                  <a:chOff x="396835" y="311825"/>
                  <a:chExt cx="4572000" cy="1488757"/>
                </a:xfrm>
                <a:grpFill/>
              </p:grpSpPr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EC6EE42C-6FDD-037D-C040-6DBA47B92C18}"/>
                      </a:ext>
                    </a:extLst>
                  </p:cNvPr>
                  <p:cNvGrpSpPr/>
                  <p:nvPr/>
                </p:nvGrpSpPr>
                <p:grpSpPr>
                  <a:xfrm>
                    <a:off x="396835" y="311825"/>
                    <a:ext cx="4572000" cy="1371600"/>
                    <a:chOff x="396835" y="311825"/>
                    <a:chExt cx="4572000" cy="1527810"/>
                  </a:xfrm>
                  <a:grpFill/>
                </p:grpSpPr>
                <p:grpSp>
                  <p:nvGrpSpPr>
                    <p:cNvPr id="17" name="Group 16">
                      <a:extLst>
                        <a:ext uri="{FF2B5EF4-FFF2-40B4-BE49-F238E27FC236}">
                          <a16:creationId xmlns:a16="http://schemas.microsoft.com/office/drawing/2014/main" id="{7FD71EB0-54A7-A8E0-F239-936C79DE81E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6835" y="311825"/>
                      <a:ext cx="4572000" cy="1371600"/>
                      <a:chOff x="396835" y="311825"/>
                      <a:chExt cx="8191262" cy="1371600"/>
                    </a:xfrm>
                    <a:grpFill/>
                  </p:grpSpPr>
                  <p:grpSp>
                    <p:nvGrpSpPr>
                      <p:cNvPr id="16" name="Group 15">
                        <a:extLst>
                          <a:ext uri="{FF2B5EF4-FFF2-40B4-BE49-F238E27FC236}">
                            <a16:creationId xmlns:a16="http://schemas.microsoft.com/office/drawing/2014/main" id="{42FB60EB-6945-F955-B5FE-39964A00B9A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96835" y="311825"/>
                        <a:ext cx="4572000" cy="1371600"/>
                        <a:chOff x="396835" y="311825"/>
                        <a:chExt cx="4572000" cy="1371600"/>
                      </a:xfrm>
                      <a:grpFill/>
                    </p:grpSpPr>
                    <p:sp>
                      <p:nvSpPr>
                        <p:cNvPr id="2" name="Text 0"/>
                        <p:cNvSpPr/>
                        <p:nvPr/>
                      </p:nvSpPr>
                      <p:spPr>
                        <a:xfrm>
                          <a:off x="396835" y="311825"/>
                          <a:ext cx="4572000" cy="137160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2750"/>
                            </a:lnSpc>
                            <a:buNone/>
                          </a:pPr>
                          <a:r>
                            <a:rPr lang="en-US" sz="3200" b="1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Sustainable &amp; Green Supply Chains</a:t>
                          </a:r>
                          <a:endParaRPr lang="en-US" sz="22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  <p:sp>
                      <p:nvSpPr>
                        <p:cNvPr id="3" name="Text 1"/>
                        <p:cNvSpPr/>
                        <p:nvPr/>
                      </p:nvSpPr>
                      <p:spPr>
                        <a:xfrm>
                          <a:off x="396835" y="949523"/>
                          <a:ext cx="2418398" cy="212646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1650"/>
                            </a:lnSpc>
                            <a:buNone/>
                          </a:pPr>
                          <a:r>
                            <a:rPr lang="en-US" sz="1300" b="1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Environmental Responsibility</a:t>
                          </a:r>
                          <a:endParaRPr lang="en-US" sz="13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4" name="Text 2" descr="Decorative – no critical information"/>
                      <p:cNvSpPr/>
                      <p:nvPr/>
                    </p:nvSpPr>
                    <p:spPr>
                      <a:xfrm>
                        <a:off x="396835" y="1275517"/>
                        <a:ext cx="8191262" cy="181451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1400"/>
                          </a:lnSpc>
                          <a:buNone/>
                        </a:pPr>
                        <a:r>
                          <a:rPr lang="en-US" sz="85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Modern supply chains prioritize reducing environmental footprint while promoting circular economy principles</a:t>
                        </a:r>
                        <a:endParaRPr lang="en-US" sz="8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5" name="Shape 3" descr="Decorative – no critical information"/>
                    <p:cNvSpPr/>
                    <p:nvPr/>
                  </p:nvSpPr>
                  <p:spPr>
                    <a:xfrm>
                      <a:off x="396835" y="1584484"/>
                      <a:ext cx="255151" cy="255151"/>
                    </a:xfrm>
                    <a:prstGeom prst="roundRect">
                      <a:avLst>
                        <a:gd name="adj" fmla="val 18669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6" name="Text 4" descr="Decorative – no critical information"/>
                  <p:cNvSpPr/>
                  <p:nvPr/>
                </p:nvSpPr>
                <p:spPr>
                  <a:xfrm>
                    <a:off x="765334" y="1623417"/>
                    <a:ext cx="1911429" cy="177165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1350"/>
                      </a:lnSpc>
                      <a:buNone/>
                    </a:pPr>
                    <a:r>
                      <a:rPr lang="en-US" sz="110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Carbon Footprint Reduction</a:t>
                    </a:r>
                    <a:endParaRPr lang="en-US" sz="11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7" name="Text 5" descr="Decorative – no critical information"/>
                <p:cNvSpPr/>
                <p:nvPr/>
              </p:nvSpPr>
              <p:spPr>
                <a:xfrm>
                  <a:off x="765334" y="1913930"/>
                  <a:ext cx="3656290" cy="181451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1400"/>
                    </a:lnSpc>
                    <a:buNone/>
                  </a:pPr>
                  <a:r>
                    <a:rPr lang="en-US" sz="8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Optimizing transportation and energy use</a:t>
                  </a:r>
                  <a:endParaRPr lang="en-US" sz="8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8" name="Shape 6" descr="Decorative – no critical information"/>
              <p:cNvSpPr/>
              <p:nvPr/>
            </p:nvSpPr>
            <p:spPr>
              <a:xfrm>
                <a:off x="4563308" y="1584484"/>
                <a:ext cx="255151" cy="255151"/>
              </a:xfrm>
              <a:prstGeom prst="roundRect">
                <a:avLst>
                  <a:gd name="adj" fmla="val 18669"/>
                </a:avLst>
              </a:prstGeom>
              <a:grpFill/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" name="Text 7" descr="Decorative – no critical information"/>
            <p:cNvSpPr/>
            <p:nvPr/>
          </p:nvSpPr>
          <p:spPr>
            <a:xfrm>
              <a:off x="4931807" y="1623417"/>
              <a:ext cx="1740337" cy="17716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sz="11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Circular Economy Design</a:t>
              </a:r>
              <a:endParaRPr lang="en-US" sz="1100" dirty="0">
                <a:latin typeface="Calibri" panose="020F0502020204030204" pitchFamily="34" charset="0"/>
              </a:endParaRPr>
            </a:p>
          </p:txBody>
        </p:sp>
      </p:grpSp>
      <p:sp>
        <p:nvSpPr>
          <p:cNvPr id="10" name="Text 8" descr="Decorative – no critical information"/>
          <p:cNvSpPr/>
          <p:nvPr/>
        </p:nvSpPr>
        <p:spPr>
          <a:xfrm>
            <a:off x="4931807" y="1913930"/>
            <a:ext cx="365629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Designing for reuse, recycling, refurbishment</a:t>
            </a:r>
            <a:endParaRPr lang="en-US" sz="850" dirty="0">
              <a:latin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96835" y="2322195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5334" y="236112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Ethical Sourcing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5334" y="2651641"/>
            <a:ext cx="782276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Blockchain enables complete traceability</a:t>
            </a:r>
            <a:endParaRPr lang="en-US" sz="850" dirty="0">
              <a:latin typeface="Calibri" panose="020F0502020204030204" pitchFamily="34" charset="0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418" y="963692"/>
            <a:ext cx="5368647" cy="5368647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418" y="6459855"/>
            <a:ext cx="5368647" cy="536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75950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47683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721026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03175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263234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490755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669665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215029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49465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243169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94239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5134F114-CA4A-5E70-8F54-F01513B67BFE}"/>
              </a:ext>
            </a:extLst>
          </p:cNvPr>
          <p:cNvGrpSpPr/>
          <p:nvPr/>
        </p:nvGrpSpPr>
        <p:grpSpPr>
          <a:xfrm>
            <a:off x="396835" y="311825"/>
            <a:ext cx="8191262" cy="1783556"/>
            <a:chOff x="396835" y="311825"/>
            <a:chExt cx="8191262" cy="1783556"/>
          </a:xfrm>
          <a:solidFill>
            <a:srgbClr val="C07000"/>
          </a:solidFill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2BF5FB7-A2F6-A81E-F657-420A9DD9EA7A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6275309" cy="1488757"/>
            </a:xfrm>
            <a:grpFill/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595BA81-0480-4530-D8DE-7B8A21203A68}"/>
                  </a:ext>
                </a:extLst>
              </p:cNvPr>
              <p:cNvGrpSpPr/>
              <p:nvPr/>
            </p:nvGrpSpPr>
            <p:grpSpPr>
              <a:xfrm>
                <a:off x="396835" y="311825"/>
                <a:ext cx="4572000" cy="1371600"/>
                <a:chOff x="396835" y="311825"/>
                <a:chExt cx="4572000" cy="1527810"/>
              </a:xfrm>
              <a:grpFill/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9CF62924-E3CF-8E7C-0436-06523D4DF8C6}"/>
                    </a:ext>
                  </a:extLst>
                </p:cNvPr>
                <p:cNvGrpSpPr/>
                <p:nvPr/>
              </p:nvGrpSpPr>
              <p:grpSpPr>
                <a:xfrm>
                  <a:off x="396835" y="311825"/>
                  <a:ext cx="4572000" cy="1371600"/>
                  <a:chOff x="396835" y="311825"/>
                  <a:chExt cx="4572000" cy="1783556"/>
                </a:xfrm>
                <a:grpFill/>
              </p:grpSpPr>
              <p:grpSp>
                <p:nvGrpSpPr>
                  <p:cNvPr id="19" name="Group 18">
                    <a:extLst>
                      <a:ext uri="{FF2B5EF4-FFF2-40B4-BE49-F238E27FC236}">
                        <a16:creationId xmlns:a16="http://schemas.microsoft.com/office/drawing/2014/main" id="{91CA1D7C-A572-FED3-7421-7CE0B3E87FE4}"/>
                      </a:ext>
                    </a:extLst>
                  </p:cNvPr>
                  <p:cNvGrpSpPr/>
                  <p:nvPr/>
                </p:nvGrpSpPr>
                <p:grpSpPr>
                  <a:xfrm>
                    <a:off x="396835" y="311825"/>
                    <a:ext cx="4572000" cy="1371600"/>
                    <a:chOff x="396835" y="311825"/>
                    <a:chExt cx="4572000" cy="1488757"/>
                  </a:xfrm>
                  <a:grpFill/>
                </p:grpSpPr>
                <p:grpSp>
                  <p:nvGrpSpPr>
                    <p:cNvPr id="18" name="Group 17">
                      <a:extLst>
                        <a:ext uri="{FF2B5EF4-FFF2-40B4-BE49-F238E27FC236}">
                          <a16:creationId xmlns:a16="http://schemas.microsoft.com/office/drawing/2014/main" id="{EC6EE42C-6FDD-037D-C040-6DBA47B92C1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6835" y="311825"/>
                      <a:ext cx="4572000" cy="1371600"/>
                      <a:chOff x="396835" y="311825"/>
                      <a:chExt cx="4572000" cy="1527810"/>
                    </a:xfrm>
                    <a:grpFill/>
                  </p:grpSpPr>
                  <p:grpSp>
                    <p:nvGrpSpPr>
                      <p:cNvPr id="17" name="Group 16">
                        <a:extLst>
                          <a:ext uri="{FF2B5EF4-FFF2-40B4-BE49-F238E27FC236}">
                            <a16:creationId xmlns:a16="http://schemas.microsoft.com/office/drawing/2014/main" id="{7FD71EB0-54A7-A8E0-F239-936C79DE81E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96835" y="311825"/>
                        <a:ext cx="4572000" cy="1371600"/>
                        <a:chOff x="396835" y="311825"/>
                        <a:chExt cx="8191262" cy="1371600"/>
                      </a:xfrm>
                      <a:grpFill/>
                    </p:grpSpPr>
                    <p:grpSp>
                      <p:nvGrpSpPr>
                        <p:cNvPr id="16" name="Group 15">
                          <a:extLst>
                            <a:ext uri="{FF2B5EF4-FFF2-40B4-BE49-F238E27FC236}">
                              <a16:creationId xmlns:a16="http://schemas.microsoft.com/office/drawing/2014/main" id="{42FB60EB-6945-F955-B5FE-39964A00B9A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96835" y="311825"/>
                          <a:ext cx="4572000" cy="1371600"/>
                          <a:chOff x="396835" y="311825"/>
                          <a:chExt cx="4572000" cy="1371600"/>
                        </a:xfrm>
                        <a:grpFill/>
                      </p:grpSpPr>
                      <p:sp>
                        <p:nvSpPr>
                          <p:cNvPr id="2" name="Text 0"/>
                          <p:cNvSpPr/>
                          <p:nvPr/>
                        </p:nvSpPr>
                        <p:spPr>
                          <a:xfrm>
                            <a:off x="396835" y="311825"/>
                            <a:ext cx="4572000" cy="137160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750"/>
                              </a:lnSpc>
                              <a:buNone/>
                            </a:pPr>
                            <a:r>
                              <a:rPr lang="en-US" sz="3200" b="1" dirty="0">
                                <a:solidFill>
                                  <a:srgbClr val="000000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Sustainable &amp; Green Supply Chains</a:t>
                            </a:r>
                            <a:endParaRPr lang="en-US" sz="22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" name="Text 1"/>
                          <p:cNvSpPr/>
                          <p:nvPr/>
                        </p:nvSpPr>
                        <p:spPr>
                          <a:xfrm>
                            <a:off x="396835" y="949523"/>
                            <a:ext cx="2418398" cy="212646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1650"/>
                              </a:lnSpc>
                              <a:buNone/>
                            </a:pPr>
                            <a:r>
                              <a:rPr lang="en-US" sz="1300" b="1" dirty="0">
                                <a:solidFill>
                                  <a:srgbClr val="000000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Environmental Responsibility</a:t>
                            </a:r>
                            <a:endParaRPr lang="en-US" sz="13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4" name="Text 2" descr="Decorative – no critical information"/>
                        <p:cNvSpPr/>
                        <p:nvPr/>
                      </p:nvSpPr>
                      <p:spPr>
                        <a:xfrm>
                          <a:off x="396835" y="1275517"/>
                          <a:ext cx="8191262" cy="181451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1400"/>
                            </a:lnSpc>
                            <a:buNone/>
                          </a:pPr>
                          <a:r>
                            <a:rPr lang="en-US" sz="85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Modern supply chains prioritize reducing environmental footprint while promoting circular economy principles</a:t>
                          </a:r>
                          <a:endParaRPr lang="en-US" sz="8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5" name="Shape 3" descr="Decorative – no critical information"/>
                      <p:cNvSpPr/>
                      <p:nvPr/>
                    </p:nvSpPr>
                    <p:spPr>
                      <a:xfrm>
                        <a:off x="396835" y="1584484"/>
                        <a:ext cx="255151" cy="255151"/>
                      </a:xfrm>
                      <a:prstGeom prst="roundRect">
                        <a:avLst>
                          <a:gd name="adj" fmla="val 18669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6" name="Text 4" descr="Decorative – no critical information"/>
                    <p:cNvSpPr/>
                    <p:nvPr/>
                  </p:nvSpPr>
                  <p:spPr>
                    <a:xfrm>
                      <a:off x="765334" y="1623417"/>
                      <a:ext cx="1911429" cy="177165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135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Carbon Footprint Reduction</a:t>
                      </a:r>
                      <a:endParaRPr lang="en-US" sz="11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7" name="Text 5" descr="Decorative – no critical information"/>
                  <p:cNvSpPr/>
                  <p:nvPr/>
                </p:nvSpPr>
                <p:spPr>
                  <a:xfrm>
                    <a:off x="765334" y="1913930"/>
                    <a:ext cx="3656290" cy="181451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1400"/>
                      </a:lnSpc>
                      <a:buNone/>
                    </a:pPr>
                    <a:r>
                      <a:rPr lang="en-US" sz="8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Optimizing transportation and energy use</a:t>
                    </a:r>
                    <a:endParaRPr lang="en-US" sz="8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8" name="Shape 6" descr="Decorative – no critical information"/>
                <p:cNvSpPr/>
                <p:nvPr/>
              </p:nvSpPr>
              <p:spPr>
                <a:xfrm>
                  <a:off x="4563308" y="1584484"/>
                  <a:ext cx="255151" cy="255151"/>
                </a:xfrm>
                <a:prstGeom prst="roundRect">
                  <a:avLst>
                    <a:gd name="adj" fmla="val 18669"/>
                  </a:avLst>
                </a:prstGeom>
                <a:grpFill/>
                <a:ln w="12700">
                  <a:solidFill>
                    <a:srgbClr val="00000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" name="Text 7" descr="Decorative – no critical information"/>
              <p:cNvSpPr/>
              <p:nvPr/>
            </p:nvSpPr>
            <p:spPr>
              <a:xfrm>
                <a:off x="4931807" y="1623417"/>
                <a:ext cx="1740337" cy="17716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350"/>
                  </a:lnSpc>
                  <a:buNone/>
                </a:pPr>
                <a:r>
                  <a:rPr lang="en-US" sz="11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Circular Economy Design</a:t>
                </a:r>
                <a:endParaRPr lang="en-US" sz="11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0" name="Text 8" descr="Decorative – no critical information"/>
            <p:cNvSpPr/>
            <p:nvPr/>
          </p:nvSpPr>
          <p:spPr>
            <a:xfrm>
              <a:off x="4931807" y="1913930"/>
              <a:ext cx="3656290" cy="181451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8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Designing for reuse, recycling, refurbishment</a:t>
              </a:r>
              <a:endParaRPr lang="en-US" sz="850" dirty="0">
                <a:latin typeface="Calibri" panose="020F0502020204030204" pitchFamily="34" charset="0"/>
              </a:endParaRPr>
            </a:p>
          </p:txBody>
        </p:sp>
      </p:grpSp>
      <p:sp>
        <p:nvSpPr>
          <p:cNvPr id="11" name="Shape 9" descr="Decorative – no critical information"/>
          <p:cNvSpPr/>
          <p:nvPr/>
        </p:nvSpPr>
        <p:spPr>
          <a:xfrm>
            <a:off x="396835" y="2322195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5334" y="236112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Ethical Sourcing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5334" y="2651641"/>
            <a:ext cx="782276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Blockchain enables complete traceability</a:t>
            </a:r>
            <a:endParaRPr lang="en-US" sz="850" dirty="0">
              <a:latin typeface="Calibri" panose="020F0502020204030204" pitchFamily="34" charset="0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418" y="963692"/>
            <a:ext cx="5368647" cy="5368647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418" y="6459855"/>
            <a:ext cx="5368647" cy="536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28658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5134F114-CA4A-5E70-8F54-F01513B67BFE}"/>
              </a:ext>
            </a:extLst>
          </p:cNvPr>
          <p:cNvGrpSpPr/>
          <p:nvPr/>
        </p:nvGrpSpPr>
        <p:grpSpPr>
          <a:xfrm>
            <a:off x="396835" y="311825"/>
            <a:ext cx="8191262" cy="1783556"/>
            <a:chOff x="396835" y="311825"/>
            <a:chExt cx="8191262" cy="1783556"/>
          </a:xfrm>
          <a:solidFill>
            <a:srgbClr val="C07000"/>
          </a:solidFill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2BF5FB7-A2F6-A81E-F657-420A9DD9EA7A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6275309" cy="1488757"/>
            </a:xfrm>
            <a:grpFill/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595BA81-0480-4530-D8DE-7B8A21203A68}"/>
                  </a:ext>
                </a:extLst>
              </p:cNvPr>
              <p:cNvGrpSpPr/>
              <p:nvPr/>
            </p:nvGrpSpPr>
            <p:grpSpPr>
              <a:xfrm>
                <a:off x="396835" y="311825"/>
                <a:ext cx="4572000" cy="1371600"/>
                <a:chOff x="396835" y="311825"/>
                <a:chExt cx="4572000" cy="1527810"/>
              </a:xfrm>
              <a:grpFill/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9CF62924-E3CF-8E7C-0436-06523D4DF8C6}"/>
                    </a:ext>
                  </a:extLst>
                </p:cNvPr>
                <p:cNvGrpSpPr/>
                <p:nvPr/>
              </p:nvGrpSpPr>
              <p:grpSpPr>
                <a:xfrm>
                  <a:off x="396835" y="311825"/>
                  <a:ext cx="4572000" cy="1371600"/>
                  <a:chOff x="396835" y="311825"/>
                  <a:chExt cx="4572000" cy="1783556"/>
                </a:xfrm>
                <a:grpFill/>
              </p:grpSpPr>
              <p:grpSp>
                <p:nvGrpSpPr>
                  <p:cNvPr id="19" name="Group 18">
                    <a:extLst>
                      <a:ext uri="{FF2B5EF4-FFF2-40B4-BE49-F238E27FC236}">
                        <a16:creationId xmlns:a16="http://schemas.microsoft.com/office/drawing/2014/main" id="{91CA1D7C-A572-FED3-7421-7CE0B3E87FE4}"/>
                      </a:ext>
                    </a:extLst>
                  </p:cNvPr>
                  <p:cNvGrpSpPr/>
                  <p:nvPr/>
                </p:nvGrpSpPr>
                <p:grpSpPr>
                  <a:xfrm>
                    <a:off x="396835" y="311825"/>
                    <a:ext cx="4572000" cy="1371600"/>
                    <a:chOff x="396835" y="311825"/>
                    <a:chExt cx="4572000" cy="1488757"/>
                  </a:xfrm>
                  <a:grpFill/>
                </p:grpSpPr>
                <p:grpSp>
                  <p:nvGrpSpPr>
                    <p:cNvPr id="18" name="Group 17">
                      <a:extLst>
                        <a:ext uri="{FF2B5EF4-FFF2-40B4-BE49-F238E27FC236}">
                          <a16:creationId xmlns:a16="http://schemas.microsoft.com/office/drawing/2014/main" id="{EC6EE42C-6FDD-037D-C040-6DBA47B92C1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6835" y="311825"/>
                      <a:ext cx="4572000" cy="1371600"/>
                      <a:chOff x="396835" y="311825"/>
                      <a:chExt cx="4572000" cy="1527810"/>
                    </a:xfrm>
                    <a:grpFill/>
                  </p:grpSpPr>
                  <p:grpSp>
                    <p:nvGrpSpPr>
                      <p:cNvPr id="17" name="Group 16">
                        <a:extLst>
                          <a:ext uri="{FF2B5EF4-FFF2-40B4-BE49-F238E27FC236}">
                            <a16:creationId xmlns:a16="http://schemas.microsoft.com/office/drawing/2014/main" id="{7FD71EB0-54A7-A8E0-F239-936C79DE81E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96835" y="311825"/>
                        <a:ext cx="4572000" cy="1371600"/>
                        <a:chOff x="396835" y="311825"/>
                        <a:chExt cx="8191262" cy="1371600"/>
                      </a:xfrm>
                      <a:grpFill/>
                    </p:grpSpPr>
                    <p:grpSp>
                      <p:nvGrpSpPr>
                        <p:cNvPr id="16" name="Group 15">
                          <a:extLst>
                            <a:ext uri="{FF2B5EF4-FFF2-40B4-BE49-F238E27FC236}">
                              <a16:creationId xmlns:a16="http://schemas.microsoft.com/office/drawing/2014/main" id="{42FB60EB-6945-F955-B5FE-39964A00B9A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96835" y="311825"/>
                          <a:ext cx="4572000" cy="1371600"/>
                          <a:chOff x="396835" y="311825"/>
                          <a:chExt cx="4572000" cy="1371600"/>
                        </a:xfrm>
                        <a:grpFill/>
                      </p:grpSpPr>
                      <p:sp>
                        <p:nvSpPr>
                          <p:cNvPr id="2" name="Text 0"/>
                          <p:cNvSpPr/>
                          <p:nvPr/>
                        </p:nvSpPr>
                        <p:spPr>
                          <a:xfrm>
                            <a:off x="396835" y="311825"/>
                            <a:ext cx="4572000" cy="137160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750"/>
                              </a:lnSpc>
                              <a:buNone/>
                            </a:pPr>
                            <a:r>
                              <a:rPr lang="en-US" sz="3200" b="1" dirty="0">
                                <a:solidFill>
                                  <a:srgbClr val="000000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Sustainable &amp; Green Supply Chains</a:t>
                            </a:r>
                            <a:endParaRPr lang="en-US" sz="22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" name="Text 1"/>
                          <p:cNvSpPr/>
                          <p:nvPr/>
                        </p:nvSpPr>
                        <p:spPr>
                          <a:xfrm>
                            <a:off x="396835" y="949523"/>
                            <a:ext cx="2418398" cy="212646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1650"/>
                              </a:lnSpc>
                              <a:buNone/>
                            </a:pPr>
                            <a:r>
                              <a:rPr lang="en-US" sz="1300" b="1" dirty="0">
                                <a:solidFill>
                                  <a:srgbClr val="000000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Environmental Responsibility</a:t>
                            </a:r>
                            <a:endParaRPr lang="en-US" sz="13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4" name="Text 2" descr="Decorative – no critical information"/>
                        <p:cNvSpPr/>
                        <p:nvPr/>
                      </p:nvSpPr>
                      <p:spPr>
                        <a:xfrm>
                          <a:off x="396835" y="1275517"/>
                          <a:ext cx="8191262" cy="181451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1400"/>
                            </a:lnSpc>
                            <a:buNone/>
                          </a:pPr>
                          <a:r>
                            <a:rPr lang="en-US" sz="85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Modern supply chains prioritize reducing environmental footprint while promoting circular economy principles</a:t>
                          </a:r>
                          <a:endParaRPr lang="en-US" sz="8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5" name="Shape 3" descr="Decorative – no critical information"/>
                      <p:cNvSpPr/>
                      <p:nvPr/>
                    </p:nvSpPr>
                    <p:spPr>
                      <a:xfrm>
                        <a:off x="396835" y="1584484"/>
                        <a:ext cx="255151" cy="255151"/>
                      </a:xfrm>
                      <a:prstGeom prst="roundRect">
                        <a:avLst>
                          <a:gd name="adj" fmla="val 18669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6" name="Text 4" descr="Decorative – no critical information"/>
                    <p:cNvSpPr/>
                    <p:nvPr/>
                  </p:nvSpPr>
                  <p:spPr>
                    <a:xfrm>
                      <a:off x="765334" y="1623417"/>
                      <a:ext cx="1911429" cy="177165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135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Carbon Footprint Reduction</a:t>
                      </a:r>
                      <a:endParaRPr lang="en-US" sz="11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7" name="Text 5" descr="Decorative – no critical information"/>
                  <p:cNvSpPr/>
                  <p:nvPr/>
                </p:nvSpPr>
                <p:spPr>
                  <a:xfrm>
                    <a:off x="765334" y="1913930"/>
                    <a:ext cx="3656290" cy="181451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1400"/>
                      </a:lnSpc>
                      <a:buNone/>
                    </a:pPr>
                    <a:r>
                      <a:rPr lang="en-US" sz="8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Optimizing transportation and energy use</a:t>
                    </a:r>
                    <a:endParaRPr lang="en-US" sz="8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8" name="Shape 6" descr="Decorative – no critical information"/>
                <p:cNvSpPr/>
                <p:nvPr/>
              </p:nvSpPr>
              <p:spPr>
                <a:xfrm>
                  <a:off x="4563308" y="1584484"/>
                  <a:ext cx="255151" cy="255151"/>
                </a:xfrm>
                <a:prstGeom prst="roundRect">
                  <a:avLst>
                    <a:gd name="adj" fmla="val 18669"/>
                  </a:avLst>
                </a:prstGeom>
                <a:grpFill/>
                <a:ln w="12700">
                  <a:solidFill>
                    <a:srgbClr val="00000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" name="Text 7" descr="Decorative – no critical information"/>
              <p:cNvSpPr/>
              <p:nvPr/>
            </p:nvSpPr>
            <p:spPr>
              <a:xfrm>
                <a:off x="4931807" y="1623417"/>
                <a:ext cx="1740337" cy="17716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350"/>
                  </a:lnSpc>
                  <a:buNone/>
                </a:pPr>
                <a:r>
                  <a:rPr lang="en-US" sz="11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Circular Economy Design</a:t>
                </a:r>
                <a:endParaRPr lang="en-US" sz="11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0" name="Text 8" descr="Decorative – no critical information"/>
            <p:cNvSpPr/>
            <p:nvPr/>
          </p:nvSpPr>
          <p:spPr>
            <a:xfrm>
              <a:off x="4931807" y="1913930"/>
              <a:ext cx="3656290" cy="181451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8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Designing for reuse, recycling, refurbishment</a:t>
              </a:r>
              <a:endParaRPr lang="en-US" sz="850" dirty="0">
                <a:latin typeface="Calibri" panose="020F0502020204030204" pitchFamily="34" charset="0"/>
              </a:endParaRPr>
            </a:p>
          </p:txBody>
        </p:sp>
      </p:grpSp>
      <p:sp>
        <p:nvSpPr>
          <p:cNvPr id="11" name="Shape 9" descr="Decorative – no critical information"/>
          <p:cNvSpPr/>
          <p:nvPr/>
        </p:nvSpPr>
        <p:spPr>
          <a:xfrm>
            <a:off x="396835" y="2322195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5334" y="236112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Ethical Sourcing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5334" y="2651641"/>
            <a:ext cx="782276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Blockchain enables complete traceability</a:t>
            </a:r>
            <a:endParaRPr lang="en-US" sz="850" dirty="0">
              <a:latin typeface="Calibri" panose="020F0502020204030204" pitchFamily="34" charset="0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418" y="963692"/>
            <a:ext cx="5368647" cy="5368647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418" y="6459855"/>
            <a:ext cx="5368647" cy="536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65294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380856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00981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971307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763491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223097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141142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952592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22955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460766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528366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EEED27AE-EC34-93B6-31F8-E0EAD06DEBEB}"/>
              </a:ext>
            </a:extLst>
          </p:cNvPr>
          <p:cNvGrpSpPr/>
          <p:nvPr/>
        </p:nvGrpSpPr>
        <p:grpSpPr>
          <a:xfrm>
            <a:off x="396835" y="311825"/>
            <a:ext cx="4572000" cy="2265521"/>
            <a:chOff x="396835" y="311825"/>
            <a:chExt cx="4572000" cy="2265521"/>
          </a:xfrm>
          <a:solidFill>
            <a:srgbClr val="C07000"/>
          </a:solidFill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134F114-CA4A-5E70-8F54-F01513B67BFE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8191262" cy="1783556"/>
            </a:xfrm>
            <a:grpFill/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A2BF5FB7-A2F6-A81E-F657-420A9DD9EA7A}"/>
                  </a:ext>
                </a:extLst>
              </p:cNvPr>
              <p:cNvGrpSpPr/>
              <p:nvPr/>
            </p:nvGrpSpPr>
            <p:grpSpPr>
              <a:xfrm>
                <a:off x="396835" y="311825"/>
                <a:ext cx="4572000" cy="1371600"/>
                <a:chOff x="396835" y="311825"/>
                <a:chExt cx="6275309" cy="1488757"/>
              </a:xfrm>
              <a:grpFill/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2595BA81-0480-4530-D8DE-7B8A21203A68}"/>
                    </a:ext>
                  </a:extLst>
                </p:cNvPr>
                <p:cNvGrpSpPr/>
                <p:nvPr/>
              </p:nvGrpSpPr>
              <p:grpSpPr>
                <a:xfrm>
                  <a:off x="396835" y="311825"/>
                  <a:ext cx="4572000" cy="1371600"/>
                  <a:chOff x="396835" y="311825"/>
                  <a:chExt cx="4572000" cy="1527810"/>
                </a:xfrm>
                <a:grpFill/>
              </p:grpSpPr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9CF62924-E3CF-8E7C-0436-06523D4DF8C6}"/>
                      </a:ext>
                    </a:extLst>
                  </p:cNvPr>
                  <p:cNvGrpSpPr/>
                  <p:nvPr/>
                </p:nvGrpSpPr>
                <p:grpSpPr>
                  <a:xfrm>
                    <a:off x="396835" y="311825"/>
                    <a:ext cx="4572000" cy="1371600"/>
                    <a:chOff x="396835" y="311825"/>
                    <a:chExt cx="4572000" cy="1783556"/>
                  </a:xfrm>
                  <a:grpFill/>
                </p:grpSpPr>
                <p:grpSp>
                  <p:nvGrpSpPr>
                    <p:cNvPr id="19" name="Group 18">
                      <a:extLst>
                        <a:ext uri="{FF2B5EF4-FFF2-40B4-BE49-F238E27FC236}">
                          <a16:creationId xmlns:a16="http://schemas.microsoft.com/office/drawing/2014/main" id="{91CA1D7C-A572-FED3-7421-7CE0B3E87FE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6835" y="311825"/>
                      <a:ext cx="4572000" cy="1371600"/>
                      <a:chOff x="396835" y="311825"/>
                      <a:chExt cx="4572000" cy="1488757"/>
                    </a:xfrm>
                    <a:grpFill/>
                  </p:grpSpPr>
                  <p:grpSp>
                    <p:nvGrpSpPr>
                      <p:cNvPr id="18" name="Group 17">
                        <a:extLst>
                          <a:ext uri="{FF2B5EF4-FFF2-40B4-BE49-F238E27FC236}">
                            <a16:creationId xmlns:a16="http://schemas.microsoft.com/office/drawing/2014/main" id="{EC6EE42C-6FDD-037D-C040-6DBA47B92C1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96835" y="311825"/>
                        <a:ext cx="4572000" cy="1371600"/>
                        <a:chOff x="396835" y="311825"/>
                        <a:chExt cx="4572000" cy="1527810"/>
                      </a:xfrm>
                      <a:grpFill/>
                    </p:grpSpPr>
                    <p:grpSp>
                      <p:nvGrpSpPr>
                        <p:cNvPr id="17" name="Group 16">
                          <a:extLst>
                            <a:ext uri="{FF2B5EF4-FFF2-40B4-BE49-F238E27FC236}">
                              <a16:creationId xmlns:a16="http://schemas.microsoft.com/office/drawing/2014/main" id="{7FD71EB0-54A7-A8E0-F239-936C79DE81E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96835" y="311825"/>
                          <a:ext cx="4572000" cy="1371600"/>
                          <a:chOff x="396835" y="311825"/>
                          <a:chExt cx="8191262" cy="1371600"/>
                        </a:xfrm>
                        <a:grpFill/>
                      </p:grpSpPr>
                      <p:grpSp>
                        <p:nvGrpSpPr>
                          <p:cNvPr id="16" name="Group 15">
                            <a:extLst>
                              <a:ext uri="{FF2B5EF4-FFF2-40B4-BE49-F238E27FC236}">
                                <a16:creationId xmlns:a16="http://schemas.microsoft.com/office/drawing/2014/main" id="{42FB60EB-6945-F955-B5FE-39964A00B9A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396835" y="311825"/>
                            <a:ext cx="4572000" cy="1371600"/>
                            <a:chOff x="396835" y="311825"/>
                            <a:chExt cx="4572000" cy="1371600"/>
                          </a:xfrm>
                          <a:grpFill/>
                        </p:grpSpPr>
                        <p:sp>
                          <p:nvSpPr>
                            <p:cNvPr id="2" name="Text 0"/>
                            <p:cNvSpPr/>
                            <p:nvPr/>
                          </p:nvSpPr>
                          <p:spPr>
                            <a:xfrm>
                              <a:off x="396835" y="311825"/>
                              <a:ext cx="4572000" cy="1371600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2750"/>
                                </a:lnSpc>
                                <a:buNone/>
                              </a:pPr>
                              <a:r>
                                <a:rPr lang="en-US" sz="3200" b="1" dirty="0">
                                  <a:solidFill>
                                    <a:srgbClr val="000000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Sustainable &amp; Green Supply Chains</a:t>
                              </a:r>
                              <a:endParaRPr lang="en-US" sz="22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3" name="Text 1"/>
                            <p:cNvSpPr/>
                            <p:nvPr/>
                          </p:nvSpPr>
                          <p:spPr>
                            <a:xfrm>
                              <a:off x="396835" y="949523"/>
                              <a:ext cx="2418398" cy="212646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1650"/>
                                </a:lnSpc>
                                <a:buNone/>
                              </a:pPr>
                              <a:r>
                                <a:rPr lang="en-US" sz="1300" b="1" dirty="0">
                                  <a:solidFill>
                                    <a:srgbClr val="000000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Environmental Responsibility</a:t>
                              </a:r>
                              <a:endParaRPr lang="en-US" sz="13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4" name="Text 2" descr="Decorative – no critical information"/>
                          <p:cNvSpPr/>
                          <p:nvPr/>
                        </p:nvSpPr>
                        <p:spPr>
                          <a:xfrm>
                            <a:off x="396835" y="1275517"/>
                            <a:ext cx="8191262" cy="181451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1400"/>
                              </a:lnSpc>
                              <a:buNone/>
                            </a:pPr>
                            <a:r>
                              <a:rPr lang="en-US" sz="85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Modern supply chains prioritize reducing environmental footprint while promoting circular economy principles</a:t>
                            </a:r>
                            <a:endParaRPr lang="en-US" sz="8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5" name="Shape 3" descr="Decorative – no critical information"/>
                        <p:cNvSpPr/>
                        <p:nvPr/>
                      </p:nvSpPr>
                      <p:spPr>
                        <a:xfrm>
                          <a:off x="396835" y="1584484"/>
                          <a:ext cx="255151" cy="255151"/>
                        </a:xfrm>
                        <a:prstGeom prst="roundRect">
                          <a:avLst>
                            <a:gd name="adj" fmla="val 18669"/>
                          </a:avLst>
                        </a:prstGeom>
                        <a:grpFill/>
                        <a:ln w="12700">
                          <a:solidFill>
                            <a:srgbClr val="000000"/>
                          </a:solidFill>
                          <a:prstDash val="solid"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6" name="Text 4" descr="Decorative – no critical information"/>
                      <p:cNvSpPr/>
                      <p:nvPr/>
                    </p:nvSpPr>
                    <p:spPr>
                      <a:xfrm>
                        <a:off x="765334" y="1623417"/>
                        <a:ext cx="1911429" cy="177165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1350"/>
                          </a:lnSpc>
                          <a:buNone/>
                        </a:pPr>
                        <a:r>
                          <a:rPr lang="en-US" sz="1100" b="1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Carbon Footprint Reduction</a:t>
                        </a:r>
                        <a:endParaRPr lang="en-US" sz="11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7" name="Text 5" descr="Decorative – no critical information"/>
                    <p:cNvSpPr/>
                    <p:nvPr/>
                  </p:nvSpPr>
                  <p:spPr>
                    <a:xfrm>
                      <a:off x="765334" y="1913930"/>
                      <a:ext cx="3656290" cy="181451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1400"/>
                        </a:lnSpc>
                        <a:buNone/>
                      </a:pPr>
                      <a:r>
                        <a:rPr lang="en-US" sz="8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Optimizing transportation and energy use</a:t>
                      </a:r>
                      <a:endParaRPr lang="en-US" sz="8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8" name="Shape 6" descr="Decorative – no critical information"/>
                  <p:cNvSpPr/>
                  <p:nvPr/>
                </p:nvSpPr>
                <p:spPr>
                  <a:xfrm>
                    <a:off x="4563308" y="1584484"/>
                    <a:ext cx="255151" cy="255151"/>
                  </a:xfrm>
                  <a:prstGeom prst="roundRect">
                    <a:avLst>
                      <a:gd name="adj" fmla="val 18669"/>
                    </a:avLst>
                  </a:prstGeom>
                  <a:grpFill/>
                  <a:ln w="12700">
                    <a:solidFill>
                      <a:srgbClr val="00000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9" name="Text 7" descr="Decorative – no critical information"/>
                <p:cNvSpPr/>
                <p:nvPr/>
              </p:nvSpPr>
              <p:spPr>
                <a:xfrm>
                  <a:off x="4931807" y="1623417"/>
                  <a:ext cx="1740337" cy="17716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1350"/>
                    </a:lnSpc>
                    <a:buNone/>
                  </a:pPr>
                  <a:r>
                    <a:rPr lang="en-US" sz="11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Circular Economy Design</a:t>
                  </a:r>
                  <a:endParaRPr lang="en-US" sz="11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0" name="Text 8" descr="Decorative – no critical information"/>
              <p:cNvSpPr/>
              <p:nvPr/>
            </p:nvSpPr>
            <p:spPr>
              <a:xfrm>
                <a:off x="4931807" y="1913930"/>
                <a:ext cx="3656290" cy="181451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400"/>
                  </a:lnSpc>
                  <a:buNone/>
                </a:pPr>
                <a:r>
                  <a:rPr lang="en-US" sz="8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Designing for reuse, recycling, refurbishment</a:t>
                </a:r>
                <a:endParaRPr lang="en-US" sz="8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1" name="Shape 9" descr="Decorative – no critical information"/>
            <p:cNvSpPr/>
            <p:nvPr/>
          </p:nvSpPr>
          <p:spPr>
            <a:xfrm>
              <a:off x="396835" y="2322195"/>
              <a:ext cx="255151" cy="255151"/>
            </a:xfrm>
            <a:prstGeom prst="roundRect">
              <a:avLst>
                <a:gd name="adj" fmla="val 18669"/>
              </a:avLst>
            </a:prstGeom>
            <a:grpFill/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 10" descr="Decorative – no critical information"/>
          <p:cNvSpPr/>
          <p:nvPr/>
        </p:nvSpPr>
        <p:spPr>
          <a:xfrm>
            <a:off x="765334" y="236112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Ethical Sourcing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5334" y="2651641"/>
            <a:ext cx="782276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Blockchain enables complete traceability</a:t>
            </a:r>
            <a:endParaRPr lang="en-US" sz="850" dirty="0">
              <a:latin typeface="Calibri" panose="020F0502020204030204" pitchFamily="34" charset="0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418" y="963692"/>
            <a:ext cx="5368647" cy="5368647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418" y="6459855"/>
            <a:ext cx="5368647" cy="536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27092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EEED27AE-EC34-93B6-31F8-E0EAD06DEBEB}"/>
              </a:ext>
            </a:extLst>
          </p:cNvPr>
          <p:cNvGrpSpPr/>
          <p:nvPr/>
        </p:nvGrpSpPr>
        <p:grpSpPr>
          <a:xfrm>
            <a:off x="396835" y="311825"/>
            <a:ext cx="4572000" cy="2265521"/>
            <a:chOff x="396835" y="311825"/>
            <a:chExt cx="4572000" cy="2265521"/>
          </a:xfrm>
          <a:solidFill>
            <a:srgbClr val="C07000"/>
          </a:solidFill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134F114-CA4A-5E70-8F54-F01513B67BFE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8191262" cy="1783556"/>
            </a:xfrm>
            <a:grpFill/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A2BF5FB7-A2F6-A81E-F657-420A9DD9EA7A}"/>
                  </a:ext>
                </a:extLst>
              </p:cNvPr>
              <p:cNvGrpSpPr/>
              <p:nvPr/>
            </p:nvGrpSpPr>
            <p:grpSpPr>
              <a:xfrm>
                <a:off x="396835" y="311825"/>
                <a:ext cx="4572000" cy="1371600"/>
                <a:chOff x="396835" y="311825"/>
                <a:chExt cx="6275309" cy="1488757"/>
              </a:xfrm>
              <a:grpFill/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2595BA81-0480-4530-D8DE-7B8A21203A68}"/>
                    </a:ext>
                  </a:extLst>
                </p:cNvPr>
                <p:cNvGrpSpPr/>
                <p:nvPr/>
              </p:nvGrpSpPr>
              <p:grpSpPr>
                <a:xfrm>
                  <a:off x="396835" y="311825"/>
                  <a:ext cx="4572000" cy="1371600"/>
                  <a:chOff x="396835" y="311825"/>
                  <a:chExt cx="4572000" cy="1527810"/>
                </a:xfrm>
                <a:grpFill/>
              </p:grpSpPr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9CF62924-E3CF-8E7C-0436-06523D4DF8C6}"/>
                      </a:ext>
                    </a:extLst>
                  </p:cNvPr>
                  <p:cNvGrpSpPr/>
                  <p:nvPr/>
                </p:nvGrpSpPr>
                <p:grpSpPr>
                  <a:xfrm>
                    <a:off x="396835" y="311825"/>
                    <a:ext cx="4572000" cy="1371600"/>
                    <a:chOff x="396835" y="311825"/>
                    <a:chExt cx="4572000" cy="1783556"/>
                  </a:xfrm>
                  <a:grpFill/>
                </p:grpSpPr>
                <p:grpSp>
                  <p:nvGrpSpPr>
                    <p:cNvPr id="19" name="Group 18">
                      <a:extLst>
                        <a:ext uri="{FF2B5EF4-FFF2-40B4-BE49-F238E27FC236}">
                          <a16:creationId xmlns:a16="http://schemas.microsoft.com/office/drawing/2014/main" id="{91CA1D7C-A572-FED3-7421-7CE0B3E87FE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6835" y="311825"/>
                      <a:ext cx="4572000" cy="1371600"/>
                      <a:chOff x="396835" y="311825"/>
                      <a:chExt cx="4572000" cy="1488757"/>
                    </a:xfrm>
                    <a:grpFill/>
                  </p:grpSpPr>
                  <p:grpSp>
                    <p:nvGrpSpPr>
                      <p:cNvPr id="18" name="Group 17">
                        <a:extLst>
                          <a:ext uri="{FF2B5EF4-FFF2-40B4-BE49-F238E27FC236}">
                            <a16:creationId xmlns:a16="http://schemas.microsoft.com/office/drawing/2014/main" id="{EC6EE42C-6FDD-037D-C040-6DBA47B92C1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96835" y="311825"/>
                        <a:ext cx="4572000" cy="1371600"/>
                        <a:chOff x="396835" y="311825"/>
                        <a:chExt cx="4572000" cy="1527810"/>
                      </a:xfrm>
                      <a:grpFill/>
                    </p:grpSpPr>
                    <p:grpSp>
                      <p:nvGrpSpPr>
                        <p:cNvPr id="17" name="Group 16">
                          <a:extLst>
                            <a:ext uri="{FF2B5EF4-FFF2-40B4-BE49-F238E27FC236}">
                              <a16:creationId xmlns:a16="http://schemas.microsoft.com/office/drawing/2014/main" id="{7FD71EB0-54A7-A8E0-F239-936C79DE81E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96835" y="311825"/>
                          <a:ext cx="4572000" cy="1371600"/>
                          <a:chOff x="396835" y="311825"/>
                          <a:chExt cx="8191262" cy="1371600"/>
                        </a:xfrm>
                        <a:grpFill/>
                      </p:grpSpPr>
                      <p:grpSp>
                        <p:nvGrpSpPr>
                          <p:cNvPr id="16" name="Group 15">
                            <a:extLst>
                              <a:ext uri="{FF2B5EF4-FFF2-40B4-BE49-F238E27FC236}">
                                <a16:creationId xmlns:a16="http://schemas.microsoft.com/office/drawing/2014/main" id="{42FB60EB-6945-F955-B5FE-39964A00B9A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396835" y="311825"/>
                            <a:ext cx="4572000" cy="1371600"/>
                            <a:chOff x="396835" y="311825"/>
                            <a:chExt cx="4572000" cy="1371600"/>
                          </a:xfrm>
                          <a:grpFill/>
                        </p:grpSpPr>
                        <p:sp>
                          <p:nvSpPr>
                            <p:cNvPr id="2" name="Text 0"/>
                            <p:cNvSpPr/>
                            <p:nvPr/>
                          </p:nvSpPr>
                          <p:spPr>
                            <a:xfrm>
                              <a:off x="396835" y="311825"/>
                              <a:ext cx="4572000" cy="1371600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2750"/>
                                </a:lnSpc>
                                <a:buNone/>
                              </a:pPr>
                              <a:r>
                                <a:rPr lang="en-US" sz="3200" b="1" dirty="0">
                                  <a:solidFill>
                                    <a:srgbClr val="000000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Sustainable &amp; Green Supply Chains</a:t>
                              </a:r>
                              <a:endParaRPr lang="en-US" sz="22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3" name="Text 1"/>
                            <p:cNvSpPr/>
                            <p:nvPr/>
                          </p:nvSpPr>
                          <p:spPr>
                            <a:xfrm>
                              <a:off x="396835" y="949523"/>
                              <a:ext cx="2418398" cy="212646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1650"/>
                                </a:lnSpc>
                                <a:buNone/>
                              </a:pPr>
                              <a:r>
                                <a:rPr lang="en-US" sz="1300" b="1" dirty="0">
                                  <a:solidFill>
                                    <a:srgbClr val="000000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Environmental Responsibility</a:t>
                              </a:r>
                              <a:endParaRPr lang="en-US" sz="13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4" name="Text 2" descr="Decorative – no critical information"/>
                          <p:cNvSpPr/>
                          <p:nvPr/>
                        </p:nvSpPr>
                        <p:spPr>
                          <a:xfrm>
                            <a:off x="396835" y="1275517"/>
                            <a:ext cx="8191262" cy="181451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1400"/>
                              </a:lnSpc>
                              <a:buNone/>
                            </a:pPr>
                            <a:r>
                              <a:rPr lang="en-US" sz="85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Modern supply chains prioritize reducing environmental footprint while promoting circular economy principles</a:t>
                            </a:r>
                            <a:endParaRPr lang="en-US" sz="8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5" name="Shape 3" descr="Decorative – no critical information"/>
                        <p:cNvSpPr/>
                        <p:nvPr/>
                      </p:nvSpPr>
                      <p:spPr>
                        <a:xfrm>
                          <a:off x="396835" y="1584484"/>
                          <a:ext cx="255151" cy="255151"/>
                        </a:xfrm>
                        <a:prstGeom prst="roundRect">
                          <a:avLst>
                            <a:gd name="adj" fmla="val 18669"/>
                          </a:avLst>
                        </a:prstGeom>
                        <a:grpFill/>
                        <a:ln w="12700">
                          <a:solidFill>
                            <a:srgbClr val="000000"/>
                          </a:solidFill>
                          <a:prstDash val="solid"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6" name="Text 4" descr="Decorative – no critical information"/>
                      <p:cNvSpPr/>
                      <p:nvPr/>
                    </p:nvSpPr>
                    <p:spPr>
                      <a:xfrm>
                        <a:off x="765334" y="1623417"/>
                        <a:ext cx="1911429" cy="177165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1350"/>
                          </a:lnSpc>
                          <a:buNone/>
                        </a:pPr>
                        <a:r>
                          <a:rPr lang="en-US" sz="1100" b="1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Carbon Footprint Reduction</a:t>
                        </a:r>
                        <a:endParaRPr lang="en-US" sz="11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7" name="Text 5" descr="Decorative – no critical information"/>
                    <p:cNvSpPr/>
                    <p:nvPr/>
                  </p:nvSpPr>
                  <p:spPr>
                    <a:xfrm>
                      <a:off x="765334" y="1913930"/>
                      <a:ext cx="3656290" cy="181451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1400"/>
                        </a:lnSpc>
                        <a:buNone/>
                      </a:pPr>
                      <a:r>
                        <a:rPr lang="en-US" sz="8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Optimizing transportation and energy use</a:t>
                      </a:r>
                      <a:endParaRPr lang="en-US" sz="8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8" name="Shape 6" descr="Decorative – no critical information"/>
                  <p:cNvSpPr/>
                  <p:nvPr/>
                </p:nvSpPr>
                <p:spPr>
                  <a:xfrm>
                    <a:off x="4563308" y="1584484"/>
                    <a:ext cx="255151" cy="255151"/>
                  </a:xfrm>
                  <a:prstGeom prst="roundRect">
                    <a:avLst>
                      <a:gd name="adj" fmla="val 18669"/>
                    </a:avLst>
                  </a:prstGeom>
                  <a:grpFill/>
                  <a:ln w="12700">
                    <a:solidFill>
                      <a:srgbClr val="00000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9" name="Text 7" descr="Decorative – no critical information"/>
                <p:cNvSpPr/>
                <p:nvPr/>
              </p:nvSpPr>
              <p:spPr>
                <a:xfrm>
                  <a:off x="4931807" y="1623417"/>
                  <a:ext cx="1740337" cy="17716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1350"/>
                    </a:lnSpc>
                    <a:buNone/>
                  </a:pPr>
                  <a:r>
                    <a:rPr lang="en-US" sz="11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Circular Economy Design</a:t>
                  </a:r>
                  <a:endParaRPr lang="en-US" sz="11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0" name="Text 8" descr="Decorative – no critical information"/>
              <p:cNvSpPr/>
              <p:nvPr/>
            </p:nvSpPr>
            <p:spPr>
              <a:xfrm>
                <a:off x="4931807" y="1913930"/>
                <a:ext cx="3656290" cy="181451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400"/>
                  </a:lnSpc>
                  <a:buNone/>
                </a:pPr>
                <a:r>
                  <a:rPr lang="en-US" sz="8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Designing for reuse, recycling, refurbishment</a:t>
                </a:r>
                <a:endParaRPr lang="en-US" sz="8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1" name="Shape 9" descr="Decorative – no critical information"/>
            <p:cNvSpPr/>
            <p:nvPr/>
          </p:nvSpPr>
          <p:spPr>
            <a:xfrm>
              <a:off x="396835" y="2322195"/>
              <a:ext cx="255151" cy="255151"/>
            </a:xfrm>
            <a:prstGeom prst="roundRect">
              <a:avLst>
                <a:gd name="adj" fmla="val 18669"/>
              </a:avLst>
            </a:prstGeom>
            <a:grpFill/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 10" descr="Decorative – no critical information"/>
          <p:cNvSpPr/>
          <p:nvPr/>
        </p:nvSpPr>
        <p:spPr>
          <a:xfrm>
            <a:off x="765334" y="236112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Ethical Sourcing</a:t>
            </a:r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5334" y="2651641"/>
            <a:ext cx="782276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Blockchain enables complete traceability</a:t>
            </a:r>
            <a:endParaRPr lang="en-US" sz="850" dirty="0">
              <a:latin typeface="Calibri" panose="020F0502020204030204" pitchFamily="34" charset="0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418" y="963692"/>
            <a:ext cx="5368647" cy="5368647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418" y="6459855"/>
            <a:ext cx="5368647" cy="536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47802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665125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503684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321467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93877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066589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098475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186962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536082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020729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370525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22E9A442-DF8B-23B6-3F50-B5DC76F07D46}"/>
              </a:ext>
            </a:extLst>
          </p:cNvPr>
          <p:cNvGrpSpPr/>
          <p:nvPr/>
        </p:nvGrpSpPr>
        <p:grpSpPr>
          <a:xfrm>
            <a:off x="396835" y="311825"/>
            <a:ext cx="4572000" cy="2226468"/>
            <a:chOff x="396835" y="311825"/>
            <a:chExt cx="4572000" cy="2226468"/>
          </a:xfrm>
          <a:solidFill>
            <a:srgbClr val="C07000"/>
          </a:solid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EED27AE-EC34-93B6-31F8-E0EAD06DEBEB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4572000" cy="2265521"/>
            </a:xfrm>
            <a:grpFill/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5134F114-CA4A-5E70-8F54-F01513B67BFE}"/>
                  </a:ext>
                </a:extLst>
              </p:cNvPr>
              <p:cNvGrpSpPr/>
              <p:nvPr/>
            </p:nvGrpSpPr>
            <p:grpSpPr>
              <a:xfrm>
                <a:off x="396835" y="311825"/>
                <a:ext cx="4572000" cy="1371600"/>
                <a:chOff x="396835" y="311825"/>
                <a:chExt cx="8191262" cy="1783556"/>
              </a:xfrm>
              <a:grpFill/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2BF5FB7-A2F6-A81E-F657-420A9DD9EA7A}"/>
                    </a:ext>
                  </a:extLst>
                </p:cNvPr>
                <p:cNvGrpSpPr/>
                <p:nvPr/>
              </p:nvGrpSpPr>
              <p:grpSpPr>
                <a:xfrm>
                  <a:off x="396835" y="311825"/>
                  <a:ext cx="4572000" cy="1371600"/>
                  <a:chOff x="396835" y="311825"/>
                  <a:chExt cx="6275309" cy="1488757"/>
                </a:xfrm>
                <a:grpFill/>
              </p:grpSpPr>
              <p:grpSp>
                <p:nvGrpSpPr>
                  <p:cNvPr id="21" name="Group 20">
                    <a:extLst>
                      <a:ext uri="{FF2B5EF4-FFF2-40B4-BE49-F238E27FC236}">
                        <a16:creationId xmlns:a16="http://schemas.microsoft.com/office/drawing/2014/main" id="{2595BA81-0480-4530-D8DE-7B8A21203A68}"/>
                      </a:ext>
                    </a:extLst>
                  </p:cNvPr>
                  <p:cNvGrpSpPr/>
                  <p:nvPr/>
                </p:nvGrpSpPr>
                <p:grpSpPr>
                  <a:xfrm>
                    <a:off x="396835" y="311825"/>
                    <a:ext cx="4572000" cy="1371600"/>
                    <a:chOff x="396835" y="311825"/>
                    <a:chExt cx="4572000" cy="1527810"/>
                  </a:xfrm>
                  <a:grpFill/>
                </p:grpSpPr>
                <p:grpSp>
                  <p:nvGrpSpPr>
                    <p:cNvPr id="20" name="Group 19">
                      <a:extLst>
                        <a:ext uri="{FF2B5EF4-FFF2-40B4-BE49-F238E27FC236}">
                          <a16:creationId xmlns:a16="http://schemas.microsoft.com/office/drawing/2014/main" id="{9CF62924-E3CF-8E7C-0436-06523D4DF8C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6835" y="311825"/>
                      <a:ext cx="4572000" cy="1371600"/>
                      <a:chOff x="396835" y="311825"/>
                      <a:chExt cx="4572000" cy="1783556"/>
                    </a:xfrm>
                    <a:grpFill/>
                  </p:grpSpPr>
                  <p:grpSp>
                    <p:nvGrpSpPr>
                      <p:cNvPr id="19" name="Group 18">
                        <a:extLst>
                          <a:ext uri="{FF2B5EF4-FFF2-40B4-BE49-F238E27FC236}">
                            <a16:creationId xmlns:a16="http://schemas.microsoft.com/office/drawing/2014/main" id="{91CA1D7C-A572-FED3-7421-7CE0B3E87FE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96835" y="311825"/>
                        <a:ext cx="4572000" cy="1371600"/>
                        <a:chOff x="396835" y="311825"/>
                        <a:chExt cx="4572000" cy="1488757"/>
                      </a:xfrm>
                      <a:grpFill/>
                    </p:grpSpPr>
                    <p:grpSp>
                      <p:nvGrpSpPr>
                        <p:cNvPr id="18" name="Group 17">
                          <a:extLst>
                            <a:ext uri="{FF2B5EF4-FFF2-40B4-BE49-F238E27FC236}">
                              <a16:creationId xmlns:a16="http://schemas.microsoft.com/office/drawing/2014/main" id="{EC6EE42C-6FDD-037D-C040-6DBA47B92C1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96835" y="311825"/>
                          <a:ext cx="4572000" cy="1371600"/>
                          <a:chOff x="396835" y="311825"/>
                          <a:chExt cx="4572000" cy="1527810"/>
                        </a:xfrm>
                        <a:grpFill/>
                      </p:grpSpPr>
                      <p:grpSp>
                        <p:nvGrpSpPr>
                          <p:cNvPr id="17" name="Group 16">
                            <a:extLst>
                              <a:ext uri="{FF2B5EF4-FFF2-40B4-BE49-F238E27FC236}">
                                <a16:creationId xmlns:a16="http://schemas.microsoft.com/office/drawing/2014/main" id="{7FD71EB0-54A7-A8E0-F239-936C79DE81E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396835" y="311825"/>
                            <a:ext cx="4572000" cy="1371600"/>
                            <a:chOff x="396835" y="311825"/>
                            <a:chExt cx="8191262" cy="1371600"/>
                          </a:xfrm>
                          <a:grpFill/>
                        </p:grpSpPr>
                        <p:grpSp>
                          <p:nvGrpSpPr>
                            <p:cNvPr id="16" name="Group 15">
                              <a:extLst>
                                <a:ext uri="{FF2B5EF4-FFF2-40B4-BE49-F238E27FC236}">
                                  <a16:creationId xmlns:a16="http://schemas.microsoft.com/office/drawing/2014/main" id="{42FB60EB-6945-F955-B5FE-39964A00B9A5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396835" y="311825"/>
                              <a:ext cx="4572000" cy="1371600"/>
                              <a:chOff x="396835" y="311825"/>
                              <a:chExt cx="4572000" cy="1371600"/>
                            </a:xfrm>
                            <a:grpFill/>
                          </p:grpSpPr>
                          <p:sp>
                            <p:nvSpPr>
                              <p:cNvPr id="2" name="Text 0"/>
                              <p:cNvSpPr/>
                              <p:nvPr/>
                            </p:nvSpPr>
                            <p:spPr>
                              <a:xfrm>
                                <a:off x="396835" y="311825"/>
                                <a:ext cx="4572000" cy="137160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2750"/>
                                  </a:lnSpc>
                                  <a:buNone/>
                                </a:pPr>
                                <a:r>
                                  <a:rPr lang="en-US" sz="32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Sustainable &amp; Green Supply Chains</a:t>
                                </a:r>
                                <a:endParaRPr lang="en-US" sz="220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3" name="Text 1"/>
                              <p:cNvSpPr/>
                              <p:nvPr/>
                            </p:nvSpPr>
                            <p:spPr>
                              <a:xfrm>
                                <a:off x="396835" y="949523"/>
                                <a:ext cx="2418398" cy="212646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1650"/>
                                  </a:lnSpc>
                                  <a:buNone/>
                                </a:pPr>
                                <a:r>
                                  <a:rPr lang="en-US" sz="13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Environmental Responsibility</a:t>
                                </a:r>
                                <a:endParaRPr lang="en-US" sz="130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4" name="Text 2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396835" y="1275517"/>
                              <a:ext cx="8191262" cy="181451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1400"/>
                                </a:lnSpc>
                                <a:buNone/>
                              </a:pPr>
                              <a:r>
                                <a:rPr lang="en-US" sz="850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" pitchFamily="34" charset="-122"/>
                                  <a:cs typeface="Inter" pitchFamily="34" charset="-120"/>
                                </a:rPr>
                                <a:t>Modern supply chains prioritize reducing environmental footprint while promoting circular economy principles</a:t>
                              </a:r>
                              <a:endParaRPr lang="en-US" sz="8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5" name="Shape 3" descr="Decorative – no critical information"/>
                          <p:cNvSpPr/>
                          <p:nvPr/>
                        </p:nvSpPr>
                        <p:spPr>
                          <a:xfrm>
                            <a:off x="396835" y="1584484"/>
                            <a:ext cx="255151" cy="255151"/>
                          </a:xfrm>
                          <a:prstGeom prst="roundRect">
                            <a:avLst>
                              <a:gd name="adj" fmla="val 18669"/>
                            </a:avLst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  <a:prstDash val="solid"/>
                          </a:ln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6" name="Text 4" descr="Decorative – no critical information"/>
                        <p:cNvSpPr/>
                        <p:nvPr/>
                      </p:nvSpPr>
                      <p:spPr>
                        <a:xfrm>
                          <a:off x="765334" y="1623417"/>
                          <a:ext cx="1911429" cy="177165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1350"/>
                            </a:lnSpc>
                            <a:buNone/>
                          </a:pPr>
                          <a:r>
                            <a:rPr lang="en-US" sz="1100" b="1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Carbon Footprint Reduction</a:t>
                          </a:r>
                          <a:endParaRPr lang="en-US" sz="11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7" name="Text 5" descr="Decorative – no critical information"/>
                      <p:cNvSpPr/>
                      <p:nvPr/>
                    </p:nvSpPr>
                    <p:spPr>
                      <a:xfrm>
                        <a:off x="765334" y="1913930"/>
                        <a:ext cx="3656290" cy="181451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1400"/>
                          </a:lnSpc>
                          <a:buNone/>
                        </a:pPr>
                        <a:r>
                          <a:rPr lang="en-US" sz="85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Optimizing transportation and energy use</a:t>
                        </a:r>
                        <a:endParaRPr lang="en-US" sz="8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8" name="Shape 6" descr="Decorative – no critical information"/>
                    <p:cNvSpPr/>
                    <p:nvPr/>
                  </p:nvSpPr>
                  <p:spPr>
                    <a:xfrm>
                      <a:off x="4563308" y="1584484"/>
                      <a:ext cx="255151" cy="255151"/>
                    </a:xfrm>
                    <a:prstGeom prst="roundRect">
                      <a:avLst>
                        <a:gd name="adj" fmla="val 18669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9" name="Text 7" descr="Decorative – no critical information"/>
                  <p:cNvSpPr/>
                  <p:nvPr/>
                </p:nvSpPr>
                <p:spPr>
                  <a:xfrm>
                    <a:off x="4931807" y="1623417"/>
                    <a:ext cx="1740337" cy="177165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1350"/>
                      </a:lnSpc>
                      <a:buNone/>
                    </a:pPr>
                    <a:r>
                      <a:rPr lang="en-US" sz="110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Circular Economy Design</a:t>
                    </a:r>
                    <a:endParaRPr lang="en-US" sz="11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0" name="Text 8" descr="Decorative – no critical information"/>
                <p:cNvSpPr/>
                <p:nvPr/>
              </p:nvSpPr>
              <p:spPr>
                <a:xfrm>
                  <a:off x="4931807" y="1913930"/>
                  <a:ext cx="3656290" cy="181451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1400"/>
                    </a:lnSpc>
                    <a:buNone/>
                  </a:pPr>
                  <a:r>
                    <a:rPr lang="en-US" sz="8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Designing for reuse, recycling, refurbishment</a:t>
                  </a:r>
                  <a:endParaRPr lang="en-US" sz="8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1" name="Shape 9" descr="Decorative – no critical information"/>
              <p:cNvSpPr/>
              <p:nvPr/>
            </p:nvSpPr>
            <p:spPr>
              <a:xfrm>
                <a:off x="396835" y="2322195"/>
                <a:ext cx="255151" cy="255151"/>
              </a:xfrm>
              <a:prstGeom prst="roundRect">
                <a:avLst>
                  <a:gd name="adj" fmla="val 18669"/>
                </a:avLst>
              </a:prstGeom>
              <a:grpFill/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" name="Text 10" descr="Decorative – no critical information"/>
            <p:cNvSpPr/>
            <p:nvPr/>
          </p:nvSpPr>
          <p:spPr>
            <a:xfrm>
              <a:off x="765334" y="2361128"/>
              <a:ext cx="1417558" cy="17716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sz="11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Ethical Sourcing</a:t>
              </a:r>
              <a:endParaRPr lang="en-US" sz="1100" dirty="0">
                <a:latin typeface="Calibri" panose="020F0502020204030204" pitchFamily="34" charset="0"/>
              </a:endParaRPr>
            </a:p>
          </p:txBody>
        </p:sp>
      </p:grpSp>
      <p:sp>
        <p:nvSpPr>
          <p:cNvPr id="13" name="Text 11" descr="Decorative – no critical information"/>
          <p:cNvSpPr/>
          <p:nvPr/>
        </p:nvSpPr>
        <p:spPr>
          <a:xfrm>
            <a:off x="765334" y="2651641"/>
            <a:ext cx="782276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Blockchain enables complete traceability</a:t>
            </a:r>
            <a:endParaRPr lang="en-US" sz="850" dirty="0">
              <a:latin typeface="Calibri" panose="020F0502020204030204" pitchFamily="34" charset="0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418" y="963692"/>
            <a:ext cx="5368647" cy="5368647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418" y="6459855"/>
            <a:ext cx="5368647" cy="536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93214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22E9A442-DF8B-23B6-3F50-B5DC76F07D46}"/>
              </a:ext>
            </a:extLst>
          </p:cNvPr>
          <p:cNvGrpSpPr/>
          <p:nvPr/>
        </p:nvGrpSpPr>
        <p:grpSpPr>
          <a:xfrm>
            <a:off x="396835" y="311825"/>
            <a:ext cx="4572000" cy="2226468"/>
            <a:chOff x="396835" y="311825"/>
            <a:chExt cx="4572000" cy="2226468"/>
          </a:xfrm>
          <a:solidFill>
            <a:srgbClr val="C07000"/>
          </a:solid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EED27AE-EC34-93B6-31F8-E0EAD06DEBEB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4572000" cy="2265521"/>
            </a:xfrm>
            <a:grpFill/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5134F114-CA4A-5E70-8F54-F01513B67BFE}"/>
                  </a:ext>
                </a:extLst>
              </p:cNvPr>
              <p:cNvGrpSpPr/>
              <p:nvPr/>
            </p:nvGrpSpPr>
            <p:grpSpPr>
              <a:xfrm>
                <a:off x="396835" y="311825"/>
                <a:ext cx="4572000" cy="1371600"/>
                <a:chOff x="396835" y="311825"/>
                <a:chExt cx="8191262" cy="1783556"/>
              </a:xfrm>
              <a:grpFill/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2BF5FB7-A2F6-A81E-F657-420A9DD9EA7A}"/>
                    </a:ext>
                  </a:extLst>
                </p:cNvPr>
                <p:cNvGrpSpPr/>
                <p:nvPr/>
              </p:nvGrpSpPr>
              <p:grpSpPr>
                <a:xfrm>
                  <a:off x="396835" y="311825"/>
                  <a:ext cx="4572000" cy="1371600"/>
                  <a:chOff x="396835" y="311825"/>
                  <a:chExt cx="6275309" cy="1488757"/>
                </a:xfrm>
                <a:grpFill/>
              </p:grpSpPr>
              <p:grpSp>
                <p:nvGrpSpPr>
                  <p:cNvPr id="21" name="Group 20">
                    <a:extLst>
                      <a:ext uri="{FF2B5EF4-FFF2-40B4-BE49-F238E27FC236}">
                        <a16:creationId xmlns:a16="http://schemas.microsoft.com/office/drawing/2014/main" id="{2595BA81-0480-4530-D8DE-7B8A21203A68}"/>
                      </a:ext>
                    </a:extLst>
                  </p:cNvPr>
                  <p:cNvGrpSpPr/>
                  <p:nvPr/>
                </p:nvGrpSpPr>
                <p:grpSpPr>
                  <a:xfrm>
                    <a:off x="396835" y="311825"/>
                    <a:ext cx="4572000" cy="1371600"/>
                    <a:chOff x="396835" y="311825"/>
                    <a:chExt cx="4572000" cy="1527810"/>
                  </a:xfrm>
                  <a:grpFill/>
                </p:grpSpPr>
                <p:grpSp>
                  <p:nvGrpSpPr>
                    <p:cNvPr id="20" name="Group 19">
                      <a:extLst>
                        <a:ext uri="{FF2B5EF4-FFF2-40B4-BE49-F238E27FC236}">
                          <a16:creationId xmlns:a16="http://schemas.microsoft.com/office/drawing/2014/main" id="{9CF62924-E3CF-8E7C-0436-06523D4DF8C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6835" y="311825"/>
                      <a:ext cx="4572000" cy="1371600"/>
                      <a:chOff x="396835" y="311825"/>
                      <a:chExt cx="4572000" cy="1783556"/>
                    </a:xfrm>
                    <a:grpFill/>
                  </p:grpSpPr>
                  <p:grpSp>
                    <p:nvGrpSpPr>
                      <p:cNvPr id="19" name="Group 18">
                        <a:extLst>
                          <a:ext uri="{FF2B5EF4-FFF2-40B4-BE49-F238E27FC236}">
                            <a16:creationId xmlns:a16="http://schemas.microsoft.com/office/drawing/2014/main" id="{91CA1D7C-A572-FED3-7421-7CE0B3E87FE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96835" y="311825"/>
                        <a:ext cx="4572000" cy="1371600"/>
                        <a:chOff x="396835" y="311825"/>
                        <a:chExt cx="4572000" cy="1488757"/>
                      </a:xfrm>
                      <a:grpFill/>
                    </p:grpSpPr>
                    <p:grpSp>
                      <p:nvGrpSpPr>
                        <p:cNvPr id="18" name="Group 17">
                          <a:extLst>
                            <a:ext uri="{FF2B5EF4-FFF2-40B4-BE49-F238E27FC236}">
                              <a16:creationId xmlns:a16="http://schemas.microsoft.com/office/drawing/2014/main" id="{EC6EE42C-6FDD-037D-C040-6DBA47B92C1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96835" y="311825"/>
                          <a:ext cx="4572000" cy="1371600"/>
                          <a:chOff x="396835" y="311825"/>
                          <a:chExt cx="4572000" cy="1527810"/>
                        </a:xfrm>
                        <a:grpFill/>
                      </p:grpSpPr>
                      <p:grpSp>
                        <p:nvGrpSpPr>
                          <p:cNvPr id="17" name="Group 16">
                            <a:extLst>
                              <a:ext uri="{FF2B5EF4-FFF2-40B4-BE49-F238E27FC236}">
                                <a16:creationId xmlns:a16="http://schemas.microsoft.com/office/drawing/2014/main" id="{7FD71EB0-54A7-A8E0-F239-936C79DE81E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396835" y="311825"/>
                            <a:ext cx="4572000" cy="1371600"/>
                            <a:chOff x="396835" y="311825"/>
                            <a:chExt cx="8191262" cy="1371600"/>
                          </a:xfrm>
                          <a:grpFill/>
                        </p:grpSpPr>
                        <p:grpSp>
                          <p:nvGrpSpPr>
                            <p:cNvPr id="16" name="Group 15">
                              <a:extLst>
                                <a:ext uri="{FF2B5EF4-FFF2-40B4-BE49-F238E27FC236}">
                                  <a16:creationId xmlns:a16="http://schemas.microsoft.com/office/drawing/2014/main" id="{42FB60EB-6945-F955-B5FE-39964A00B9A5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396835" y="311825"/>
                              <a:ext cx="4572000" cy="1371600"/>
                              <a:chOff x="396835" y="311825"/>
                              <a:chExt cx="4572000" cy="1371600"/>
                            </a:xfrm>
                            <a:grpFill/>
                          </p:grpSpPr>
                          <p:sp>
                            <p:nvSpPr>
                              <p:cNvPr id="2" name="Text 0"/>
                              <p:cNvSpPr/>
                              <p:nvPr/>
                            </p:nvSpPr>
                            <p:spPr>
                              <a:xfrm>
                                <a:off x="396835" y="311825"/>
                                <a:ext cx="4572000" cy="137160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2750"/>
                                  </a:lnSpc>
                                  <a:buNone/>
                                </a:pPr>
                                <a:r>
                                  <a:rPr lang="en-US" sz="32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Sustainable &amp; Green Supply Chains</a:t>
                                </a:r>
                                <a:endParaRPr lang="en-US" sz="220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3" name="Text 1"/>
                              <p:cNvSpPr/>
                              <p:nvPr/>
                            </p:nvSpPr>
                            <p:spPr>
                              <a:xfrm>
                                <a:off x="396835" y="949523"/>
                                <a:ext cx="2418398" cy="212646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1650"/>
                                  </a:lnSpc>
                                  <a:buNone/>
                                </a:pPr>
                                <a:r>
                                  <a:rPr lang="en-US" sz="13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Environmental Responsibility</a:t>
                                </a:r>
                                <a:endParaRPr lang="en-US" sz="130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4" name="Text 2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396835" y="1275517"/>
                              <a:ext cx="8191262" cy="181451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1400"/>
                                </a:lnSpc>
                                <a:buNone/>
                              </a:pPr>
                              <a:r>
                                <a:rPr lang="en-US" sz="850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" pitchFamily="34" charset="-122"/>
                                  <a:cs typeface="Inter" pitchFamily="34" charset="-120"/>
                                </a:rPr>
                                <a:t>Modern supply chains prioritize reducing environmental footprint while promoting circular economy principles</a:t>
                              </a:r>
                              <a:endParaRPr lang="en-US" sz="8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5" name="Shape 3" descr="Decorative – no critical information"/>
                          <p:cNvSpPr/>
                          <p:nvPr/>
                        </p:nvSpPr>
                        <p:spPr>
                          <a:xfrm>
                            <a:off x="396835" y="1584484"/>
                            <a:ext cx="255151" cy="255151"/>
                          </a:xfrm>
                          <a:prstGeom prst="roundRect">
                            <a:avLst>
                              <a:gd name="adj" fmla="val 18669"/>
                            </a:avLst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  <a:prstDash val="solid"/>
                          </a:ln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6" name="Text 4" descr="Decorative – no critical information"/>
                        <p:cNvSpPr/>
                        <p:nvPr/>
                      </p:nvSpPr>
                      <p:spPr>
                        <a:xfrm>
                          <a:off x="765334" y="1623417"/>
                          <a:ext cx="1911429" cy="177165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1350"/>
                            </a:lnSpc>
                            <a:buNone/>
                          </a:pPr>
                          <a:r>
                            <a:rPr lang="en-US" sz="1100" b="1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Carbon Footprint Reduction</a:t>
                          </a:r>
                          <a:endParaRPr lang="en-US" sz="11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7" name="Text 5" descr="Decorative – no critical information"/>
                      <p:cNvSpPr/>
                      <p:nvPr/>
                    </p:nvSpPr>
                    <p:spPr>
                      <a:xfrm>
                        <a:off x="765334" y="1913930"/>
                        <a:ext cx="3656290" cy="181451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1400"/>
                          </a:lnSpc>
                          <a:buNone/>
                        </a:pPr>
                        <a:r>
                          <a:rPr lang="en-US" sz="85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Optimizing transportation and energy use</a:t>
                        </a:r>
                        <a:endParaRPr lang="en-US" sz="8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8" name="Shape 6" descr="Decorative – no critical information"/>
                    <p:cNvSpPr/>
                    <p:nvPr/>
                  </p:nvSpPr>
                  <p:spPr>
                    <a:xfrm>
                      <a:off x="4563308" y="1584484"/>
                      <a:ext cx="255151" cy="255151"/>
                    </a:xfrm>
                    <a:prstGeom prst="roundRect">
                      <a:avLst>
                        <a:gd name="adj" fmla="val 18669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9" name="Text 7" descr="Decorative – no critical information"/>
                  <p:cNvSpPr/>
                  <p:nvPr/>
                </p:nvSpPr>
                <p:spPr>
                  <a:xfrm>
                    <a:off x="4931807" y="1623417"/>
                    <a:ext cx="1740337" cy="177165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1350"/>
                      </a:lnSpc>
                      <a:buNone/>
                    </a:pPr>
                    <a:r>
                      <a:rPr lang="en-US" sz="110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Circular Economy Design</a:t>
                    </a:r>
                    <a:endParaRPr lang="en-US" sz="11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0" name="Text 8" descr="Decorative – no critical information"/>
                <p:cNvSpPr/>
                <p:nvPr/>
              </p:nvSpPr>
              <p:spPr>
                <a:xfrm>
                  <a:off x="4931807" y="1913930"/>
                  <a:ext cx="3656290" cy="181451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1400"/>
                    </a:lnSpc>
                    <a:buNone/>
                  </a:pPr>
                  <a:r>
                    <a:rPr lang="en-US" sz="8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Designing for reuse, recycling, refurbishment</a:t>
                  </a:r>
                  <a:endParaRPr lang="en-US" sz="8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1" name="Shape 9" descr="Decorative – no critical information"/>
              <p:cNvSpPr/>
              <p:nvPr/>
            </p:nvSpPr>
            <p:spPr>
              <a:xfrm>
                <a:off x="396835" y="2322195"/>
                <a:ext cx="255151" cy="255151"/>
              </a:xfrm>
              <a:prstGeom prst="roundRect">
                <a:avLst>
                  <a:gd name="adj" fmla="val 18669"/>
                </a:avLst>
              </a:prstGeom>
              <a:grpFill/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" name="Text 10" descr="Decorative – no critical information"/>
            <p:cNvSpPr/>
            <p:nvPr/>
          </p:nvSpPr>
          <p:spPr>
            <a:xfrm>
              <a:off x="765334" y="2361128"/>
              <a:ext cx="1417558" cy="17716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sz="11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Ethical Sourcing</a:t>
              </a:r>
              <a:endParaRPr lang="en-US" sz="1100" dirty="0">
                <a:latin typeface="Calibri" panose="020F0502020204030204" pitchFamily="34" charset="0"/>
              </a:endParaRPr>
            </a:p>
          </p:txBody>
        </p:sp>
      </p:grpSp>
      <p:sp>
        <p:nvSpPr>
          <p:cNvPr id="13" name="Text 11" descr="Decorative – no critical information"/>
          <p:cNvSpPr/>
          <p:nvPr/>
        </p:nvSpPr>
        <p:spPr>
          <a:xfrm>
            <a:off x="765334" y="2651641"/>
            <a:ext cx="782276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Blockchain enables complete traceability</a:t>
            </a:r>
            <a:endParaRPr lang="en-US" sz="850" dirty="0">
              <a:latin typeface="Calibri" panose="020F0502020204030204" pitchFamily="34" charset="0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418" y="963692"/>
            <a:ext cx="5368647" cy="5368647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418" y="6459855"/>
            <a:ext cx="5368647" cy="536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235138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9918885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227474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953247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9186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017470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6777728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494837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944465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114348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439504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C5DB12F6-6D47-C2DC-C453-8C57CE16A6C9}"/>
              </a:ext>
            </a:extLst>
          </p:cNvPr>
          <p:cNvGrpSpPr/>
          <p:nvPr/>
        </p:nvGrpSpPr>
        <p:grpSpPr>
          <a:xfrm>
            <a:off x="396835" y="311825"/>
            <a:ext cx="8191262" cy="2521267"/>
            <a:chOff x="396835" y="311825"/>
            <a:chExt cx="8191262" cy="2521267"/>
          </a:xfrm>
          <a:solidFill>
            <a:srgbClr val="C07000"/>
          </a:solidFill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22E9A442-DF8B-23B6-3F50-B5DC76F07D46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4572000" cy="2226468"/>
            </a:xfrm>
            <a:grpFill/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EEED27AE-EC34-93B6-31F8-E0EAD06DEBEB}"/>
                  </a:ext>
                </a:extLst>
              </p:cNvPr>
              <p:cNvGrpSpPr/>
              <p:nvPr/>
            </p:nvGrpSpPr>
            <p:grpSpPr>
              <a:xfrm>
                <a:off x="396835" y="311825"/>
                <a:ext cx="4572000" cy="1371600"/>
                <a:chOff x="396835" y="311825"/>
                <a:chExt cx="4572000" cy="2265521"/>
              </a:xfrm>
              <a:grpFill/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5134F114-CA4A-5E70-8F54-F01513B67BFE}"/>
                    </a:ext>
                  </a:extLst>
                </p:cNvPr>
                <p:cNvGrpSpPr/>
                <p:nvPr/>
              </p:nvGrpSpPr>
              <p:grpSpPr>
                <a:xfrm>
                  <a:off x="396835" y="311825"/>
                  <a:ext cx="4572000" cy="1371600"/>
                  <a:chOff x="396835" y="311825"/>
                  <a:chExt cx="8191262" cy="1783556"/>
                </a:xfrm>
                <a:grpFill/>
              </p:grpSpPr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A2BF5FB7-A2F6-A81E-F657-420A9DD9EA7A}"/>
                      </a:ext>
                    </a:extLst>
                  </p:cNvPr>
                  <p:cNvGrpSpPr/>
                  <p:nvPr/>
                </p:nvGrpSpPr>
                <p:grpSpPr>
                  <a:xfrm>
                    <a:off x="396835" y="311825"/>
                    <a:ext cx="4572000" cy="1371600"/>
                    <a:chOff x="396835" y="311825"/>
                    <a:chExt cx="6275309" cy="1488757"/>
                  </a:xfrm>
                  <a:grpFill/>
                </p:grpSpPr>
                <p:grpSp>
                  <p:nvGrpSpPr>
                    <p:cNvPr id="21" name="Group 20">
                      <a:extLst>
                        <a:ext uri="{FF2B5EF4-FFF2-40B4-BE49-F238E27FC236}">
                          <a16:creationId xmlns:a16="http://schemas.microsoft.com/office/drawing/2014/main" id="{2595BA81-0480-4530-D8DE-7B8A21203A6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6835" y="311825"/>
                      <a:ext cx="4572000" cy="1371600"/>
                      <a:chOff x="396835" y="311825"/>
                      <a:chExt cx="4572000" cy="1527810"/>
                    </a:xfrm>
                    <a:grpFill/>
                  </p:grpSpPr>
                  <p:grpSp>
                    <p:nvGrpSpPr>
                      <p:cNvPr id="20" name="Group 19">
                        <a:extLst>
                          <a:ext uri="{FF2B5EF4-FFF2-40B4-BE49-F238E27FC236}">
                            <a16:creationId xmlns:a16="http://schemas.microsoft.com/office/drawing/2014/main" id="{9CF62924-E3CF-8E7C-0436-06523D4DF8C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96835" y="311825"/>
                        <a:ext cx="4572000" cy="1371600"/>
                        <a:chOff x="396835" y="311825"/>
                        <a:chExt cx="4572000" cy="1783556"/>
                      </a:xfrm>
                      <a:grpFill/>
                    </p:grpSpPr>
                    <p:grpSp>
                      <p:nvGrpSpPr>
                        <p:cNvPr id="19" name="Group 18">
                          <a:extLst>
                            <a:ext uri="{FF2B5EF4-FFF2-40B4-BE49-F238E27FC236}">
                              <a16:creationId xmlns:a16="http://schemas.microsoft.com/office/drawing/2014/main" id="{91CA1D7C-A572-FED3-7421-7CE0B3E87FE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96835" y="311825"/>
                          <a:ext cx="4572000" cy="1371600"/>
                          <a:chOff x="396835" y="311825"/>
                          <a:chExt cx="4572000" cy="1488757"/>
                        </a:xfrm>
                        <a:grpFill/>
                      </p:grpSpPr>
                      <p:grpSp>
                        <p:nvGrpSpPr>
                          <p:cNvPr id="18" name="Group 17">
                            <a:extLst>
                              <a:ext uri="{FF2B5EF4-FFF2-40B4-BE49-F238E27FC236}">
                                <a16:creationId xmlns:a16="http://schemas.microsoft.com/office/drawing/2014/main" id="{EC6EE42C-6FDD-037D-C040-6DBA47B92C1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396835" y="311825"/>
                            <a:ext cx="4572000" cy="1371600"/>
                            <a:chOff x="396835" y="311825"/>
                            <a:chExt cx="4572000" cy="1527810"/>
                          </a:xfrm>
                          <a:grpFill/>
                        </p:grpSpPr>
                        <p:grpSp>
                          <p:nvGrpSpPr>
                            <p:cNvPr id="17" name="Group 16">
                              <a:extLst>
                                <a:ext uri="{FF2B5EF4-FFF2-40B4-BE49-F238E27FC236}">
                                  <a16:creationId xmlns:a16="http://schemas.microsoft.com/office/drawing/2014/main" id="{7FD71EB0-54A7-A8E0-F239-936C79DE81E0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396835" y="311825"/>
                              <a:ext cx="4572000" cy="1371600"/>
                              <a:chOff x="396835" y="311825"/>
                              <a:chExt cx="8191262" cy="1371600"/>
                            </a:xfrm>
                            <a:grpFill/>
                          </p:grpSpPr>
                          <p:grpSp>
                            <p:nvGrpSpPr>
                              <p:cNvPr id="16" name="Group 15">
                                <a:extLst>
                                  <a:ext uri="{FF2B5EF4-FFF2-40B4-BE49-F238E27FC236}">
                                    <a16:creationId xmlns:a16="http://schemas.microsoft.com/office/drawing/2014/main" id="{42FB60EB-6945-F955-B5FE-39964A00B9A5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396835" y="311825"/>
                                <a:ext cx="4572000" cy="1371600"/>
                                <a:chOff x="396835" y="311825"/>
                                <a:chExt cx="4572000" cy="1371600"/>
                              </a:xfrm>
                              <a:grpFill/>
                            </p:grpSpPr>
                            <p:sp>
                              <p:nvSpPr>
                                <p:cNvPr id="2" name="Text 0"/>
                                <p:cNvSpPr/>
                                <p:nvPr/>
                              </p:nvSpPr>
                              <p:spPr>
                                <a:xfrm>
                                  <a:off x="396835" y="311825"/>
                                  <a:ext cx="4572000" cy="1371600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none" lIns="0" tIns="0" rIns="0" bIns="0" rtlCol="0" anchor="t"/>
                                <a:lstStyle/>
                                <a:p>
                                  <a:pPr marL="0" indent="0" algn="l">
                                    <a:lnSpc>
                                      <a:spcPts val="2750"/>
                                    </a:lnSpc>
                                    <a:buNone/>
                                  </a:pPr>
                                  <a:r>
                                    <a:rPr lang="en-US" sz="3200" b="1" dirty="0">
                                      <a:solidFill>
                                        <a:srgbClr val="000000"/>
                                      </a:solidFill>
                                      <a:latin typeface="Calibri" panose="020F0502020204030204" pitchFamily="34" charset="0"/>
                                      <a:ea typeface="Inter Bold" pitchFamily="34" charset="-122"/>
                                      <a:cs typeface="Inter Bold" pitchFamily="34" charset="-120"/>
                                    </a:rPr>
                                    <a:t>Sustainable &amp; Green Supply Chains</a:t>
                                  </a:r>
                                  <a:endParaRPr lang="en-US" sz="220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3" name="Text 1"/>
                                <p:cNvSpPr/>
                                <p:nvPr/>
                              </p:nvSpPr>
                              <p:spPr>
                                <a:xfrm>
                                  <a:off x="396835" y="949523"/>
                                  <a:ext cx="2418398" cy="212646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none" lIns="0" tIns="0" rIns="0" bIns="0" rtlCol="0" anchor="t"/>
                                <a:lstStyle/>
                                <a:p>
                                  <a:pPr marL="0" indent="0" algn="l">
                                    <a:lnSpc>
                                      <a:spcPts val="1650"/>
                                    </a:lnSpc>
                                    <a:buNone/>
                                  </a:pPr>
                                  <a:r>
                                    <a:rPr lang="en-US" sz="1300" b="1" dirty="0">
                                      <a:solidFill>
                                        <a:srgbClr val="000000"/>
                                      </a:solidFill>
                                      <a:latin typeface="Calibri" panose="020F0502020204030204" pitchFamily="34" charset="0"/>
                                      <a:ea typeface="Inter Bold" pitchFamily="34" charset="-122"/>
                                      <a:cs typeface="Inter Bold" pitchFamily="34" charset="-120"/>
                                    </a:rPr>
                                    <a:t>Environmental Responsibility</a:t>
                                  </a:r>
                                  <a:endParaRPr lang="en-US" sz="130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</p:grpSp>
                          <p:sp>
                            <p:nvSpPr>
                              <p:cNvPr id="4" name="Text 2" descr="Decorative – no critical information"/>
                              <p:cNvSpPr/>
                              <p:nvPr/>
                            </p:nvSpPr>
                            <p:spPr>
                              <a:xfrm>
                                <a:off x="396835" y="1275517"/>
                                <a:ext cx="8191262" cy="181451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1400"/>
                                  </a:lnSpc>
                                  <a:buNone/>
                                </a:pPr>
                                <a:r>
                                  <a:rPr lang="en-US" sz="850" dirty="0">
                                    <a:solidFill>
                                      <a:srgbClr val="272525"/>
                                    </a:solidFill>
                                    <a:latin typeface="Calibri" panose="020F0502020204030204" pitchFamily="34" charset="0"/>
                                    <a:ea typeface="Inter" pitchFamily="34" charset="-122"/>
                                    <a:cs typeface="Inter" pitchFamily="34" charset="-120"/>
                                  </a:rPr>
                                  <a:t>Modern supply chains prioritize reducing environmental footprint while promoting circular economy principles</a:t>
                                </a:r>
                                <a:endParaRPr lang="en-US" sz="8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5" name="Shape 3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396835" y="1584484"/>
                              <a:ext cx="255151" cy="255151"/>
                            </a:xfrm>
                            <a:prstGeom prst="roundRect">
                              <a:avLst>
                                <a:gd name="adj" fmla="val 18669"/>
                              </a:avLst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  <a:prstDash val="solid"/>
                            </a:ln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</p:grpSp>
                      <p:sp>
                        <p:nvSpPr>
                          <p:cNvPr id="6" name="Text 4" descr="Decorative – no critical information"/>
                          <p:cNvSpPr/>
                          <p:nvPr/>
                        </p:nvSpPr>
                        <p:spPr>
                          <a:xfrm>
                            <a:off x="765334" y="1623417"/>
                            <a:ext cx="1911429" cy="177165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1350"/>
                              </a:lnSpc>
                              <a:buNone/>
                            </a:pPr>
                            <a:r>
                              <a:rPr lang="en-US" sz="1100" b="1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Carbon Footprint Reduction</a:t>
                            </a:r>
                            <a:endParaRPr lang="en-US" sz="11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7" name="Text 5" descr="Decorative – no critical information"/>
                        <p:cNvSpPr/>
                        <p:nvPr/>
                      </p:nvSpPr>
                      <p:spPr>
                        <a:xfrm>
                          <a:off x="765334" y="1913930"/>
                          <a:ext cx="3656290" cy="181451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1400"/>
                            </a:lnSpc>
                            <a:buNone/>
                          </a:pPr>
                          <a:r>
                            <a:rPr lang="en-US" sz="85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Optimizing transportation and energy use</a:t>
                          </a:r>
                          <a:endParaRPr lang="en-US" sz="8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8" name="Shape 6" descr="Decorative – no critical information"/>
                      <p:cNvSpPr/>
                      <p:nvPr/>
                    </p:nvSpPr>
                    <p:spPr>
                      <a:xfrm>
                        <a:off x="4563308" y="1584484"/>
                        <a:ext cx="255151" cy="255151"/>
                      </a:xfrm>
                      <a:prstGeom prst="roundRect">
                        <a:avLst>
                          <a:gd name="adj" fmla="val 18669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9" name="Text 7" descr="Decorative – no critical information"/>
                    <p:cNvSpPr/>
                    <p:nvPr/>
                  </p:nvSpPr>
                  <p:spPr>
                    <a:xfrm>
                      <a:off x="4931807" y="1623417"/>
                      <a:ext cx="1740337" cy="177165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135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Circular Economy Design</a:t>
                      </a:r>
                      <a:endParaRPr lang="en-US" sz="11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10" name="Text 8" descr="Decorative – no critical information"/>
                  <p:cNvSpPr/>
                  <p:nvPr/>
                </p:nvSpPr>
                <p:spPr>
                  <a:xfrm>
                    <a:off x="4931807" y="1913930"/>
                    <a:ext cx="3656290" cy="181451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1400"/>
                      </a:lnSpc>
                      <a:buNone/>
                    </a:pPr>
                    <a:r>
                      <a:rPr lang="en-US" sz="8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Designing for reuse, recycling, refurbishment</a:t>
                    </a:r>
                    <a:endParaRPr lang="en-US" sz="8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1" name="Shape 9" descr="Decorative – no critical information"/>
                <p:cNvSpPr/>
                <p:nvPr/>
              </p:nvSpPr>
              <p:spPr>
                <a:xfrm>
                  <a:off x="396835" y="2322195"/>
                  <a:ext cx="255151" cy="255151"/>
                </a:xfrm>
                <a:prstGeom prst="roundRect">
                  <a:avLst>
                    <a:gd name="adj" fmla="val 18669"/>
                  </a:avLst>
                </a:prstGeom>
                <a:grpFill/>
                <a:ln w="12700">
                  <a:solidFill>
                    <a:srgbClr val="00000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2" name="Text 10" descr="Decorative – no critical information"/>
              <p:cNvSpPr/>
              <p:nvPr/>
            </p:nvSpPr>
            <p:spPr>
              <a:xfrm>
                <a:off x="765334" y="2361128"/>
                <a:ext cx="1417558" cy="17716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350"/>
                  </a:lnSpc>
                  <a:buNone/>
                </a:pPr>
                <a:r>
                  <a:rPr lang="en-US" sz="11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Ethical Sourcing</a:t>
                </a:r>
                <a:endParaRPr lang="en-US" sz="11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3" name="Text 11" descr="Decorative – no critical information"/>
            <p:cNvSpPr/>
            <p:nvPr/>
          </p:nvSpPr>
          <p:spPr>
            <a:xfrm>
              <a:off x="765334" y="2651641"/>
              <a:ext cx="7822763" cy="181451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8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Blockchain enables complete traceability</a:t>
              </a:r>
              <a:endParaRPr lang="en-US" sz="850" dirty="0">
                <a:latin typeface="Calibri" panose="020F0502020204030204" pitchFamily="34" charset="0"/>
              </a:endParaRPr>
            </a:p>
          </p:txBody>
        </p:sp>
      </p:grpSp>
      <p:pic>
        <p:nvPicPr>
          <p:cNvPr id="14" name="Image 0" descr="Decorative – no critical inform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418" y="963692"/>
            <a:ext cx="5368647" cy="5368647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418" y="6459855"/>
            <a:ext cx="5368647" cy="536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79007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C5DB12F6-6D47-C2DC-C453-8C57CE16A6C9}"/>
              </a:ext>
            </a:extLst>
          </p:cNvPr>
          <p:cNvGrpSpPr/>
          <p:nvPr/>
        </p:nvGrpSpPr>
        <p:grpSpPr>
          <a:xfrm>
            <a:off x="396835" y="311825"/>
            <a:ext cx="8191262" cy="2521267"/>
            <a:chOff x="396835" y="311825"/>
            <a:chExt cx="8191262" cy="2521267"/>
          </a:xfrm>
          <a:solidFill>
            <a:srgbClr val="C07000"/>
          </a:solidFill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22E9A442-DF8B-23B6-3F50-B5DC76F07D46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4572000" cy="2226468"/>
            </a:xfrm>
            <a:grpFill/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EEED27AE-EC34-93B6-31F8-E0EAD06DEBEB}"/>
                  </a:ext>
                </a:extLst>
              </p:cNvPr>
              <p:cNvGrpSpPr/>
              <p:nvPr/>
            </p:nvGrpSpPr>
            <p:grpSpPr>
              <a:xfrm>
                <a:off x="396835" y="311825"/>
                <a:ext cx="4572000" cy="1371600"/>
                <a:chOff x="396835" y="311825"/>
                <a:chExt cx="4572000" cy="2265521"/>
              </a:xfrm>
              <a:grpFill/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5134F114-CA4A-5E70-8F54-F01513B67BFE}"/>
                    </a:ext>
                  </a:extLst>
                </p:cNvPr>
                <p:cNvGrpSpPr/>
                <p:nvPr/>
              </p:nvGrpSpPr>
              <p:grpSpPr>
                <a:xfrm>
                  <a:off x="396835" y="311825"/>
                  <a:ext cx="4572000" cy="1371600"/>
                  <a:chOff x="396835" y="311825"/>
                  <a:chExt cx="8191262" cy="1783556"/>
                </a:xfrm>
                <a:grpFill/>
              </p:grpSpPr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A2BF5FB7-A2F6-A81E-F657-420A9DD9EA7A}"/>
                      </a:ext>
                    </a:extLst>
                  </p:cNvPr>
                  <p:cNvGrpSpPr/>
                  <p:nvPr/>
                </p:nvGrpSpPr>
                <p:grpSpPr>
                  <a:xfrm>
                    <a:off x="396835" y="311825"/>
                    <a:ext cx="4572000" cy="1371600"/>
                    <a:chOff x="396835" y="311825"/>
                    <a:chExt cx="6275309" cy="1488757"/>
                  </a:xfrm>
                  <a:grpFill/>
                </p:grpSpPr>
                <p:grpSp>
                  <p:nvGrpSpPr>
                    <p:cNvPr id="21" name="Group 20">
                      <a:extLst>
                        <a:ext uri="{FF2B5EF4-FFF2-40B4-BE49-F238E27FC236}">
                          <a16:creationId xmlns:a16="http://schemas.microsoft.com/office/drawing/2014/main" id="{2595BA81-0480-4530-D8DE-7B8A21203A6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6835" y="311825"/>
                      <a:ext cx="4572000" cy="1371600"/>
                      <a:chOff x="396835" y="311825"/>
                      <a:chExt cx="4572000" cy="1527810"/>
                    </a:xfrm>
                    <a:grpFill/>
                  </p:grpSpPr>
                  <p:grpSp>
                    <p:nvGrpSpPr>
                      <p:cNvPr id="20" name="Group 19">
                        <a:extLst>
                          <a:ext uri="{FF2B5EF4-FFF2-40B4-BE49-F238E27FC236}">
                            <a16:creationId xmlns:a16="http://schemas.microsoft.com/office/drawing/2014/main" id="{9CF62924-E3CF-8E7C-0436-06523D4DF8C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96835" y="311825"/>
                        <a:ext cx="4572000" cy="1371600"/>
                        <a:chOff x="396835" y="311825"/>
                        <a:chExt cx="4572000" cy="1783556"/>
                      </a:xfrm>
                      <a:grpFill/>
                    </p:grpSpPr>
                    <p:grpSp>
                      <p:nvGrpSpPr>
                        <p:cNvPr id="19" name="Group 18">
                          <a:extLst>
                            <a:ext uri="{FF2B5EF4-FFF2-40B4-BE49-F238E27FC236}">
                              <a16:creationId xmlns:a16="http://schemas.microsoft.com/office/drawing/2014/main" id="{91CA1D7C-A572-FED3-7421-7CE0B3E87FE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96835" y="311825"/>
                          <a:ext cx="4572000" cy="1371600"/>
                          <a:chOff x="396835" y="311825"/>
                          <a:chExt cx="4572000" cy="1488757"/>
                        </a:xfrm>
                        <a:grpFill/>
                      </p:grpSpPr>
                      <p:grpSp>
                        <p:nvGrpSpPr>
                          <p:cNvPr id="18" name="Group 17">
                            <a:extLst>
                              <a:ext uri="{FF2B5EF4-FFF2-40B4-BE49-F238E27FC236}">
                                <a16:creationId xmlns:a16="http://schemas.microsoft.com/office/drawing/2014/main" id="{EC6EE42C-6FDD-037D-C040-6DBA47B92C1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396835" y="311825"/>
                            <a:ext cx="4572000" cy="1371600"/>
                            <a:chOff x="396835" y="311825"/>
                            <a:chExt cx="4572000" cy="1527810"/>
                          </a:xfrm>
                          <a:grpFill/>
                        </p:grpSpPr>
                        <p:grpSp>
                          <p:nvGrpSpPr>
                            <p:cNvPr id="17" name="Group 16">
                              <a:extLst>
                                <a:ext uri="{FF2B5EF4-FFF2-40B4-BE49-F238E27FC236}">
                                  <a16:creationId xmlns:a16="http://schemas.microsoft.com/office/drawing/2014/main" id="{7FD71EB0-54A7-A8E0-F239-936C79DE81E0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396835" y="311825"/>
                              <a:ext cx="4572000" cy="1371600"/>
                              <a:chOff x="396835" y="311825"/>
                              <a:chExt cx="8191262" cy="1371600"/>
                            </a:xfrm>
                            <a:grpFill/>
                          </p:grpSpPr>
                          <p:grpSp>
                            <p:nvGrpSpPr>
                              <p:cNvPr id="16" name="Group 15">
                                <a:extLst>
                                  <a:ext uri="{FF2B5EF4-FFF2-40B4-BE49-F238E27FC236}">
                                    <a16:creationId xmlns:a16="http://schemas.microsoft.com/office/drawing/2014/main" id="{42FB60EB-6945-F955-B5FE-39964A00B9A5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396835" y="311825"/>
                                <a:ext cx="4572000" cy="1371600"/>
                                <a:chOff x="396835" y="311825"/>
                                <a:chExt cx="4572000" cy="1371600"/>
                              </a:xfrm>
                              <a:grpFill/>
                            </p:grpSpPr>
                            <p:sp>
                              <p:nvSpPr>
                                <p:cNvPr id="2" name="Text 0"/>
                                <p:cNvSpPr/>
                                <p:nvPr/>
                              </p:nvSpPr>
                              <p:spPr>
                                <a:xfrm>
                                  <a:off x="396835" y="311825"/>
                                  <a:ext cx="4572000" cy="1371600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none" lIns="0" tIns="0" rIns="0" bIns="0" rtlCol="0" anchor="t"/>
                                <a:lstStyle/>
                                <a:p>
                                  <a:pPr marL="0" indent="0" algn="l">
                                    <a:lnSpc>
                                      <a:spcPts val="2750"/>
                                    </a:lnSpc>
                                    <a:buNone/>
                                  </a:pPr>
                                  <a:r>
                                    <a:rPr lang="en-US" sz="3200" b="1" dirty="0">
                                      <a:solidFill>
                                        <a:srgbClr val="000000"/>
                                      </a:solidFill>
                                      <a:latin typeface="Calibri" panose="020F0502020204030204" pitchFamily="34" charset="0"/>
                                      <a:ea typeface="Inter Bold" pitchFamily="34" charset="-122"/>
                                      <a:cs typeface="Inter Bold" pitchFamily="34" charset="-120"/>
                                    </a:rPr>
                                    <a:t>Sustainable &amp; Green Supply Chains</a:t>
                                  </a:r>
                                  <a:endParaRPr lang="en-US" sz="220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3" name="Text 1"/>
                                <p:cNvSpPr/>
                                <p:nvPr/>
                              </p:nvSpPr>
                              <p:spPr>
                                <a:xfrm>
                                  <a:off x="396835" y="949523"/>
                                  <a:ext cx="2418398" cy="212646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none" lIns="0" tIns="0" rIns="0" bIns="0" rtlCol="0" anchor="t"/>
                                <a:lstStyle/>
                                <a:p>
                                  <a:pPr marL="0" indent="0" algn="l">
                                    <a:lnSpc>
                                      <a:spcPts val="1650"/>
                                    </a:lnSpc>
                                    <a:buNone/>
                                  </a:pPr>
                                  <a:r>
                                    <a:rPr lang="en-US" sz="1300" b="1" dirty="0">
                                      <a:solidFill>
                                        <a:srgbClr val="000000"/>
                                      </a:solidFill>
                                      <a:latin typeface="Calibri" panose="020F0502020204030204" pitchFamily="34" charset="0"/>
                                      <a:ea typeface="Inter Bold" pitchFamily="34" charset="-122"/>
                                      <a:cs typeface="Inter Bold" pitchFamily="34" charset="-120"/>
                                    </a:rPr>
                                    <a:t>Environmental Responsibility</a:t>
                                  </a:r>
                                  <a:endParaRPr lang="en-US" sz="130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</p:grpSp>
                          <p:sp>
                            <p:nvSpPr>
                              <p:cNvPr id="4" name="Text 2" descr="Decorative – no critical information"/>
                              <p:cNvSpPr/>
                              <p:nvPr/>
                            </p:nvSpPr>
                            <p:spPr>
                              <a:xfrm>
                                <a:off x="396835" y="1275517"/>
                                <a:ext cx="8191262" cy="181451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1400"/>
                                  </a:lnSpc>
                                  <a:buNone/>
                                </a:pPr>
                                <a:r>
                                  <a:rPr lang="en-US" sz="850" dirty="0">
                                    <a:solidFill>
                                      <a:srgbClr val="272525"/>
                                    </a:solidFill>
                                    <a:latin typeface="Calibri" panose="020F0502020204030204" pitchFamily="34" charset="0"/>
                                    <a:ea typeface="Inter" pitchFamily="34" charset="-122"/>
                                    <a:cs typeface="Inter" pitchFamily="34" charset="-120"/>
                                  </a:rPr>
                                  <a:t>Modern supply chains prioritize reducing environmental footprint while promoting circular economy principles</a:t>
                                </a:r>
                                <a:endParaRPr lang="en-US" sz="8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5" name="Shape 3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396835" y="1584484"/>
                              <a:ext cx="255151" cy="255151"/>
                            </a:xfrm>
                            <a:prstGeom prst="roundRect">
                              <a:avLst>
                                <a:gd name="adj" fmla="val 18669"/>
                              </a:avLst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  <a:prstDash val="solid"/>
                            </a:ln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</p:grpSp>
                      <p:sp>
                        <p:nvSpPr>
                          <p:cNvPr id="6" name="Text 4" descr="Decorative – no critical information"/>
                          <p:cNvSpPr/>
                          <p:nvPr/>
                        </p:nvSpPr>
                        <p:spPr>
                          <a:xfrm>
                            <a:off x="765334" y="1623417"/>
                            <a:ext cx="1911429" cy="177165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1350"/>
                              </a:lnSpc>
                              <a:buNone/>
                            </a:pPr>
                            <a:r>
                              <a:rPr lang="en-US" sz="1100" b="1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Carbon Footprint Reduction</a:t>
                            </a:r>
                            <a:endParaRPr lang="en-US" sz="11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7" name="Text 5" descr="Decorative – no critical information"/>
                        <p:cNvSpPr/>
                        <p:nvPr/>
                      </p:nvSpPr>
                      <p:spPr>
                        <a:xfrm>
                          <a:off x="765334" y="1913930"/>
                          <a:ext cx="3656290" cy="181451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1400"/>
                            </a:lnSpc>
                            <a:buNone/>
                          </a:pPr>
                          <a:r>
                            <a:rPr lang="en-US" sz="85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Optimizing transportation and energy use</a:t>
                          </a:r>
                          <a:endParaRPr lang="en-US" sz="8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8" name="Shape 6" descr="Decorative – no critical information"/>
                      <p:cNvSpPr/>
                      <p:nvPr/>
                    </p:nvSpPr>
                    <p:spPr>
                      <a:xfrm>
                        <a:off x="4563308" y="1584484"/>
                        <a:ext cx="255151" cy="255151"/>
                      </a:xfrm>
                      <a:prstGeom prst="roundRect">
                        <a:avLst>
                          <a:gd name="adj" fmla="val 18669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9" name="Text 7" descr="Decorative – no critical information"/>
                    <p:cNvSpPr/>
                    <p:nvPr/>
                  </p:nvSpPr>
                  <p:spPr>
                    <a:xfrm>
                      <a:off x="4931807" y="1623417"/>
                      <a:ext cx="1740337" cy="177165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135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Circular Economy Design</a:t>
                      </a:r>
                      <a:endParaRPr lang="en-US" sz="11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10" name="Text 8" descr="Decorative – no critical information"/>
                  <p:cNvSpPr/>
                  <p:nvPr/>
                </p:nvSpPr>
                <p:spPr>
                  <a:xfrm>
                    <a:off x="4931807" y="1913930"/>
                    <a:ext cx="3656290" cy="181451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1400"/>
                      </a:lnSpc>
                      <a:buNone/>
                    </a:pPr>
                    <a:r>
                      <a:rPr lang="en-US" sz="8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Designing for reuse, recycling, refurbishment</a:t>
                    </a:r>
                    <a:endParaRPr lang="en-US" sz="8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1" name="Shape 9" descr="Decorative – no critical information"/>
                <p:cNvSpPr/>
                <p:nvPr/>
              </p:nvSpPr>
              <p:spPr>
                <a:xfrm>
                  <a:off x="396835" y="2322195"/>
                  <a:ext cx="255151" cy="255151"/>
                </a:xfrm>
                <a:prstGeom prst="roundRect">
                  <a:avLst>
                    <a:gd name="adj" fmla="val 18669"/>
                  </a:avLst>
                </a:prstGeom>
                <a:grpFill/>
                <a:ln w="12700">
                  <a:solidFill>
                    <a:srgbClr val="00000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2" name="Text 10" descr="Decorative – no critical information"/>
              <p:cNvSpPr/>
              <p:nvPr/>
            </p:nvSpPr>
            <p:spPr>
              <a:xfrm>
                <a:off x="765334" y="2361128"/>
                <a:ext cx="1417558" cy="17716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350"/>
                  </a:lnSpc>
                  <a:buNone/>
                </a:pPr>
                <a:r>
                  <a:rPr lang="en-US" sz="11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Ethical Sourcing</a:t>
                </a:r>
                <a:endParaRPr lang="en-US" sz="11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3" name="Text 11" descr="Decorative – no critical information"/>
            <p:cNvSpPr/>
            <p:nvPr/>
          </p:nvSpPr>
          <p:spPr>
            <a:xfrm>
              <a:off x="765334" y="2651641"/>
              <a:ext cx="7822763" cy="181451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8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Blockchain enables complete traceability</a:t>
              </a:r>
              <a:endParaRPr lang="en-US" sz="850" dirty="0">
                <a:latin typeface="Calibri" panose="020F0502020204030204" pitchFamily="34" charset="0"/>
              </a:endParaRPr>
            </a:p>
          </p:txBody>
        </p:sp>
      </p:grpSp>
      <p:pic>
        <p:nvPicPr>
          <p:cNvPr id="14" name="Image 0" descr="Decorative – no critical inform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418" y="963692"/>
            <a:ext cx="5368647" cy="5368647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418" y="6459855"/>
            <a:ext cx="5368647" cy="536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531848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205432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9243532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91966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264023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4547557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242672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7165445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74891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9163092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1068162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0E8975B0-113B-F986-63FA-61D1CAEA9A8F}"/>
              </a:ext>
            </a:extLst>
          </p:cNvPr>
          <p:cNvGrpSpPr/>
          <p:nvPr/>
        </p:nvGrpSpPr>
        <p:grpSpPr>
          <a:xfrm>
            <a:off x="396835" y="311825"/>
            <a:ext cx="13844230" cy="6020514"/>
            <a:chOff x="396835" y="311825"/>
            <a:chExt cx="13844230" cy="6020514"/>
          </a:xfrm>
          <a:solidFill>
            <a:srgbClr val="C07000"/>
          </a:solidFill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5DB12F6-6D47-C2DC-C453-8C57CE16A6C9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8191262" cy="2521267"/>
            </a:xfrm>
            <a:grpFill/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22E9A442-DF8B-23B6-3F50-B5DC76F07D46}"/>
                  </a:ext>
                </a:extLst>
              </p:cNvPr>
              <p:cNvGrpSpPr/>
              <p:nvPr/>
            </p:nvGrpSpPr>
            <p:grpSpPr>
              <a:xfrm>
                <a:off x="396835" y="311825"/>
                <a:ext cx="4572000" cy="1371600"/>
                <a:chOff x="396835" y="311825"/>
                <a:chExt cx="4572000" cy="2226468"/>
              </a:xfrm>
              <a:grpFill/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EEED27AE-EC34-93B6-31F8-E0EAD06DEBEB}"/>
                    </a:ext>
                  </a:extLst>
                </p:cNvPr>
                <p:cNvGrpSpPr/>
                <p:nvPr/>
              </p:nvGrpSpPr>
              <p:grpSpPr>
                <a:xfrm>
                  <a:off x="396835" y="311825"/>
                  <a:ext cx="4572000" cy="1371600"/>
                  <a:chOff x="396835" y="311825"/>
                  <a:chExt cx="4572000" cy="2265521"/>
                </a:xfrm>
                <a:grpFill/>
              </p:grpSpPr>
              <p:grpSp>
                <p:nvGrpSpPr>
                  <p:cNvPr id="23" name="Group 22">
                    <a:extLst>
                      <a:ext uri="{FF2B5EF4-FFF2-40B4-BE49-F238E27FC236}">
                        <a16:creationId xmlns:a16="http://schemas.microsoft.com/office/drawing/2014/main" id="{5134F114-CA4A-5E70-8F54-F01513B67BFE}"/>
                      </a:ext>
                    </a:extLst>
                  </p:cNvPr>
                  <p:cNvGrpSpPr/>
                  <p:nvPr/>
                </p:nvGrpSpPr>
                <p:grpSpPr>
                  <a:xfrm>
                    <a:off x="396835" y="311825"/>
                    <a:ext cx="4572000" cy="1371600"/>
                    <a:chOff x="396835" y="311825"/>
                    <a:chExt cx="8191262" cy="1783556"/>
                  </a:xfrm>
                  <a:grpFill/>
                </p:grpSpPr>
                <p:grpSp>
                  <p:nvGrpSpPr>
                    <p:cNvPr id="22" name="Group 21">
                      <a:extLst>
                        <a:ext uri="{FF2B5EF4-FFF2-40B4-BE49-F238E27FC236}">
                          <a16:creationId xmlns:a16="http://schemas.microsoft.com/office/drawing/2014/main" id="{A2BF5FB7-A2F6-A81E-F657-420A9DD9EA7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6835" y="311825"/>
                      <a:ext cx="4572000" cy="1371600"/>
                      <a:chOff x="396835" y="311825"/>
                      <a:chExt cx="6275309" cy="1488757"/>
                    </a:xfrm>
                    <a:grpFill/>
                  </p:grpSpPr>
                  <p:grpSp>
                    <p:nvGrpSpPr>
                      <p:cNvPr id="21" name="Group 20">
                        <a:extLst>
                          <a:ext uri="{FF2B5EF4-FFF2-40B4-BE49-F238E27FC236}">
                            <a16:creationId xmlns:a16="http://schemas.microsoft.com/office/drawing/2014/main" id="{2595BA81-0480-4530-D8DE-7B8A21203A6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96835" y="311825"/>
                        <a:ext cx="4572000" cy="1371600"/>
                        <a:chOff x="396835" y="311825"/>
                        <a:chExt cx="4572000" cy="1527810"/>
                      </a:xfrm>
                      <a:grpFill/>
                    </p:grpSpPr>
                    <p:grpSp>
                      <p:nvGrpSpPr>
                        <p:cNvPr id="20" name="Group 19">
                          <a:extLst>
                            <a:ext uri="{FF2B5EF4-FFF2-40B4-BE49-F238E27FC236}">
                              <a16:creationId xmlns:a16="http://schemas.microsoft.com/office/drawing/2014/main" id="{9CF62924-E3CF-8E7C-0436-06523D4DF8C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96835" y="311825"/>
                          <a:ext cx="4572000" cy="1371600"/>
                          <a:chOff x="396835" y="311825"/>
                          <a:chExt cx="4572000" cy="1783556"/>
                        </a:xfrm>
                        <a:grpFill/>
                      </p:grpSpPr>
                      <p:grpSp>
                        <p:nvGrpSpPr>
                          <p:cNvPr id="19" name="Group 18">
                            <a:extLst>
                              <a:ext uri="{FF2B5EF4-FFF2-40B4-BE49-F238E27FC236}">
                                <a16:creationId xmlns:a16="http://schemas.microsoft.com/office/drawing/2014/main" id="{91CA1D7C-A572-FED3-7421-7CE0B3E87FE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396835" y="311825"/>
                            <a:ext cx="4572000" cy="1371600"/>
                            <a:chOff x="396835" y="311825"/>
                            <a:chExt cx="4572000" cy="1488757"/>
                          </a:xfrm>
                          <a:grpFill/>
                        </p:grpSpPr>
                        <p:grpSp>
                          <p:nvGrpSpPr>
                            <p:cNvPr id="18" name="Group 17">
                              <a:extLst>
                                <a:ext uri="{FF2B5EF4-FFF2-40B4-BE49-F238E27FC236}">
                                  <a16:creationId xmlns:a16="http://schemas.microsoft.com/office/drawing/2014/main" id="{EC6EE42C-6FDD-037D-C040-6DBA47B92C18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396835" y="311825"/>
                              <a:ext cx="4572000" cy="1371600"/>
                              <a:chOff x="396835" y="311825"/>
                              <a:chExt cx="4572000" cy="1527810"/>
                            </a:xfrm>
                            <a:grpFill/>
                          </p:grpSpPr>
                          <p:grpSp>
                            <p:nvGrpSpPr>
                              <p:cNvPr id="17" name="Group 16">
                                <a:extLst>
                                  <a:ext uri="{FF2B5EF4-FFF2-40B4-BE49-F238E27FC236}">
                                    <a16:creationId xmlns:a16="http://schemas.microsoft.com/office/drawing/2014/main" id="{7FD71EB0-54A7-A8E0-F239-936C79DE81E0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396835" y="311825"/>
                                <a:ext cx="4572000" cy="1371600"/>
                                <a:chOff x="396835" y="311825"/>
                                <a:chExt cx="8191262" cy="1371600"/>
                              </a:xfrm>
                              <a:grpFill/>
                            </p:grpSpPr>
                            <p:grpSp>
                              <p:nvGrpSpPr>
                                <p:cNvPr id="16" name="Group 15">
                                  <a:extLst>
                                    <a:ext uri="{FF2B5EF4-FFF2-40B4-BE49-F238E27FC236}">
                                      <a16:creationId xmlns:a16="http://schemas.microsoft.com/office/drawing/2014/main" id="{42FB60EB-6945-F955-B5FE-39964A00B9A5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396835" y="311825"/>
                                  <a:ext cx="4572000" cy="1371600"/>
                                  <a:chOff x="396835" y="311825"/>
                                  <a:chExt cx="4572000" cy="1371600"/>
                                </a:xfrm>
                                <a:grpFill/>
                              </p:grpSpPr>
                              <p:sp>
                                <p:nvSpPr>
                                  <p:cNvPr id="2" name="Text 0"/>
                                  <p:cNvSpPr/>
                                  <p:nvPr/>
                                </p:nvSpPr>
                                <p:spPr>
                                  <a:xfrm>
                                    <a:off x="396835" y="311825"/>
                                    <a:ext cx="4572000" cy="1371600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none" lIns="0" tIns="0" rIns="0" bIns="0" rtlCol="0" anchor="t"/>
                                  <a:lstStyle/>
                                  <a:p>
                                    <a:pPr marL="0" indent="0" algn="l">
                                      <a:lnSpc>
                                        <a:spcPts val="2750"/>
                                      </a:lnSpc>
                                      <a:buNone/>
                                    </a:pPr>
                                    <a:r>
                                      <a:rPr lang="en-US" sz="3200" b="1" dirty="0">
                                        <a:solidFill>
                                          <a:srgbClr val="000000"/>
                                        </a:solidFill>
                                        <a:latin typeface="Calibri" panose="020F0502020204030204" pitchFamily="34" charset="0"/>
                                        <a:ea typeface="Inter Bold" pitchFamily="34" charset="-122"/>
                                        <a:cs typeface="Inter Bold" pitchFamily="34" charset="-120"/>
                                      </a:rPr>
                                      <a:t>Sustainable &amp; Green Supply Chains</a:t>
                                    </a:r>
                                    <a:endParaRPr lang="en-US" sz="2200" dirty="0">
                                      <a:latin typeface="Calibri" panose="020F0502020204030204" pitchFamily="34" charset="0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" name="Text 1"/>
                                  <p:cNvSpPr/>
                                  <p:nvPr/>
                                </p:nvSpPr>
                                <p:spPr>
                                  <a:xfrm>
                                    <a:off x="396835" y="949523"/>
                                    <a:ext cx="2418398" cy="212646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none" lIns="0" tIns="0" rIns="0" bIns="0" rtlCol="0" anchor="t"/>
                                  <a:lstStyle/>
                                  <a:p>
                                    <a:pPr marL="0" indent="0" algn="l">
                                      <a:lnSpc>
                                        <a:spcPts val="1650"/>
                                      </a:lnSpc>
                                      <a:buNone/>
                                    </a:pPr>
                                    <a:r>
                                      <a:rPr lang="en-US" sz="1300" b="1" dirty="0">
                                        <a:solidFill>
                                          <a:srgbClr val="000000"/>
                                        </a:solidFill>
                                        <a:latin typeface="Calibri" panose="020F0502020204030204" pitchFamily="34" charset="0"/>
                                        <a:ea typeface="Inter Bold" pitchFamily="34" charset="-122"/>
                                        <a:cs typeface="Inter Bold" pitchFamily="34" charset="-120"/>
                                      </a:rPr>
                                      <a:t>Environmental Responsibility</a:t>
                                    </a:r>
                                    <a:endParaRPr lang="en-US" sz="1300" dirty="0">
                                      <a:latin typeface="Calibri" panose="020F0502020204030204" pitchFamily="34" charset="0"/>
                                    </a:endParaRPr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4" name="Text 2" descr="Decorative – no critical information"/>
                                <p:cNvSpPr/>
                                <p:nvPr/>
                              </p:nvSpPr>
                              <p:spPr>
                                <a:xfrm>
                                  <a:off x="396835" y="1275517"/>
                                  <a:ext cx="8191262" cy="181451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none" lIns="0" tIns="0" rIns="0" bIns="0" rtlCol="0" anchor="t"/>
                                <a:lstStyle/>
                                <a:p>
                                  <a:pPr marL="0" indent="0" algn="l">
                                    <a:lnSpc>
                                      <a:spcPts val="1400"/>
                                    </a:lnSpc>
                                    <a:buNone/>
                                  </a:pPr>
                                  <a:r>
                                    <a:rPr lang="en-US" sz="850" dirty="0">
                                      <a:solidFill>
                                        <a:srgbClr val="272525"/>
                                      </a:solidFill>
                                      <a:latin typeface="Calibri" panose="020F0502020204030204" pitchFamily="34" charset="0"/>
                                      <a:ea typeface="Inter" pitchFamily="34" charset="-122"/>
                                      <a:cs typeface="Inter" pitchFamily="34" charset="-120"/>
                                    </a:rPr>
                                    <a:t>Modern supply chains prioritize reducing environmental footprint while promoting circular economy principles</a:t>
                                  </a:r>
                                  <a:endParaRPr lang="en-US" sz="85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</p:grpSp>
                          <p:sp>
                            <p:nvSpPr>
                              <p:cNvPr id="5" name="Shape 3" descr="Decorative – no critical information"/>
                              <p:cNvSpPr/>
                              <p:nvPr/>
                            </p:nvSpPr>
                            <p:spPr>
                              <a:xfrm>
                                <a:off x="396835" y="1584484"/>
                                <a:ext cx="255151" cy="255151"/>
                              </a:xfrm>
                              <a:prstGeom prst="roundRect">
                                <a:avLst>
                                  <a:gd name="adj" fmla="val 18669"/>
                                </a:avLst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  <a:prstDash val="solid"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sp>
                          <p:nvSpPr>
                            <p:cNvPr id="6" name="Text 4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765334" y="1623417"/>
                              <a:ext cx="1911429" cy="177165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1350"/>
                                </a:lnSpc>
                                <a:buNone/>
                              </a:pPr>
                              <a:r>
                                <a:rPr lang="en-US" sz="1100" b="1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Carbon Footprint Reduction</a:t>
                              </a:r>
                              <a:endParaRPr lang="en-US" sz="11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7" name="Text 5" descr="Decorative – no critical information"/>
                          <p:cNvSpPr/>
                          <p:nvPr/>
                        </p:nvSpPr>
                        <p:spPr>
                          <a:xfrm>
                            <a:off x="765334" y="1913930"/>
                            <a:ext cx="3656290" cy="181451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1400"/>
                              </a:lnSpc>
                              <a:buNone/>
                            </a:pPr>
                            <a:r>
                              <a:rPr lang="en-US" sz="85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Optimizing transportation and energy use</a:t>
                            </a:r>
                            <a:endParaRPr lang="en-US" sz="8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8" name="Shape 6" descr="Decorative – no critical information"/>
                        <p:cNvSpPr/>
                        <p:nvPr/>
                      </p:nvSpPr>
                      <p:spPr>
                        <a:xfrm>
                          <a:off x="4563308" y="1584484"/>
                          <a:ext cx="255151" cy="255151"/>
                        </a:xfrm>
                        <a:prstGeom prst="roundRect">
                          <a:avLst>
                            <a:gd name="adj" fmla="val 18669"/>
                          </a:avLst>
                        </a:prstGeom>
                        <a:grpFill/>
                        <a:ln w="12700">
                          <a:solidFill>
                            <a:srgbClr val="000000"/>
                          </a:solidFill>
                          <a:prstDash val="solid"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9" name="Text 7" descr="Decorative – no critical information"/>
                      <p:cNvSpPr/>
                      <p:nvPr/>
                    </p:nvSpPr>
                    <p:spPr>
                      <a:xfrm>
                        <a:off x="4931807" y="1623417"/>
                        <a:ext cx="1740337" cy="177165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1350"/>
                          </a:lnSpc>
                          <a:buNone/>
                        </a:pPr>
                        <a:r>
                          <a:rPr lang="en-US" sz="1100" b="1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Circular Economy Design</a:t>
                        </a:r>
                        <a:endParaRPr lang="en-US" sz="11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10" name="Text 8" descr="Decorative – no critical information"/>
                    <p:cNvSpPr/>
                    <p:nvPr/>
                  </p:nvSpPr>
                  <p:spPr>
                    <a:xfrm>
                      <a:off x="4931807" y="1913930"/>
                      <a:ext cx="3656290" cy="181451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1400"/>
                        </a:lnSpc>
                        <a:buNone/>
                      </a:pPr>
                      <a:r>
                        <a:rPr lang="en-US" sz="8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Designing for reuse, recycling, refurbishment</a:t>
                      </a:r>
                      <a:endParaRPr lang="en-US" sz="8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11" name="Shape 9" descr="Decorative – no critical information"/>
                  <p:cNvSpPr/>
                  <p:nvPr/>
                </p:nvSpPr>
                <p:spPr>
                  <a:xfrm>
                    <a:off x="396835" y="2322195"/>
                    <a:ext cx="255151" cy="255151"/>
                  </a:xfrm>
                  <a:prstGeom prst="roundRect">
                    <a:avLst>
                      <a:gd name="adj" fmla="val 18669"/>
                    </a:avLst>
                  </a:prstGeom>
                  <a:grpFill/>
                  <a:ln w="12700">
                    <a:solidFill>
                      <a:srgbClr val="00000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2" name="Text 10" descr="Decorative – no critical information"/>
                <p:cNvSpPr/>
                <p:nvPr/>
              </p:nvSpPr>
              <p:spPr>
                <a:xfrm>
                  <a:off x="765334" y="2361128"/>
                  <a:ext cx="1417558" cy="17716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1350"/>
                    </a:lnSpc>
                    <a:buNone/>
                  </a:pPr>
                  <a:r>
                    <a:rPr lang="en-US" sz="11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Ethical Sourcing</a:t>
                  </a:r>
                  <a:endParaRPr lang="en-US" sz="11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3" name="Text 11" descr="Decorative – no critical information"/>
              <p:cNvSpPr/>
              <p:nvPr/>
            </p:nvSpPr>
            <p:spPr>
              <a:xfrm>
                <a:off x="765334" y="2651641"/>
                <a:ext cx="7822763" cy="181451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400"/>
                  </a:lnSpc>
                  <a:buNone/>
                </a:pPr>
                <a:r>
                  <a:rPr lang="en-US" sz="8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Blockchain enables complete traceability</a:t>
                </a:r>
                <a:endParaRPr lang="en-US" sz="850" dirty="0">
                  <a:latin typeface="Calibri" panose="020F0502020204030204" pitchFamily="34" charset="0"/>
                </a:endParaRPr>
              </a:p>
            </p:txBody>
          </p:sp>
        </p:grpSp>
        <p:pic>
          <p:nvPicPr>
            <p:cNvPr id="14" name="Image 0" descr="Decorative – no critical information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72418" y="963692"/>
              <a:ext cx="5368647" cy="5368647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</p:pic>
      </p:grpSp>
      <p:pic>
        <p:nvPicPr>
          <p:cNvPr id="15" name="Image 1" descr="Decorative – no critical inform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418" y="6459855"/>
            <a:ext cx="5368647" cy="536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88630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0E8975B0-113B-F986-63FA-61D1CAEA9A8F}"/>
              </a:ext>
            </a:extLst>
          </p:cNvPr>
          <p:cNvGrpSpPr/>
          <p:nvPr/>
        </p:nvGrpSpPr>
        <p:grpSpPr>
          <a:xfrm>
            <a:off x="396835" y="311825"/>
            <a:ext cx="13844230" cy="6020514"/>
            <a:chOff x="396835" y="311825"/>
            <a:chExt cx="13844230" cy="6020514"/>
          </a:xfrm>
          <a:solidFill>
            <a:srgbClr val="C07000"/>
          </a:solidFill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5DB12F6-6D47-C2DC-C453-8C57CE16A6C9}"/>
                </a:ext>
              </a:extLst>
            </p:cNvPr>
            <p:cNvGrpSpPr/>
            <p:nvPr/>
          </p:nvGrpSpPr>
          <p:grpSpPr>
            <a:xfrm>
              <a:off x="396835" y="311825"/>
              <a:ext cx="4572000" cy="1371600"/>
              <a:chOff x="396835" y="311825"/>
              <a:chExt cx="8191262" cy="2521267"/>
            </a:xfrm>
            <a:grpFill/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22E9A442-DF8B-23B6-3F50-B5DC76F07D46}"/>
                  </a:ext>
                </a:extLst>
              </p:cNvPr>
              <p:cNvGrpSpPr/>
              <p:nvPr/>
            </p:nvGrpSpPr>
            <p:grpSpPr>
              <a:xfrm>
                <a:off x="396835" y="311825"/>
                <a:ext cx="4572000" cy="1371600"/>
                <a:chOff x="396835" y="311825"/>
                <a:chExt cx="4572000" cy="2226468"/>
              </a:xfrm>
              <a:grpFill/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EEED27AE-EC34-93B6-31F8-E0EAD06DEBEB}"/>
                    </a:ext>
                  </a:extLst>
                </p:cNvPr>
                <p:cNvGrpSpPr/>
                <p:nvPr/>
              </p:nvGrpSpPr>
              <p:grpSpPr>
                <a:xfrm>
                  <a:off x="396835" y="311825"/>
                  <a:ext cx="4572000" cy="1371600"/>
                  <a:chOff x="396835" y="311825"/>
                  <a:chExt cx="4572000" cy="2265521"/>
                </a:xfrm>
                <a:grpFill/>
              </p:grpSpPr>
              <p:grpSp>
                <p:nvGrpSpPr>
                  <p:cNvPr id="23" name="Group 22">
                    <a:extLst>
                      <a:ext uri="{FF2B5EF4-FFF2-40B4-BE49-F238E27FC236}">
                        <a16:creationId xmlns:a16="http://schemas.microsoft.com/office/drawing/2014/main" id="{5134F114-CA4A-5E70-8F54-F01513B67BFE}"/>
                      </a:ext>
                    </a:extLst>
                  </p:cNvPr>
                  <p:cNvGrpSpPr/>
                  <p:nvPr/>
                </p:nvGrpSpPr>
                <p:grpSpPr>
                  <a:xfrm>
                    <a:off x="396835" y="311825"/>
                    <a:ext cx="4572000" cy="1371600"/>
                    <a:chOff x="396835" y="311825"/>
                    <a:chExt cx="8191262" cy="1783556"/>
                  </a:xfrm>
                  <a:grpFill/>
                </p:grpSpPr>
                <p:grpSp>
                  <p:nvGrpSpPr>
                    <p:cNvPr id="22" name="Group 21">
                      <a:extLst>
                        <a:ext uri="{FF2B5EF4-FFF2-40B4-BE49-F238E27FC236}">
                          <a16:creationId xmlns:a16="http://schemas.microsoft.com/office/drawing/2014/main" id="{A2BF5FB7-A2F6-A81E-F657-420A9DD9EA7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6835" y="311825"/>
                      <a:ext cx="4572000" cy="1371600"/>
                      <a:chOff x="396835" y="311825"/>
                      <a:chExt cx="6275309" cy="1488757"/>
                    </a:xfrm>
                    <a:grpFill/>
                  </p:grpSpPr>
                  <p:grpSp>
                    <p:nvGrpSpPr>
                      <p:cNvPr id="21" name="Group 20">
                        <a:extLst>
                          <a:ext uri="{FF2B5EF4-FFF2-40B4-BE49-F238E27FC236}">
                            <a16:creationId xmlns:a16="http://schemas.microsoft.com/office/drawing/2014/main" id="{2595BA81-0480-4530-D8DE-7B8A21203A6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96835" y="311825"/>
                        <a:ext cx="4572000" cy="1371600"/>
                        <a:chOff x="396835" y="311825"/>
                        <a:chExt cx="4572000" cy="1527810"/>
                      </a:xfrm>
                      <a:grpFill/>
                    </p:grpSpPr>
                    <p:grpSp>
                      <p:nvGrpSpPr>
                        <p:cNvPr id="20" name="Group 19">
                          <a:extLst>
                            <a:ext uri="{FF2B5EF4-FFF2-40B4-BE49-F238E27FC236}">
                              <a16:creationId xmlns:a16="http://schemas.microsoft.com/office/drawing/2014/main" id="{9CF62924-E3CF-8E7C-0436-06523D4DF8C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96835" y="311825"/>
                          <a:ext cx="4572000" cy="1371600"/>
                          <a:chOff x="396835" y="311825"/>
                          <a:chExt cx="4572000" cy="1783556"/>
                        </a:xfrm>
                        <a:grpFill/>
                      </p:grpSpPr>
                      <p:grpSp>
                        <p:nvGrpSpPr>
                          <p:cNvPr id="19" name="Group 18">
                            <a:extLst>
                              <a:ext uri="{FF2B5EF4-FFF2-40B4-BE49-F238E27FC236}">
                                <a16:creationId xmlns:a16="http://schemas.microsoft.com/office/drawing/2014/main" id="{91CA1D7C-A572-FED3-7421-7CE0B3E87FE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396835" y="311825"/>
                            <a:ext cx="4572000" cy="1371600"/>
                            <a:chOff x="396835" y="311825"/>
                            <a:chExt cx="4572000" cy="1488757"/>
                          </a:xfrm>
                          <a:grpFill/>
                        </p:grpSpPr>
                        <p:grpSp>
                          <p:nvGrpSpPr>
                            <p:cNvPr id="18" name="Group 17">
                              <a:extLst>
                                <a:ext uri="{FF2B5EF4-FFF2-40B4-BE49-F238E27FC236}">
                                  <a16:creationId xmlns:a16="http://schemas.microsoft.com/office/drawing/2014/main" id="{EC6EE42C-6FDD-037D-C040-6DBA47B92C18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396835" y="311825"/>
                              <a:ext cx="4572000" cy="1371600"/>
                              <a:chOff x="396835" y="311825"/>
                              <a:chExt cx="4572000" cy="1527810"/>
                            </a:xfrm>
                            <a:grpFill/>
                          </p:grpSpPr>
                          <p:grpSp>
                            <p:nvGrpSpPr>
                              <p:cNvPr id="17" name="Group 16">
                                <a:extLst>
                                  <a:ext uri="{FF2B5EF4-FFF2-40B4-BE49-F238E27FC236}">
                                    <a16:creationId xmlns:a16="http://schemas.microsoft.com/office/drawing/2014/main" id="{7FD71EB0-54A7-A8E0-F239-936C79DE81E0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396835" y="311825"/>
                                <a:ext cx="4572000" cy="1371600"/>
                                <a:chOff x="396835" y="311825"/>
                                <a:chExt cx="8191262" cy="1371600"/>
                              </a:xfrm>
                              <a:grpFill/>
                            </p:grpSpPr>
                            <p:grpSp>
                              <p:nvGrpSpPr>
                                <p:cNvPr id="16" name="Group 15">
                                  <a:extLst>
                                    <a:ext uri="{FF2B5EF4-FFF2-40B4-BE49-F238E27FC236}">
                                      <a16:creationId xmlns:a16="http://schemas.microsoft.com/office/drawing/2014/main" id="{42FB60EB-6945-F955-B5FE-39964A00B9A5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396835" y="311825"/>
                                  <a:ext cx="4572000" cy="1371600"/>
                                  <a:chOff x="396835" y="311825"/>
                                  <a:chExt cx="4572000" cy="1371600"/>
                                </a:xfrm>
                                <a:grpFill/>
                              </p:grpSpPr>
                              <p:sp>
                                <p:nvSpPr>
                                  <p:cNvPr id="2" name="Text 0"/>
                                  <p:cNvSpPr/>
                                  <p:nvPr/>
                                </p:nvSpPr>
                                <p:spPr>
                                  <a:xfrm>
                                    <a:off x="396835" y="311825"/>
                                    <a:ext cx="4572000" cy="1371600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none" lIns="0" tIns="0" rIns="0" bIns="0" rtlCol="0" anchor="t"/>
                                  <a:lstStyle/>
                                  <a:p>
                                    <a:pPr marL="0" indent="0" algn="l">
                                      <a:lnSpc>
                                        <a:spcPts val="2750"/>
                                      </a:lnSpc>
                                      <a:buNone/>
                                    </a:pPr>
                                    <a:r>
                                      <a:rPr lang="en-US" sz="3200" b="1" dirty="0">
                                        <a:solidFill>
                                          <a:srgbClr val="000000"/>
                                        </a:solidFill>
                                        <a:latin typeface="Calibri" panose="020F0502020204030204" pitchFamily="34" charset="0"/>
                                        <a:ea typeface="Inter Bold" pitchFamily="34" charset="-122"/>
                                        <a:cs typeface="Inter Bold" pitchFamily="34" charset="-120"/>
                                      </a:rPr>
                                      <a:t>Sustainable &amp; Green Supply Chains</a:t>
                                    </a:r>
                                    <a:endParaRPr lang="en-US" sz="2200" dirty="0">
                                      <a:latin typeface="Calibri" panose="020F0502020204030204" pitchFamily="34" charset="0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" name="Text 1"/>
                                  <p:cNvSpPr/>
                                  <p:nvPr/>
                                </p:nvSpPr>
                                <p:spPr>
                                  <a:xfrm>
                                    <a:off x="396835" y="949523"/>
                                    <a:ext cx="2418398" cy="212646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none" lIns="0" tIns="0" rIns="0" bIns="0" rtlCol="0" anchor="t"/>
                                  <a:lstStyle/>
                                  <a:p>
                                    <a:pPr marL="0" indent="0" algn="l">
                                      <a:lnSpc>
                                        <a:spcPts val="1650"/>
                                      </a:lnSpc>
                                      <a:buNone/>
                                    </a:pPr>
                                    <a:r>
                                      <a:rPr lang="en-US" sz="1300" b="1" dirty="0">
                                        <a:solidFill>
                                          <a:srgbClr val="000000"/>
                                        </a:solidFill>
                                        <a:latin typeface="Calibri" panose="020F0502020204030204" pitchFamily="34" charset="0"/>
                                        <a:ea typeface="Inter Bold" pitchFamily="34" charset="-122"/>
                                        <a:cs typeface="Inter Bold" pitchFamily="34" charset="-120"/>
                                      </a:rPr>
                                      <a:t>Environmental Responsibility</a:t>
                                    </a:r>
                                    <a:endParaRPr lang="en-US" sz="1300" dirty="0">
                                      <a:latin typeface="Calibri" panose="020F0502020204030204" pitchFamily="34" charset="0"/>
                                    </a:endParaRPr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4" name="Text 2" descr="Decorative – no critical information"/>
                                <p:cNvSpPr/>
                                <p:nvPr/>
                              </p:nvSpPr>
                              <p:spPr>
                                <a:xfrm>
                                  <a:off x="396835" y="1275517"/>
                                  <a:ext cx="8191262" cy="181451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none" lIns="0" tIns="0" rIns="0" bIns="0" rtlCol="0" anchor="t"/>
                                <a:lstStyle/>
                                <a:p>
                                  <a:pPr marL="0" indent="0" algn="l">
                                    <a:lnSpc>
                                      <a:spcPts val="1400"/>
                                    </a:lnSpc>
                                    <a:buNone/>
                                  </a:pPr>
                                  <a:r>
                                    <a:rPr lang="en-US" sz="850" dirty="0">
                                      <a:solidFill>
                                        <a:srgbClr val="272525"/>
                                      </a:solidFill>
                                      <a:latin typeface="Calibri" panose="020F0502020204030204" pitchFamily="34" charset="0"/>
                                      <a:ea typeface="Inter" pitchFamily="34" charset="-122"/>
                                      <a:cs typeface="Inter" pitchFamily="34" charset="-120"/>
                                    </a:rPr>
                                    <a:t>Modern supply chains prioritize reducing environmental footprint while promoting circular economy principles</a:t>
                                  </a:r>
                                  <a:endParaRPr lang="en-US" sz="85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</p:grpSp>
                          <p:sp>
                            <p:nvSpPr>
                              <p:cNvPr id="5" name="Shape 3" descr="Decorative – no critical information"/>
                              <p:cNvSpPr/>
                              <p:nvPr/>
                            </p:nvSpPr>
                            <p:spPr>
                              <a:xfrm>
                                <a:off x="396835" y="1584484"/>
                                <a:ext cx="255151" cy="255151"/>
                              </a:xfrm>
                              <a:prstGeom prst="roundRect">
                                <a:avLst>
                                  <a:gd name="adj" fmla="val 18669"/>
                                </a:avLst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  <a:prstDash val="solid"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sp>
                          <p:nvSpPr>
                            <p:cNvPr id="6" name="Text 4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765334" y="1623417"/>
                              <a:ext cx="1911429" cy="177165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1350"/>
                                </a:lnSpc>
                                <a:buNone/>
                              </a:pPr>
                              <a:r>
                                <a:rPr lang="en-US" sz="1100" b="1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Carbon Footprint Reduction</a:t>
                              </a:r>
                              <a:endParaRPr lang="en-US" sz="11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7" name="Text 5" descr="Decorative – no critical information"/>
                          <p:cNvSpPr/>
                          <p:nvPr/>
                        </p:nvSpPr>
                        <p:spPr>
                          <a:xfrm>
                            <a:off x="765334" y="1913930"/>
                            <a:ext cx="3656290" cy="181451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1400"/>
                              </a:lnSpc>
                              <a:buNone/>
                            </a:pPr>
                            <a:r>
                              <a:rPr lang="en-US" sz="85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Optimizing transportation and energy use</a:t>
                            </a:r>
                            <a:endParaRPr lang="en-US" sz="8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8" name="Shape 6" descr="Decorative – no critical information"/>
                        <p:cNvSpPr/>
                        <p:nvPr/>
                      </p:nvSpPr>
                      <p:spPr>
                        <a:xfrm>
                          <a:off x="4563308" y="1584484"/>
                          <a:ext cx="255151" cy="255151"/>
                        </a:xfrm>
                        <a:prstGeom prst="roundRect">
                          <a:avLst>
                            <a:gd name="adj" fmla="val 18669"/>
                          </a:avLst>
                        </a:prstGeom>
                        <a:grpFill/>
                        <a:ln w="12700">
                          <a:solidFill>
                            <a:srgbClr val="000000"/>
                          </a:solidFill>
                          <a:prstDash val="solid"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9" name="Text 7" descr="Decorative – no critical information"/>
                      <p:cNvSpPr/>
                      <p:nvPr/>
                    </p:nvSpPr>
                    <p:spPr>
                      <a:xfrm>
                        <a:off x="4931807" y="1623417"/>
                        <a:ext cx="1740337" cy="177165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1350"/>
                          </a:lnSpc>
                          <a:buNone/>
                        </a:pPr>
                        <a:r>
                          <a:rPr lang="en-US" sz="1100" b="1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Circular Economy Design</a:t>
                        </a:r>
                        <a:endParaRPr lang="en-US" sz="11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10" name="Text 8" descr="Decorative – no critical information"/>
                    <p:cNvSpPr/>
                    <p:nvPr/>
                  </p:nvSpPr>
                  <p:spPr>
                    <a:xfrm>
                      <a:off x="4931807" y="1913930"/>
                      <a:ext cx="3656290" cy="181451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1400"/>
                        </a:lnSpc>
                        <a:buNone/>
                      </a:pPr>
                      <a:r>
                        <a:rPr lang="en-US" sz="8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Designing for reuse, recycling, refurbishment</a:t>
                      </a:r>
                      <a:endParaRPr lang="en-US" sz="8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11" name="Shape 9" descr="Decorative – no critical information"/>
                  <p:cNvSpPr/>
                  <p:nvPr/>
                </p:nvSpPr>
                <p:spPr>
                  <a:xfrm>
                    <a:off x="396835" y="2322195"/>
                    <a:ext cx="255151" cy="255151"/>
                  </a:xfrm>
                  <a:prstGeom prst="roundRect">
                    <a:avLst>
                      <a:gd name="adj" fmla="val 18669"/>
                    </a:avLst>
                  </a:prstGeom>
                  <a:grpFill/>
                  <a:ln w="12700">
                    <a:solidFill>
                      <a:srgbClr val="00000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2" name="Text 10" descr="Decorative – no critical information"/>
                <p:cNvSpPr/>
                <p:nvPr/>
              </p:nvSpPr>
              <p:spPr>
                <a:xfrm>
                  <a:off x="765334" y="2361128"/>
                  <a:ext cx="1417558" cy="17716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1350"/>
                    </a:lnSpc>
                    <a:buNone/>
                  </a:pPr>
                  <a:r>
                    <a:rPr lang="en-US" sz="11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Ethical Sourcing</a:t>
                  </a:r>
                  <a:endParaRPr lang="en-US" sz="11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3" name="Text 11" descr="Decorative – no critical information"/>
              <p:cNvSpPr/>
              <p:nvPr/>
            </p:nvSpPr>
            <p:spPr>
              <a:xfrm>
                <a:off x="765334" y="2651641"/>
                <a:ext cx="7822763" cy="181451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400"/>
                  </a:lnSpc>
                  <a:buNone/>
                </a:pPr>
                <a:r>
                  <a:rPr lang="en-US" sz="8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Blockchain enables complete traceability</a:t>
                </a:r>
                <a:endParaRPr lang="en-US" sz="850" dirty="0">
                  <a:latin typeface="Calibri" panose="020F0502020204030204" pitchFamily="34" charset="0"/>
                </a:endParaRPr>
              </a:p>
            </p:txBody>
          </p:sp>
        </p:grpSp>
        <p:pic>
          <p:nvPicPr>
            <p:cNvPr id="14" name="Image 0" descr="Decorative – no critical information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72418" y="963692"/>
              <a:ext cx="5368647" cy="5368647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</p:pic>
      </p:grpSp>
      <p:pic>
        <p:nvPicPr>
          <p:cNvPr id="15" name="Image 1" descr="Decorative – no critical inform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418" y="6459855"/>
            <a:ext cx="5368647" cy="536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083263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9270634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3097166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215165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7808590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7777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2564</Words>
  <Application>Microsoft Office PowerPoint</Application>
  <PresentationFormat>Custom</PresentationFormat>
  <Paragraphs>429</Paragraphs>
  <Slides>150</Slides>
  <Notes>97</Notes>
  <HiddenSlides>94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150</vt:i4>
      </vt:variant>
    </vt:vector>
  </HeadingPairs>
  <TitlesOfParts>
    <vt:vector size="155" baseType="lpstr">
      <vt:lpstr>Arial</vt:lpstr>
      <vt:lpstr>Inter Bold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2025-12-14T08:55:05Z</dcterms:created>
  <dcterms:modified xsi:type="dcterms:W3CDTF">2025-12-17T09:38:05Z</dcterms:modified>
</cp:coreProperties>
</file>