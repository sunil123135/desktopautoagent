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4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E83E1-FD89-4EAC-9EEE-70F36E84BA69}" v="1" dt="2025-12-14T10:20:14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10:20:07.544" v="1" actId="47"/>
      <pc:docMkLst>
        <pc:docMk/>
      </pc:docMkLst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10:20:07.544" v="1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10:20:01.737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0215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86400" cy="82390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2303" y="436721"/>
            <a:ext cx="8032194" cy="992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Transportation and Logistics Disruptions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6042303" y="1905714"/>
            <a:ext cx="8032194" cy="1176337"/>
          </a:xfrm>
          <a:prstGeom prst="roundRect">
            <a:avLst>
              <a:gd name="adj" fmla="val 9328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42303" y="1882854"/>
            <a:ext cx="8032194" cy="91440"/>
          </a:xfrm>
          <a:prstGeom prst="roundRect">
            <a:avLst>
              <a:gd name="adj" fmla="val 72960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820156" y="1667470"/>
            <a:ext cx="476488" cy="476488"/>
          </a:xfrm>
          <a:prstGeom prst="roundRect">
            <a:avLst>
              <a:gd name="adj" fmla="val 191904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963150" y="1786533"/>
            <a:ext cx="190500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23992" y="2302788"/>
            <a:ext cx="198548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Port Congestion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223992" y="2646283"/>
            <a:ext cx="766881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Major ports experiencing 2-4 week backlogs, multiplying lead times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42303" y="3479125"/>
            <a:ext cx="8032194" cy="1176337"/>
          </a:xfrm>
          <a:prstGeom prst="roundRect">
            <a:avLst>
              <a:gd name="adj" fmla="val 9328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042303" y="3456265"/>
            <a:ext cx="8032194" cy="91440"/>
          </a:xfrm>
          <a:prstGeom prst="roundRect">
            <a:avLst>
              <a:gd name="adj" fmla="val 72960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820156" y="3240881"/>
            <a:ext cx="476488" cy="476488"/>
          </a:xfrm>
          <a:prstGeom prst="roundRect">
            <a:avLst>
              <a:gd name="adj" fmla="val 191904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963150" y="3359944"/>
            <a:ext cx="190500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23992" y="3876199"/>
            <a:ext cx="198548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Driver Shortages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223992" y="4219694"/>
            <a:ext cx="766881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Trucking industry facing 80,000 driver deficit in U.S. alone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42303" y="5052536"/>
            <a:ext cx="8032194" cy="1176337"/>
          </a:xfrm>
          <a:prstGeom prst="roundRect">
            <a:avLst>
              <a:gd name="adj" fmla="val 9328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042303" y="5029676"/>
            <a:ext cx="8032194" cy="91440"/>
          </a:xfrm>
          <a:prstGeom prst="roundRect">
            <a:avLst>
              <a:gd name="adj" fmla="val 72960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820156" y="4814292"/>
            <a:ext cx="476488" cy="476488"/>
          </a:xfrm>
          <a:prstGeom prst="roundRect">
            <a:avLst>
              <a:gd name="adj" fmla="val 191904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963150" y="4933355"/>
            <a:ext cx="190500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23992" y="5449610"/>
            <a:ext cx="209538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Suez Canal Blockage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223992" y="5793105"/>
            <a:ext cx="766881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2023 incident highlighted fragility of critical shipping routes, costing $10B daily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042303" y="6625947"/>
            <a:ext cx="8032194" cy="1176337"/>
          </a:xfrm>
          <a:prstGeom prst="roundRect">
            <a:avLst>
              <a:gd name="adj" fmla="val 9328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42303" y="6603087"/>
            <a:ext cx="8032194" cy="91440"/>
          </a:xfrm>
          <a:prstGeom prst="roundRect">
            <a:avLst>
              <a:gd name="adj" fmla="val 72960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9820156" y="6387703"/>
            <a:ext cx="476488" cy="476488"/>
          </a:xfrm>
          <a:prstGeom prst="roundRect">
            <a:avLst>
              <a:gd name="adj" fmla="val 191904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963150" y="6506766"/>
            <a:ext cx="190500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223992" y="7023021"/>
            <a:ext cx="208978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Route Diversification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6223992" y="7366516"/>
            <a:ext cx="766881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Companies mapping alternative corridors to reduce single-route dependency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2025-12-14T09:57:07Z</dcterms:created>
  <dcterms:modified xsi:type="dcterms:W3CDTF">2025-12-14T10:20:17Z</dcterms:modified>
</cp:coreProperties>
</file>