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5:53.194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3:45.106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6T15:35:53.194" v="2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3:41.60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80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8582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Sustainable &amp; Green Supply Chains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241839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Responsibility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75517"/>
            <a:ext cx="819126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supply chains prioritize reducing environmental footprint while promoting circular economy principles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96835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334" y="1623417"/>
            <a:ext cx="19114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Carbon Footprint Reduction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5334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transportation and energy use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63308" y="158448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1807" y="1623417"/>
            <a:ext cx="17403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Circular Economy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1807" y="1913930"/>
            <a:ext cx="365629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for reuse, recycling, refurbishment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6835" y="23221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334" y="23611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Sourcing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5334" y="2651641"/>
            <a:ext cx="78227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enables complete traceability</a:t>
            </a:r>
            <a:endParaRPr lang="en-US" sz="8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418" y="963692"/>
            <a:ext cx="5368647" cy="5368647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18" y="6459855"/>
            <a:ext cx="5368647" cy="5368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2025-12-16T15:35:55Z</dcterms:modified>
</cp:coreProperties>
</file>