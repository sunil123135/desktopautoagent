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2"/>
  </p:notesMasterIdLst>
  <p:sldIdLst>
    <p:sldId id="261" r:id="rId2"/>
    <p:sldId id="266" r:id="rId3"/>
    <p:sldId id="459" r:id="rId4"/>
    <p:sldId id="262" r:id="rId5"/>
    <p:sldId id="264" r:id="rId6"/>
    <p:sldId id="265" r:id="rId7"/>
    <p:sldId id="268" r:id="rId8"/>
    <p:sldId id="269" r:id="rId9"/>
    <p:sldId id="270" r:id="rId10"/>
    <p:sldId id="272" r:id="rId11"/>
    <p:sldId id="273" r:id="rId12"/>
    <p:sldId id="274" r:id="rId13"/>
    <p:sldId id="276" r:id="rId14"/>
    <p:sldId id="277" r:id="rId15"/>
    <p:sldId id="278" r:id="rId16"/>
    <p:sldId id="280" r:id="rId17"/>
    <p:sldId id="281" r:id="rId18"/>
    <p:sldId id="282" r:id="rId19"/>
    <p:sldId id="284" r:id="rId20"/>
    <p:sldId id="285" r:id="rId21"/>
    <p:sldId id="286" r:id="rId22"/>
    <p:sldId id="288" r:id="rId23"/>
    <p:sldId id="289" r:id="rId24"/>
    <p:sldId id="290" r:id="rId25"/>
    <p:sldId id="292" r:id="rId26"/>
    <p:sldId id="293" r:id="rId27"/>
    <p:sldId id="294" r:id="rId28"/>
    <p:sldId id="296" r:id="rId29"/>
    <p:sldId id="297" r:id="rId30"/>
    <p:sldId id="298" r:id="rId31"/>
    <p:sldId id="300" r:id="rId32"/>
    <p:sldId id="301" r:id="rId33"/>
    <p:sldId id="302" r:id="rId34"/>
    <p:sldId id="304" r:id="rId35"/>
    <p:sldId id="305" r:id="rId36"/>
    <p:sldId id="306" r:id="rId37"/>
    <p:sldId id="308" r:id="rId38"/>
    <p:sldId id="309" r:id="rId39"/>
    <p:sldId id="310" r:id="rId40"/>
    <p:sldId id="312" r:id="rId41"/>
    <p:sldId id="313" r:id="rId42"/>
    <p:sldId id="314" r:id="rId43"/>
    <p:sldId id="316" r:id="rId44"/>
    <p:sldId id="317" r:id="rId45"/>
    <p:sldId id="318" r:id="rId46"/>
    <p:sldId id="320" r:id="rId47"/>
    <p:sldId id="321" r:id="rId48"/>
    <p:sldId id="322" r:id="rId49"/>
    <p:sldId id="324" r:id="rId50"/>
    <p:sldId id="325" r:id="rId51"/>
    <p:sldId id="326" r:id="rId52"/>
    <p:sldId id="328" r:id="rId53"/>
    <p:sldId id="329" r:id="rId54"/>
    <p:sldId id="330" r:id="rId55"/>
    <p:sldId id="332" r:id="rId56"/>
    <p:sldId id="333" r:id="rId57"/>
    <p:sldId id="334" r:id="rId58"/>
    <p:sldId id="336" r:id="rId59"/>
    <p:sldId id="337" r:id="rId60"/>
    <p:sldId id="338" r:id="rId61"/>
    <p:sldId id="340" r:id="rId62"/>
    <p:sldId id="341" r:id="rId63"/>
    <p:sldId id="342" r:id="rId64"/>
    <p:sldId id="344" r:id="rId65"/>
    <p:sldId id="345" r:id="rId66"/>
    <p:sldId id="346" r:id="rId67"/>
    <p:sldId id="348" r:id="rId68"/>
    <p:sldId id="349" r:id="rId69"/>
    <p:sldId id="350" r:id="rId70"/>
    <p:sldId id="352" r:id="rId71"/>
    <p:sldId id="353" r:id="rId72"/>
    <p:sldId id="354" r:id="rId73"/>
    <p:sldId id="356" r:id="rId74"/>
    <p:sldId id="357" r:id="rId75"/>
    <p:sldId id="358" r:id="rId76"/>
    <p:sldId id="360" r:id="rId77"/>
    <p:sldId id="361" r:id="rId78"/>
    <p:sldId id="362" r:id="rId79"/>
    <p:sldId id="364" r:id="rId80"/>
    <p:sldId id="365" r:id="rId81"/>
    <p:sldId id="366" r:id="rId82"/>
    <p:sldId id="368" r:id="rId83"/>
    <p:sldId id="369" r:id="rId84"/>
    <p:sldId id="370" r:id="rId85"/>
    <p:sldId id="372" r:id="rId86"/>
    <p:sldId id="373" r:id="rId87"/>
    <p:sldId id="374" r:id="rId88"/>
    <p:sldId id="376" r:id="rId89"/>
    <p:sldId id="377" r:id="rId90"/>
    <p:sldId id="378" r:id="rId91"/>
    <p:sldId id="380" r:id="rId92"/>
    <p:sldId id="381" r:id="rId93"/>
    <p:sldId id="382" r:id="rId94"/>
    <p:sldId id="384" r:id="rId95"/>
    <p:sldId id="385" r:id="rId96"/>
    <p:sldId id="386" r:id="rId97"/>
    <p:sldId id="388" r:id="rId98"/>
    <p:sldId id="389" r:id="rId99"/>
    <p:sldId id="390" r:id="rId100"/>
    <p:sldId id="392" r:id="rId101"/>
    <p:sldId id="393" r:id="rId102"/>
    <p:sldId id="394" r:id="rId103"/>
    <p:sldId id="396" r:id="rId104"/>
    <p:sldId id="397" r:id="rId105"/>
    <p:sldId id="398" r:id="rId106"/>
    <p:sldId id="400" r:id="rId107"/>
    <p:sldId id="401" r:id="rId108"/>
    <p:sldId id="402" r:id="rId109"/>
    <p:sldId id="404" r:id="rId110"/>
    <p:sldId id="405" r:id="rId111"/>
    <p:sldId id="406" r:id="rId112"/>
    <p:sldId id="408" r:id="rId113"/>
    <p:sldId id="409" r:id="rId114"/>
    <p:sldId id="410" r:id="rId115"/>
    <p:sldId id="412" r:id="rId116"/>
    <p:sldId id="413" r:id="rId117"/>
    <p:sldId id="414" r:id="rId118"/>
    <p:sldId id="416" r:id="rId119"/>
    <p:sldId id="417" r:id="rId120"/>
    <p:sldId id="418" r:id="rId121"/>
    <p:sldId id="420" r:id="rId122"/>
    <p:sldId id="421" r:id="rId123"/>
    <p:sldId id="422" r:id="rId124"/>
    <p:sldId id="424" r:id="rId125"/>
    <p:sldId id="425" r:id="rId126"/>
    <p:sldId id="426" r:id="rId127"/>
    <p:sldId id="428" r:id="rId128"/>
    <p:sldId id="429" r:id="rId129"/>
    <p:sldId id="430" r:id="rId130"/>
    <p:sldId id="432" r:id="rId131"/>
    <p:sldId id="433" r:id="rId132"/>
    <p:sldId id="434" r:id="rId133"/>
    <p:sldId id="436" r:id="rId134"/>
    <p:sldId id="437" r:id="rId135"/>
    <p:sldId id="438" r:id="rId136"/>
    <p:sldId id="440" r:id="rId137"/>
    <p:sldId id="441" r:id="rId138"/>
    <p:sldId id="442" r:id="rId139"/>
    <p:sldId id="444" r:id="rId140"/>
    <p:sldId id="445" r:id="rId141"/>
    <p:sldId id="446" r:id="rId142"/>
    <p:sldId id="448" r:id="rId143"/>
    <p:sldId id="449" r:id="rId144"/>
    <p:sldId id="450" r:id="rId145"/>
    <p:sldId id="452" r:id="rId146"/>
    <p:sldId id="453" r:id="rId147"/>
    <p:sldId id="454" r:id="rId148"/>
    <p:sldId id="456" r:id="rId149"/>
    <p:sldId id="457" r:id="rId150"/>
    <p:sldId id="458" r:id="rId151"/>
  </p:sldIdLst>
  <p:sldSz cx="14630400" cy="8229600"/>
  <p:notesSz cx="8229600" cy="14630400"/>
  <p:embeddedFontLst>
    <p:embeddedFont>
      <p:font typeface="Inter" panose="020B0604020202020204" charset="0"/>
      <p:regular r:id="rId1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932313-57DF-444F-AC8F-A4D6FB8E4FC2}" v="408" dt="2025-12-17T09:49:17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microsoft.com/office/2015/10/relationships/revisionInfo" Target="revisionInfo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font" Target="fonts/font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custSel addSld delSld modSld sldOrd">
      <pc:chgData name="Lalwani, Sunil" userId="95b0a425-4eed-4b84-a7cf-34664c131309" providerId="ADAL" clId="{CC5F0CBF-77A6-4739-8FF3-8FB7DAFF4AC8}" dt="2025-12-17T09:49:17.881" v="834"/>
      <pc:docMkLst>
        <pc:docMk/>
      </pc:docMkLst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3:18.273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6T15:36:05.237" v="2" actId="47"/>
        <pc:sldMkLst>
          <pc:docMk/>
          <pc:sldMk cId="0" sldId="262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09:49:17.128" v="833" actId="1582"/>
        <pc:sldMkLst>
          <pc:docMk/>
          <pc:sldMk cId="905619138" sldId="262"/>
        </pc:sldMkLst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6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8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8:10.694" v="769"/>
          <ac:spMkLst>
            <pc:docMk/>
            <pc:sldMk cId="905619138" sldId="262"/>
            <ac:spMk id="9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10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11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1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9:49:17.128" v="833" actId="1582"/>
          <ac:spMkLst>
            <pc:docMk/>
            <pc:sldMk cId="905619138" sldId="262"/>
            <ac:spMk id="14" creationId="{00000000-0000-0000-0000-000000000000}"/>
          </ac:spMkLst>
        </pc:spChg>
        <pc:grpChg chg="add mod">
          <ac:chgData name="Lalwani, Sunil" userId="95b0a425-4eed-4b84-a7cf-34664c131309" providerId="ADAL" clId="{CC5F0CBF-77A6-4739-8FF3-8FB7DAFF4AC8}" dt="2025-12-17T09:42:25.583" v="374"/>
          <ac:grpSpMkLst>
            <pc:docMk/>
            <pc:sldMk cId="905619138" sldId="262"/>
            <ac:grpSpMk id="15" creationId="{F0287565-AE79-766A-186D-6F22A7BB839D}"/>
          </ac:grpSpMkLst>
        </pc:grpChg>
        <pc:grpChg chg="add mod">
          <ac:chgData name="Lalwani, Sunil" userId="95b0a425-4eed-4b84-a7cf-34664c131309" providerId="ADAL" clId="{CC5F0CBF-77A6-4739-8FF3-8FB7DAFF4AC8}" dt="2025-12-17T09:44:12.914" v="508"/>
          <ac:grpSpMkLst>
            <pc:docMk/>
            <pc:sldMk cId="905619138" sldId="262"/>
            <ac:grpSpMk id="16" creationId="{A5AD70DA-DBF9-8433-EFA1-303EB5AC9AAB}"/>
          </ac:grpSpMkLst>
        </pc:grpChg>
        <pc:grpChg chg="add mod">
          <ac:chgData name="Lalwani, Sunil" userId="95b0a425-4eed-4b84-a7cf-34664c131309" providerId="ADAL" clId="{CC5F0CBF-77A6-4739-8FF3-8FB7DAFF4AC8}" dt="2025-12-17T09:41:31.808" v="309" actId="207"/>
          <ac:grpSpMkLst>
            <pc:docMk/>
            <pc:sldMk cId="905619138" sldId="262"/>
            <ac:grpSpMk id="17" creationId="{74F0512B-F33A-2280-39AF-905564E674C4}"/>
          </ac:grpSpMkLst>
        </pc:grpChg>
        <pc:grpChg chg="add mod">
          <ac:chgData name="Lalwani, Sunil" userId="95b0a425-4eed-4b84-a7cf-34664c131309" providerId="ADAL" clId="{CC5F0CBF-77A6-4739-8FF3-8FB7DAFF4AC8}" dt="2025-12-17T09:43:18.222" v="441"/>
          <ac:grpSpMkLst>
            <pc:docMk/>
            <pc:sldMk cId="905619138" sldId="262"/>
            <ac:grpSpMk id="18" creationId="{74C32901-D5AD-76E8-0EAD-A89F94B259CF}"/>
          </ac:grpSpMkLst>
        </pc:grpChg>
        <pc:grpChg chg="add mod">
          <ac:chgData name="Lalwani, Sunil" userId="95b0a425-4eed-4b84-a7cf-34664c131309" providerId="ADAL" clId="{CC5F0CBF-77A6-4739-8FF3-8FB7DAFF4AC8}" dt="2025-12-17T09:43:18.222" v="441"/>
          <ac:grpSpMkLst>
            <pc:docMk/>
            <pc:sldMk cId="905619138" sldId="262"/>
            <ac:grpSpMk id="19" creationId="{F009A634-74E9-8C1A-3200-1F6D35C76876}"/>
          </ac:grpSpMkLst>
        </pc:grpChg>
        <pc:grpChg chg="add mod">
          <ac:chgData name="Lalwani, Sunil" userId="95b0a425-4eed-4b84-a7cf-34664c131309" providerId="ADAL" clId="{CC5F0CBF-77A6-4739-8FF3-8FB7DAFF4AC8}" dt="2025-12-17T09:43:18.755" v="442"/>
          <ac:grpSpMkLst>
            <pc:docMk/>
            <pc:sldMk cId="905619138" sldId="262"/>
            <ac:grpSpMk id="20" creationId="{FC72768D-97CD-2BED-AC09-880652E37C50}"/>
          </ac:grpSpMkLst>
        </pc:grpChg>
        <pc:grpChg chg="add mod">
          <ac:chgData name="Lalwani, Sunil" userId="95b0a425-4eed-4b84-a7cf-34664c131309" providerId="ADAL" clId="{CC5F0CBF-77A6-4739-8FF3-8FB7DAFF4AC8}" dt="2025-12-17T09:45:07.057" v="574"/>
          <ac:grpSpMkLst>
            <pc:docMk/>
            <pc:sldMk cId="905619138" sldId="262"/>
            <ac:grpSpMk id="21" creationId="{A0D1881F-210F-A178-62F9-688D0B1B483F}"/>
          </ac:grpSpMkLst>
        </pc:grpChg>
        <pc:grpChg chg="add mod">
          <ac:chgData name="Lalwani, Sunil" userId="95b0a425-4eed-4b84-a7cf-34664c131309" providerId="ADAL" clId="{CC5F0CBF-77A6-4739-8FF3-8FB7DAFF4AC8}" dt="2025-12-17T09:45:07.567" v="575"/>
          <ac:grpSpMkLst>
            <pc:docMk/>
            <pc:sldMk cId="905619138" sldId="262"/>
            <ac:grpSpMk id="22" creationId="{51895C54-07DC-8436-6B66-A56EFF9390BA}"/>
          </ac:grpSpMkLst>
        </pc:grpChg>
        <pc:grpChg chg="add mod">
          <ac:chgData name="Lalwani, Sunil" userId="95b0a425-4eed-4b84-a7cf-34664c131309" providerId="ADAL" clId="{CC5F0CBF-77A6-4739-8FF3-8FB7DAFF4AC8}" dt="2025-12-17T09:46:03.978" v="640"/>
          <ac:grpSpMkLst>
            <pc:docMk/>
            <pc:sldMk cId="905619138" sldId="262"/>
            <ac:grpSpMk id="23" creationId="{6400F67B-9C06-EA0F-5B93-B85FD33EB061}"/>
          </ac:grpSpMkLst>
        </pc:grpChg>
        <pc:grpChg chg="add mod">
          <ac:chgData name="Lalwani, Sunil" userId="95b0a425-4eed-4b84-a7cf-34664c131309" providerId="ADAL" clId="{CC5F0CBF-77A6-4739-8FF3-8FB7DAFF4AC8}" dt="2025-12-17T09:47:01.964" v="705"/>
          <ac:grpSpMkLst>
            <pc:docMk/>
            <pc:sldMk cId="905619138" sldId="262"/>
            <ac:grpSpMk id="24" creationId="{59A3F345-401A-1A81-D781-42A55CCE2D4B}"/>
          </ac:grpSpMkLst>
        </pc:grpChg>
        <pc:grpChg chg="add mod">
          <ac:chgData name="Lalwani, Sunil" userId="95b0a425-4eed-4b84-a7cf-34664c131309" providerId="ADAL" clId="{CC5F0CBF-77A6-4739-8FF3-8FB7DAFF4AC8}" dt="2025-12-17T09:48:11.193" v="770"/>
          <ac:grpSpMkLst>
            <pc:docMk/>
            <pc:sldMk cId="905619138" sldId="262"/>
            <ac:grpSpMk id="25" creationId="{F5EFF91F-6DE5-26AA-D9B9-1DE2F8BB9764}"/>
          </ac:grpSpMkLst>
        </pc:grpChg>
        <pc:grpChg chg="add mod">
          <ac:chgData name="Lalwani, Sunil" userId="95b0a425-4eed-4b84-a7cf-34664c131309" providerId="ADAL" clId="{CC5F0CBF-77A6-4739-8FF3-8FB7DAFF4AC8}" dt="2025-12-17T09:49:15.988" v="829" actId="14100"/>
          <ac:grpSpMkLst>
            <pc:docMk/>
            <pc:sldMk cId="905619138" sldId="262"/>
            <ac:grpSpMk id="26" creationId="{E52453B7-A763-D0C1-0F4E-3C19EBFE2C4D}"/>
          </ac:grpSpMkLst>
        </pc:grpChg>
        <pc:picChg chg="mod">
          <ac:chgData name="Lalwani, Sunil" userId="95b0a425-4eed-4b84-a7cf-34664c131309" providerId="ADAL" clId="{CC5F0CBF-77A6-4739-8FF3-8FB7DAFF4AC8}" dt="2025-12-17T09:46:03.480" v="639"/>
          <ac:picMkLst>
            <pc:docMk/>
            <pc:sldMk cId="905619138" sldId="262"/>
            <ac:picMk id="2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09:47:01.964" v="705"/>
          <ac:picMkLst>
            <pc:docMk/>
            <pc:sldMk cId="905619138" sldId="262"/>
            <ac:picMk id="13" creationId="{00000000-0000-0000-0000-000000000000}"/>
          </ac:picMkLst>
        </pc:picChg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3"/>
        </pc:sldMkLst>
      </pc:sldChg>
      <pc:sldChg chg="add del">
        <pc:chgData name="Lalwani, Sunil" userId="95b0a425-4eed-4b84-a7cf-34664c131309" providerId="ADAL" clId="{CC5F0CBF-77A6-4739-8FF3-8FB7DAFF4AC8}" dt="2025-12-17T09:38:19.946" v="24" actId="2696"/>
        <pc:sldMkLst>
          <pc:docMk/>
          <pc:sldMk cId="2916570074" sldId="263"/>
        </pc:sldMkLst>
      </pc:sldChg>
      <pc:sldChg chg="add del">
        <pc:chgData name="Lalwani, Sunil" userId="95b0a425-4eed-4b84-a7cf-34664c131309" providerId="ADAL" clId="{CC5F0CBF-77A6-4739-8FF3-8FB7DAFF4AC8}" dt="2025-12-17T09:38:10.331" v="7" actId="2696"/>
        <pc:sldMkLst>
          <pc:docMk/>
          <pc:sldMk cId="3476584623" sldId="263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4"/>
        </pc:sldMkLst>
      </pc:sldChg>
      <pc:sldChg chg="add ord modTransition setBg modNotes">
        <pc:chgData name="Lalwani, Sunil" userId="95b0a425-4eed-4b84-a7cf-34664c131309" providerId="ADAL" clId="{CC5F0CBF-77A6-4739-8FF3-8FB7DAFF4AC8}" dt="2025-12-17T09:48:34.097" v="799"/>
        <pc:sldMkLst>
          <pc:docMk/>
          <pc:sldMk cId="2646820195" sldId="264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5"/>
        </pc:sldMkLst>
      </pc:sldChg>
      <pc:sldChg chg="add ord modTransition setBg modNotes">
        <pc:chgData name="Lalwani, Sunil" userId="95b0a425-4eed-4b84-a7cf-34664c131309" providerId="ADAL" clId="{CC5F0CBF-77A6-4739-8FF3-8FB7DAFF4AC8}" dt="2025-12-17T09:49:15.637" v="826" actId="20577"/>
        <pc:sldMkLst>
          <pc:docMk/>
          <pc:sldMk cId="3016826987" sldId="265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6"/>
        </pc:sldMkLst>
      </pc:sldChg>
      <pc:sldChg chg="add ord modTransition setBg modNotes">
        <pc:chgData name="Lalwani, Sunil" userId="95b0a425-4eed-4b84-a7cf-34664c131309" providerId="ADAL" clId="{CC5F0CBF-77A6-4739-8FF3-8FB7DAFF4AC8}" dt="2025-12-17T09:49:08.845" v="825"/>
        <pc:sldMkLst>
          <pc:docMk/>
          <pc:sldMk cId="3885653635" sldId="266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7"/>
        </pc:sldMkLst>
      </pc:sldChg>
      <pc:sldChg chg="add del">
        <pc:chgData name="Lalwani, Sunil" userId="95b0a425-4eed-4b84-a7cf-34664c131309" providerId="ADAL" clId="{CC5F0CBF-77A6-4739-8FF3-8FB7DAFF4AC8}" dt="2025-12-17T09:38:31.554" v="47" actId="2696"/>
        <pc:sldMkLst>
          <pc:docMk/>
          <pc:sldMk cId="490548761" sldId="267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8"/>
        </pc:sldMkLst>
      </pc:sldChg>
      <pc:sldChg chg="addSp modSp add ord">
        <pc:chgData name="Lalwani, Sunil" userId="95b0a425-4eed-4b84-a7cf-34664c131309" providerId="ADAL" clId="{CC5F0CBF-77A6-4739-8FF3-8FB7DAFF4AC8}" dt="2025-12-17T09:49:17.881" v="834"/>
        <pc:sldMkLst>
          <pc:docMk/>
          <pc:sldMk cId="1634066231" sldId="268"/>
        </pc:sldMkLst>
        <pc:spChg chg="mod">
          <ac:chgData name="Lalwani, Sunil" userId="95b0a425-4eed-4b84-a7cf-34664c131309" providerId="ADAL" clId="{CC5F0CBF-77A6-4739-8FF3-8FB7DAFF4AC8}" dt="2025-12-17T09:39:11.019" v="106"/>
          <ac:spMkLst>
            <pc:docMk/>
            <pc:sldMk cId="1634066231" sldId="268"/>
            <ac:spMk id="4" creationId="{953D89C9-8048-3F35-7E56-9C0EA598D71D}"/>
          </ac:spMkLst>
        </pc:spChg>
        <pc:spChg chg="mod">
          <ac:chgData name="Lalwani, Sunil" userId="95b0a425-4eed-4b84-a7cf-34664c131309" providerId="ADAL" clId="{CC5F0CBF-77A6-4739-8FF3-8FB7DAFF4AC8}" dt="2025-12-17T09:39:11.019" v="106"/>
          <ac:spMkLst>
            <pc:docMk/>
            <pc:sldMk cId="1634066231" sldId="268"/>
            <ac:spMk id="6" creationId="{07B209CF-5743-E6DC-D928-35762A2A0C4A}"/>
          </ac:spMkLst>
        </pc:spChg>
        <pc:spChg chg="mod">
          <ac:chgData name="Lalwani, Sunil" userId="95b0a425-4eed-4b84-a7cf-34664c131309" providerId="ADAL" clId="{CC5F0CBF-77A6-4739-8FF3-8FB7DAFF4AC8}" dt="2025-12-17T09:39:56.658" v="175"/>
          <ac:spMkLst>
            <pc:docMk/>
            <pc:sldMk cId="1634066231" sldId="268"/>
            <ac:spMk id="9" creationId="{CC0EB2D8-D377-D76B-FD74-3C0D096817DC}"/>
          </ac:spMkLst>
        </pc:spChg>
        <pc:spChg chg="mod">
          <ac:chgData name="Lalwani, Sunil" userId="95b0a425-4eed-4b84-a7cf-34664c131309" providerId="ADAL" clId="{CC5F0CBF-77A6-4739-8FF3-8FB7DAFF4AC8}" dt="2025-12-17T09:39:56.658" v="175"/>
          <ac:spMkLst>
            <pc:docMk/>
            <pc:sldMk cId="1634066231" sldId="268"/>
            <ac:spMk id="11" creationId="{C0BFE6DE-F383-43EA-A6B5-F7CB5A948040}"/>
          </ac:spMkLst>
        </pc:spChg>
        <pc:spChg chg="mod">
          <ac:chgData name="Lalwani, Sunil" userId="95b0a425-4eed-4b84-a7cf-34664c131309" providerId="ADAL" clId="{CC5F0CBF-77A6-4739-8FF3-8FB7DAFF4AC8}" dt="2025-12-17T09:39:56.658" v="175"/>
          <ac:spMkLst>
            <pc:docMk/>
            <pc:sldMk cId="1634066231" sldId="268"/>
            <ac:spMk id="13" creationId="{DC66B53D-0305-3297-EE37-850C194225A5}"/>
          </ac:spMkLst>
        </pc:spChg>
        <pc:spChg chg="mod">
          <ac:chgData name="Lalwani, Sunil" userId="95b0a425-4eed-4b84-a7cf-34664c131309" providerId="ADAL" clId="{CC5F0CBF-77A6-4739-8FF3-8FB7DAFF4AC8}" dt="2025-12-17T09:40:44.093" v="244"/>
          <ac:spMkLst>
            <pc:docMk/>
            <pc:sldMk cId="1634066231" sldId="268"/>
            <ac:spMk id="16" creationId="{0701D125-0FC6-7066-5B10-361875720D74}"/>
          </ac:spMkLst>
        </pc:spChg>
        <pc:spChg chg="mod">
          <ac:chgData name="Lalwani, Sunil" userId="95b0a425-4eed-4b84-a7cf-34664c131309" providerId="ADAL" clId="{CC5F0CBF-77A6-4739-8FF3-8FB7DAFF4AC8}" dt="2025-12-17T09:40:44.093" v="244"/>
          <ac:spMkLst>
            <pc:docMk/>
            <pc:sldMk cId="1634066231" sldId="268"/>
            <ac:spMk id="18" creationId="{E242E2FC-026D-49FA-2DE9-0DB02BE9ACB5}"/>
          </ac:spMkLst>
        </pc:spChg>
        <pc:spChg chg="mod">
          <ac:chgData name="Lalwani, Sunil" userId="95b0a425-4eed-4b84-a7cf-34664c131309" providerId="ADAL" clId="{CC5F0CBF-77A6-4739-8FF3-8FB7DAFF4AC8}" dt="2025-12-17T09:40:44.093" v="244"/>
          <ac:spMkLst>
            <pc:docMk/>
            <pc:sldMk cId="1634066231" sldId="268"/>
            <ac:spMk id="20" creationId="{2354D2B3-FFA1-2C5E-0077-300835A1C49B}"/>
          </ac:spMkLst>
        </pc:spChg>
        <pc:spChg chg="mod">
          <ac:chgData name="Lalwani, Sunil" userId="95b0a425-4eed-4b84-a7cf-34664c131309" providerId="ADAL" clId="{CC5F0CBF-77A6-4739-8FF3-8FB7DAFF4AC8}" dt="2025-12-17T09:40:44.093" v="244"/>
          <ac:spMkLst>
            <pc:docMk/>
            <pc:sldMk cId="1634066231" sldId="268"/>
            <ac:spMk id="22" creationId="{9E6BCB5C-4460-3690-E933-171B138C1D4C}"/>
          </ac:spMkLst>
        </pc:spChg>
        <pc:spChg chg="mod">
          <ac:chgData name="Lalwani, Sunil" userId="95b0a425-4eed-4b84-a7cf-34664c131309" providerId="ADAL" clId="{CC5F0CBF-77A6-4739-8FF3-8FB7DAFF4AC8}" dt="2025-12-17T09:41:32.956" v="312"/>
          <ac:spMkLst>
            <pc:docMk/>
            <pc:sldMk cId="1634066231" sldId="268"/>
            <ac:spMk id="25" creationId="{FE6D1CBE-B372-935A-B5B3-338EACA65E64}"/>
          </ac:spMkLst>
        </pc:spChg>
        <pc:spChg chg="mod">
          <ac:chgData name="Lalwani, Sunil" userId="95b0a425-4eed-4b84-a7cf-34664c131309" providerId="ADAL" clId="{CC5F0CBF-77A6-4739-8FF3-8FB7DAFF4AC8}" dt="2025-12-17T09:41:32.956" v="312"/>
          <ac:spMkLst>
            <pc:docMk/>
            <pc:sldMk cId="1634066231" sldId="268"/>
            <ac:spMk id="27" creationId="{722BE244-CC76-D687-153F-E9556F99498A}"/>
          </ac:spMkLst>
        </pc:spChg>
        <pc:spChg chg="mod">
          <ac:chgData name="Lalwani, Sunil" userId="95b0a425-4eed-4b84-a7cf-34664c131309" providerId="ADAL" clId="{CC5F0CBF-77A6-4739-8FF3-8FB7DAFF4AC8}" dt="2025-12-17T09:41:32.956" v="312"/>
          <ac:spMkLst>
            <pc:docMk/>
            <pc:sldMk cId="1634066231" sldId="268"/>
            <ac:spMk id="29" creationId="{3D7C3B6D-3B7F-D41A-9B0A-364F390D667B}"/>
          </ac:spMkLst>
        </pc:spChg>
        <pc:spChg chg="mod">
          <ac:chgData name="Lalwani, Sunil" userId="95b0a425-4eed-4b84-a7cf-34664c131309" providerId="ADAL" clId="{CC5F0CBF-77A6-4739-8FF3-8FB7DAFF4AC8}" dt="2025-12-17T09:41:32.956" v="312"/>
          <ac:spMkLst>
            <pc:docMk/>
            <pc:sldMk cId="1634066231" sldId="268"/>
            <ac:spMk id="31" creationId="{2DFF02FA-E97C-73E8-62B4-BFEA2F3EC974}"/>
          </ac:spMkLst>
        </pc:spChg>
        <pc:spChg chg="mod">
          <ac:chgData name="Lalwani, Sunil" userId="95b0a425-4eed-4b84-a7cf-34664c131309" providerId="ADAL" clId="{CC5F0CBF-77A6-4739-8FF3-8FB7DAFF4AC8}" dt="2025-12-17T09:41:32.956" v="312"/>
          <ac:spMkLst>
            <pc:docMk/>
            <pc:sldMk cId="1634066231" sldId="268"/>
            <ac:spMk id="33" creationId="{89DF602E-8B5F-803D-8204-7B27FB595F11}"/>
          </ac:spMkLst>
        </pc:spChg>
        <pc:spChg chg="mod">
          <ac:chgData name="Lalwani, Sunil" userId="95b0a425-4eed-4b84-a7cf-34664c131309" providerId="ADAL" clId="{CC5F0CBF-77A6-4739-8FF3-8FB7DAFF4AC8}" dt="2025-12-17T09:42:27.730" v="379"/>
          <ac:spMkLst>
            <pc:docMk/>
            <pc:sldMk cId="1634066231" sldId="268"/>
            <ac:spMk id="36" creationId="{E2A5486B-7F73-957D-72D9-8DC56AFDEEDA}"/>
          </ac:spMkLst>
        </pc:spChg>
        <pc:spChg chg="mod">
          <ac:chgData name="Lalwani, Sunil" userId="95b0a425-4eed-4b84-a7cf-34664c131309" providerId="ADAL" clId="{CC5F0CBF-77A6-4739-8FF3-8FB7DAFF4AC8}" dt="2025-12-17T09:42:27.730" v="379"/>
          <ac:spMkLst>
            <pc:docMk/>
            <pc:sldMk cId="1634066231" sldId="268"/>
            <ac:spMk id="38" creationId="{50E710A0-C044-FB26-3374-0115B8DFF181}"/>
          </ac:spMkLst>
        </pc:spChg>
        <pc:spChg chg="mod">
          <ac:chgData name="Lalwani, Sunil" userId="95b0a425-4eed-4b84-a7cf-34664c131309" providerId="ADAL" clId="{CC5F0CBF-77A6-4739-8FF3-8FB7DAFF4AC8}" dt="2025-12-17T09:42:27.730" v="379"/>
          <ac:spMkLst>
            <pc:docMk/>
            <pc:sldMk cId="1634066231" sldId="268"/>
            <ac:spMk id="40" creationId="{EB410485-F110-309D-A8A0-5EC85911807D}"/>
          </ac:spMkLst>
        </pc:spChg>
        <pc:spChg chg="mod">
          <ac:chgData name="Lalwani, Sunil" userId="95b0a425-4eed-4b84-a7cf-34664c131309" providerId="ADAL" clId="{CC5F0CBF-77A6-4739-8FF3-8FB7DAFF4AC8}" dt="2025-12-17T09:42:27.730" v="379"/>
          <ac:spMkLst>
            <pc:docMk/>
            <pc:sldMk cId="1634066231" sldId="268"/>
            <ac:spMk id="42" creationId="{F371541C-5077-3147-8277-C06733D8AD83}"/>
          </ac:spMkLst>
        </pc:spChg>
        <pc:spChg chg="mod">
          <ac:chgData name="Lalwani, Sunil" userId="95b0a425-4eed-4b84-a7cf-34664c131309" providerId="ADAL" clId="{CC5F0CBF-77A6-4739-8FF3-8FB7DAFF4AC8}" dt="2025-12-17T09:42:27.730" v="379"/>
          <ac:spMkLst>
            <pc:docMk/>
            <pc:sldMk cId="1634066231" sldId="268"/>
            <ac:spMk id="44" creationId="{1093D72C-3315-B206-3AE9-A357B5093547}"/>
          </ac:spMkLst>
        </pc:spChg>
        <pc:spChg chg="mod">
          <ac:chgData name="Lalwani, Sunil" userId="95b0a425-4eed-4b84-a7cf-34664c131309" providerId="ADAL" clId="{CC5F0CBF-77A6-4739-8FF3-8FB7DAFF4AC8}" dt="2025-12-17T09:42:27.730" v="379"/>
          <ac:spMkLst>
            <pc:docMk/>
            <pc:sldMk cId="1634066231" sldId="268"/>
            <ac:spMk id="46" creationId="{2EAED3DA-F304-0A9E-14C3-387F7958414D}"/>
          </ac:spMkLst>
        </pc:spChg>
        <pc:spChg chg="mod">
          <ac:chgData name="Lalwani, Sunil" userId="95b0a425-4eed-4b84-a7cf-34664c131309" providerId="ADAL" clId="{CC5F0CBF-77A6-4739-8FF3-8FB7DAFF4AC8}" dt="2025-12-17T09:43:20.476" v="446"/>
          <ac:spMkLst>
            <pc:docMk/>
            <pc:sldMk cId="1634066231" sldId="268"/>
            <ac:spMk id="49" creationId="{801F7B5F-30BD-B50B-7E41-C27D897468F6}"/>
          </ac:spMkLst>
        </pc:spChg>
        <pc:spChg chg="mod">
          <ac:chgData name="Lalwani, Sunil" userId="95b0a425-4eed-4b84-a7cf-34664c131309" providerId="ADAL" clId="{CC5F0CBF-77A6-4739-8FF3-8FB7DAFF4AC8}" dt="2025-12-17T09:43:20.476" v="446"/>
          <ac:spMkLst>
            <pc:docMk/>
            <pc:sldMk cId="1634066231" sldId="268"/>
            <ac:spMk id="51" creationId="{39BED2B0-11A9-843D-A217-4DFA54224E1F}"/>
          </ac:spMkLst>
        </pc:spChg>
        <pc:spChg chg="mod">
          <ac:chgData name="Lalwani, Sunil" userId="95b0a425-4eed-4b84-a7cf-34664c131309" providerId="ADAL" clId="{CC5F0CBF-77A6-4739-8FF3-8FB7DAFF4AC8}" dt="2025-12-17T09:43:20.476" v="446"/>
          <ac:spMkLst>
            <pc:docMk/>
            <pc:sldMk cId="1634066231" sldId="268"/>
            <ac:spMk id="53" creationId="{B635553B-ADBF-DD2D-009F-927B03FEC95F}"/>
          </ac:spMkLst>
        </pc:spChg>
        <pc:spChg chg="mod">
          <ac:chgData name="Lalwani, Sunil" userId="95b0a425-4eed-4b84-a7cf-34664c131309" providerId="ADAL" clId="{CC5F0CBF-77A6-4739-8FF3-8FB7DAFF4AC8}" dt="2025-12-17T09:43:20.476" v="446"/>
          <ac:spMkLst>
            <pc:docMk/>
            <pc:sldMk cId="1634066231" sldId="268"/>
            <ac:spMk id="55" creationId="{AC6F21E5-FD5D-61F2-FA4C-8DD0F7D8E7F3}"/>
          </ac:spMkLst>
        </pc:spChg>
        <pc:spChg chg="mod">
          <ac:chgData name="Lalwani, Sunil" userId="95b0a425-4eed-4b84-a7cf-34664c131309" providerId="ADAL" clId="{CC5F0CBF-77A6-4739-8FF3-8FB7DAFF4AC8}" dt="2025-12-17T09:43:20.476" v="446"/>
          <ac:spMkLst>
            <pc:docMk/>
            <pc:sldMk cId="1634066231" sldId="268"/>
            <ac:spMk id="57" creationId="{B0175CF7-72A5-3D99-59FE-45FA1EED0C75}"/>
          </ac:spMkLst>
        </pc:spChg>
        <pc:spChg chg="mod">
          <ac:chgData name="Lalwani, Sunil" userId="95b0a425-4eed-4b84-a7cf-34664c131309" providerId="ADAL" clId="{CC5F0CBF-77A6-4739-8FF3-8FB7DAFF4AC8}" dt="2025-12-17T09:43:20.476" v="446"/>
          <ac:spMkLst>
            <pc:docMk/>
            <pc:sldMk cId="1634066231" sldId="268"/>
            <ac:spMk id="59" creationId="{A318C221-C150-31BA-F361-EB15E68968F9}"/>
          </ac:spMkLst>
        </pc:spChg>
        <pc:spChg chg="mod">
          <ac:chgData name="Lalwani, Sunil" userId="95b0a425-4eed-4b84-a7cf-34664c131309" providerId="ADAL" clId="{CC5F0CBF-77A6-4739-8FF3-8FB7DAFF4AC8}" dt="2025-12-17T09:43:20.476" v="446"/>
          <ac:spMkLst>
            <pc:docMk/>
            <pc:sldMk cId="1634066231" sldId="268"/>
            <ac:spMk id="61" creationId="{209E9C8E-62EC-C6CB-EFA9-9523E131DCBF}"/>
          </ac:spMkLst>
        </pc:spChg>
        <pc:spChg chg="mod">
          <ac:chgData name="Lalwani, Sunil" userId="95b0a425-4eed-4b84-a7cf-34664c131309" providerId="ADAL" clId="{CC5F0CBF-77A6-4739-8FF3-8FB7DAFF4AC8}" dt="2025-12-17T09:44:15.026" v="513"/>
          <ac:spMkLst>
            <pc:docMk/>
            <pc:sldMk cId="1634066231" sldId="268"/>
            <ac:spMk id="64" creationId="{CC4128F2-380D-881F-33F0-947D06E0B44C}"/>
          </ac:spMkLst>
        </pc:spChg>
        <pc:spChg chg="mod">
          <ac:chgData name="Lalwani, Sunil" userId="95b0a425-4eed-4b84-a7cf-34664c131309" providerId="ADAL" clId="{CC5F0CBF-77A6-4739-8FF3-8FB7DAFF4AC8}" dt="2025-12-17T09:44:15.026" v="513"/>
          <ac:spMkLst>
            <pc:docMk/>
            <pc:sldMk cId="1634066231" sldId="268"/>
            <ac:spMk id="66" creationId="{9B408688-1D30-C482-453E-2E5DCE5CFF2A}"/>
          </ac:spMkLst>
        </pc:spChg>
        <pc:spChg chg="mod">
          <ac:chgData name="Lalwani, Sunil" userId="95b0a425-4eed-4b84-a7cf-34664c131309" providerId="ADAL" clId="{CC5F0CBF-77A6-4739-8FF3-8FB7DAFF4AC8}" dt="2025-12-17T09:44:15.026" v="513"/>
          <ac:spMkLst>
            <pc:docMk/>
            <pc:sldMk cId="1634066231" sldId="268"/>
            <ac:spMk id="68" creationId="{9F036156-4F02-2482-A271-F6334F11828C}"/>
          </ac:spMkLst>
        </pc:spChg>
        <pc:spChg chg="mod">
          <ac:chgData name="Lalwani, Sunil" userId="95b0a425-4eed-4b84-a7cf-34664c131309" providerId="ADAL" clId="{CC5F0CBF-77A6-4739-8FF3-8FB7DAFF4AC8}" dt="2025-12-17T09:44:15.026" v="513"/>
          <ac:spMkLst>
            <pc:docMk/>
            <pc:sldMk cId="1634066231" sldId="268"/>
            <ac:spMk id="70" creationId="{8620DBF0-6CFC-3755-05F1-AD1549283715}"/>
          </ac:spMkLst>
        </pc:spChg>
        <pc:spChg chg="mod">
          <ac:chgData name="Lalwani, Sunil" userId="95b0a425-4eed-4b84-a7cf-34664c131309" providerId="ADAL" clId="{CC5F0CBF-77A6-4739-8FF3-8FB7DAFF4AC8}" dt="2025-12-17T09:44:15.026" v="513"/>
          <ac:spMkLst>
            <pc:docMk/>
            <pc:sldMk cId="1634066231" sldId="268"/>
            <ac:spMk id="72" creationId="{F3F3ED16-3181-8A85-5992-D93F3EF17B05}"/>
          </ac:spMkLst>
        </pc:spChg>
        <pc:spChg chg="mod">
          <ac:chgData name="Lalwani, Sunil" userId="95b0a425-4eed-4b84-a7cf-34664c131309" providerId="ADAL" clId="{CC5F0CBF-77A6-4739-8FF3-8FB7DAFF4AC8}" dt="2025-12-17T09:44:15.026" v="513"/>
          <ac:spMkLst>
            <pc:docMk/>
            <pc:sldMk cId="1634066231" sldId="268"/>
            <ac:spMk id="74" creationId="{EC44E621-3ADC-B1C8-AA55-FF9B1DB2599B}"/>
          </ac:spMkLst>
        </pc:spChg>
        <pc:spChg chg="mod">
          <ac:chgData name="Lalwani, Sunil" userId="95b0a425-4eed-4b84-a7cf-34664c131309" providerId="ADAL" clId="{CC5F0CBF-77A6-4739-8FF3-8FB7DAFF4AC8}" dt="2025-12-17T09:44:15.026" v="513"/>
          <ac:spMkLst>
            <pc:docMk/>
            <pc:sldMk cId="1634066231" sldId="268"/>
            <ac:spMk id="76" creationId="{672BB0EE-0ADB-7A24-620E-B0F547897A46}"/>
          </ac:spMkLst>
        </pc:spChg>
        <pc:spChg chg="mod">
          <ac:chgData name="Lalwani, Sunil" userId="95b0a425-4eed-4b84-a7cf-34664c131309" providerId="ADAL" clId="{CC5F0CBF-77A6-4739-8FF3-8FB7DAFF4AC8}" dt="2025-12-17T09:44:15.026" v="513"/>
          <ac:spMkLst>
            <pc:docMk/>
            <pc:sldMk cId="1634066231" sldId="268"/>
            <ac:spMk id="78" creationId="{C842A2DB-F0BD-802E-469D-6A188D0C2C90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81" creationId="{DCCF7410-2D04-1D9B-4657-544F4D953E32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83" creationId="{8BAA106D-33FF-A0DE-1378-FDA59743F1DA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85" creationId="{52F5279B-420C-409F-25ED-70DB4F7BDAAD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87" creationId="{202CDDF2-996D-D9E8-FE6F-F10FF867BCFF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89" creationId="{E25F9C52-D004-0526-51F1-57390411263E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91" creationId="{0AC5F2A6-11E3-715F-B286-70B92D2D59E1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93" creationId="{37C0D3C1-2ADA-EF41-1F63-761DE40C9021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95" creationId="{A53A351E-D9A1-93AC-0899-2CFEA5DDDC9B}"/>
          </ac:spMkLst>
        </pc:spChg>
        <pc:spChg chg="mod">
          <ac:chgData name="Lalwani, Sunil" userId="95b0a425-4eed-4b84-a7cf-34664c131309" providerId="ADAL" clId="{CC5F0CBF-77A6-4739-8FF3-8FB7DAFF4AC8}" dt="2025-12-17T09:45:09.299" v="579"/>
          <ac:spMkLst>
            <pc:docMk/>
            <pc:sldMk cId="1634066231" sldId="268"/>
            <ac:spMk id="97" creationId="{3D7123FE-7008-57C7-293D-3FC457981AA3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00" creationId="{B559FD2A-5EA7-D879-64A7-8BC20667288D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02" creationId="{EACBC3DA-F912-29F6-7562-4DF62ECAD306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04" creationId="{8B1FB73C-F0A1-E43A-85B2-EAD908DCFD7C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06" creationId="{F8FBDA69-3F0B-CFD2-ECE4-F034A7E33877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08" creationId="{788E05DE-A906-F006-AB11-154D46526CA2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10" creationId="{A71F2338-9ECD-3B17-9DDE-A16A317C8E0B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12" creationId="{F9BEFEE1-94FA-B9B9-4AE5-5FDA9944194C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14" creationId="{FEBE22DB-7EB4-BBEB-EDCB-A5E85772BBFC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16" creationId="{11925264-4884-9FA3-E15E-FB179F2208E2}"/>
          </ac:spMkLst>
        </pc:spChg>
        <pc:spChg chg="mod">
          <ac:chgData name="Lalwani, Sunil" userId="95b0a425-4eed-4b84-a7cf-34664c131309" providerId="ADAL" clId="{CC5F0CBF-77A6-4739-8FF3-8FB7DAFF4AC8}" dt="2025-12-17T09:46:05.627" v="644"/>
          <ac:spMkLst>
            <pc:docMk/>
            <pc:sldMk cId="1634066231" sldId="268"/>
            <ac:spMk id="118" creationId="{2541BAF1-70C5-7F4E-7ADB-114173DDE2C2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23" creationId="{897D984C-8921-0B44-5266-3A85E20A38DC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25" creationId="{A6EB34B1-D9AA-38BE-7CA5-C8E31C9DFBB4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27" creationId="{78011E37-9522-D1ED-7AA9-B918BC0EAA55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29" creationId="{BBE110F1-6112-E443-7B71-AA7F72815667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31" creationId="{C4A32C53-981F-BD43-941E-F85CDF3F4450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33" creationId="{83555064-A776-D183-4DA4-F7F9E6519D37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35" creationId="{A71A1F85-19B5-BC09-6E4F-6E658A13390C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37" creationId="{EAD9AF88-E1BE-8FFD-9288-F6D92DC0D0A3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39" creationId="{A05C6474-B0CB-A584-E17A-6B229ECF81F4}"/>
          </ac:spMkLst>
        </pc:spChg>
        <pc:spChg chg="mod">
          <ac:chgData name="Lalwani, Sunil" userId="95b0a425-4eed-4b84-a7cf-34664c131309" providerId="ADAL" clId="{CC5F0CBF-77A6-4739-8FF3-8FB7DAFF4AC8}" dt="2025-12-17T09:47:03.651" v="709"/>
          <ac:spMkLst>
            <pc:docMk/>
            <pc:sldMk cId="1634066231" sldId="268"/>
            <ac:spMk id="141" creationId="{28D3FEE5-DAA4-53C2-0071-9021C4C4FF54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48" creationId="{787FAA51-4713-C0FA-6550-71EF83E6E0C6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50" creationId="{DA5EBF5A-18CF-6FE5-7A6D-11ED6CE25597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52" creationId="{B2A6DE7F-73DD-E3C7-F0FF-6D70EE2BD0D2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54" creationId="{150516A3-AC2F-9E28-5245-22ED9E1726D6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56" creationId="{F208A4DD-CD04-ACA1-256F-DEF948A1C47C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58" creationId="{1336A07F-A277-C578-3694-1622B7A34A5B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60" creationId="{F4022618-0E15-22C2-A954-DAF2F9AD93F0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62" creationId="{B8ED715F-6B4D-F27E-CCA6-F55997195F6A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64" creationId="{93E16294-9C9A-D913-1C1C-49D227894A53}"/>
          </ac:spMkLst>
        </pc:spChg>
        <pc:spChg chg="mod">
          <ac:chgData name="Lalwani, Sunil" userId="95b0a425-4eed-4b84-a7cf-34664c131309" providerId="ADAL" clId="{CC5F0CBF-77A6-4739-8FF3-8FB7DAFF4AC8}" dt="2025-12-17T09:48:12.950" v="774"/>
          <ac:spMkLst>
            <pc:docMk/>
            <pc:sldMk cId="1634066231" sldId="268"/>
            <ac:spMk id="166" creationId="{36733E96-E5C2-1140-D907-AC8A14A27031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69" creationId="{88EB6934-04E5-594D-09DC-3FDD11E73209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75" creationId="{1E687800-E4AA-9157-2D4B-44EEFF62AFA6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77" creationId="{C2D7A161-26D3-8179-0116-E0954926483D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79" creationId="{F7BD1C9C-986E-B8A9-1CB4-477C7373562D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81" creationId="{20E86D85-33BE-FE71-19D2-B51D76E8EE5F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83" creationId="{76CCCFE1-9CB9-EFE7-8792-754C73986EFE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85" creationId="{75CF165B-C6B9-2E3F-47F7-9CAF3887BBDD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87" creationId="{3975C544-A989-6BA0-E4EB-7116DC2B5C6D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89" creationId="{B9371B6B-FD9E-F70C-7E9E-19D4CADAC5F2}"/>
          </ac:spMkLst>
        </pc:spChg>
        <pc:spChg chg="mod">
          <ac:chgData name="Lalwani, Sunil" userId="95b0a425-4eed-4b84-a7cf-34664c131309" providerId="ADAL" clId="{CC5F0CBF-77A6-4739-8FF3-8FB7DAFF4AC8}" dt="2025-12-17T09:49:17.881" v="834"/>
          <ac:spMkLst>
            <pc:docMk/>
            <pc:sldMk cId="1634066231" sldId="268"/>
            <ac:spMk id="191" creationId="{3E791D61-7573-9DED-6707-08F115B6F06B}"/>
          </ac:spMkLst>
        </pc:spChg>
        <pc:grpChg chg="add mod">
          <ac:chgData name="Lalwani, Sunil" userId="95b0a425-4eed-4b84-a7cf-34664c131309" providerId="ADAL" clId="{CC5F0CBF-77A6-4739-8FF3-8FB7DAFF4AC8}" dt="2025-12-17T09:39:11.019" v="106"/>
          <ac:grpSpMkLst>
            <pc:docMk/>
            <pc:sldMk cId="1634066231" sldId="268"/>
            <ac:grpSpMk id="2" creationId="{D140ABF5-7B8C-48DD-C1F9-D94B21BE043A}"/>
          </ac:grpSpMkLst>
        </pc:grpChg>
        <pc:grpChg chg="mod">
          <ac:chgData name="Lalwani, Sunil" userId="95b0a425-4eed-4b84-a7cf-34664c131309" providerId="ADAL" clId="{CC5F0CBF-77A6-4739-8FF3-8FB7DAFF4AC8}" dt="2025-12-17T09:39:11.019" v="106"/>
          <ac:grpSpMkLst>
            <pc:docMk/>
            <pc:sldMk cId="1634066231" sldId="268"/>
            <ac:grpSpMk id="3" creationId="{FB2694F9-56E3-B294-1628-8024B97344CB}"/>
          </ac:grpSpMkLst>
        </pc:grpChg>
        <pc:grpChg chg="add mod">
          <ac:chgData name="Lalwani, Sunil" userId="95b0a425-4eed-4b84-a7cf-34664c131309" providerId="ADAL" clId="{CC5F0CBF-77A6-4739-8FF3-8FB7DAFF4AC8}" dt="2025-12-17T09:39:56.658" v="175"/>
          <ac:grpSpMkLst>
            <pc:docMk/>
            <pc:sldMk cId="1634066231" sldId="268"/>
            <ac:grpSpMk id="7" creationId="{FD2AF039-89D1-8AFD-2DE9-78D401AD9647}"/>
          </ac:grpSpMkLst>
        </pc:grpChg>
        <pc:grpChg chg="mod">
          <ac:chgData name="Lalwani, Sunil" userId="95b0a425-4eed-4b84-a7cf-34664c131309" providerId="ADAL" clId="{CC5F0CBF-77A6-4739-8FF3-8FB7DAFF4AC8}" dt="2025-12-17T09:39:56.658" v="175"/>
          <ac:grpSpMkLst>
            <pc:docMk/>
            <pc:sldMk cId="1634066231" sldId="268"/>
            <ac:grpSpMk id="8" creationId="{9B55649E-2882-4DE6-5077-562907D987E4}"/>
          </ac:grpSpMkLst>
        </pc:grpChg>
        <pc:grpChg chg="mod">
          <ac:chgData name="Lalwani, Sunil" userId="95b0a425-4eed-4b84-a7cf-34664c131309" providerId="ADAL" clId="{CC5F0CBF-77A6-4739-8FF3-8FB7DAFF4AC8}" dt="2025-12-17T09:39:56.658" v="175"/>
          <ac:grpSpMkLst>
            <pc:docMk/>
            <pc:sldMk cId="1634066231" sldId="268"/>
            <ac:grpSpMk id="10" creationId="{D78A82AF-6B11-6715-876B-380E6A9C7D77}"/>
          </ac:grpSpMkLst>
        </pc:grpChg>
        <pc:grpChg chg="add mod">
          <ac:chgData name="Lalwani, Sunil" userId="95b0a425-4eed-4b84-a7cf-34664c131309" providerId="ADAL" clId="{CC5F0CBF-77A6-4739-8FF3-8FB7DAFF4AC8}" dt="2025-12-17T09:40:44.093" v="244"/>
          <ac:grpSpMkLst>
            <pc:docMk/>
            <pc:sldMk cId="1634066231" sldId="268"/>
            <ac:grpSpMk id="14" creationId="{A210C377-265F-172F-5148-070920AA216D}"/>
          </ac:grpSpMkLst>
        </pc:grpChg>
        <pc:grpChg chg="mod">
          <ac:chgData name="Lalwani, Sunil" userId="95b0a425-4eed-4b84-a7cf-34664c131309" providerId="ADAL" clId="{CC5F0CBF-77A6-4739-8FF3-8FB7DAFF4AC8}" dt="2025-12-17T09:40:44.093" v="244"/>
          <ac:grpSpMkLst>
            <pc:docMk/>
            <pc:sldMk cId="1634066231" sldId="268"/>
            <ac:grpSpMk id="15" creationId="{3601DC77-6CE2-E54D-39F6-C0CD8361A927}"/>
          </ac:grpSpMkLst>
        </pc:grpChg>
        <pc:grpChg chg="mod">
          <ac:chgData name="Lalwani, Sunil" userId="95b0a425-4eed-4b84-a7cf-34664c131309" providerId="ADAL" clId="{CC5F0CBF-77A6-4739-8FF3-8FB7DAFF4AC8}" dt="2025-12-17T09:40:44.093" v="244"/>
          <ac:grpSpMkLst>
            <pc:docMk/>
            <pc:sldMk cId="1634066231" sldId="268"/>
            <ac:grpSpMk id="17" creationId="{49E5A761-8ACB-C1CD-CECB-D8C038E4A10A}"/>
          </ac:grpSpMkLst>
        </pc:grpChg>
        <pc:grpChg chg="mod">
          <ac:chgData name="Lalwani, Sunil" userId="95b0a425-4eed-4b84-a7cf-34664c131309" providerId="ADAL" clId="{CC5F0CBF-77A6-4739-8FF3-8FB7DAFF4AC8}" dt="2025-12-17T09:40:44.093" v="244"/>
          <ac:grpSpMkLst>
            <pc:docMk/>
            <pc:sldMk cId="1634066231" sldId="268"/>
            <ac:grpSpMk id="19" creationId="{7EF8F15D-3FF2-0452-8ED9-FD3D90F8BB47}"/>
          </ac:grpSpMkLst>
        </pc:grpChg>
        <pc:grpChg chg="add mod">
          <ac:chgData name="Lalwani, Sunil" userId="95b0a425-4eed-4b84-a7cf-34664c131309" providerId="ADAL" clId="{CC5F0CBF-77A6-4739-8FF3-8FB7DAFF4AC8}" dt="2025-12-17T09:41:32.956" v="312"/>
          <ac:grpSpMkLst>
            <pc:docMk/>
            <pc:sldMk cId="1634066231" sldId="268"/>
            <ac:grpSpMk id="23" creationId="{B01D506B-25EA-6D2A-769D-B52911E1F178}"/>
          </ac:grpSpMkLst>
        </pc:grpChg>
        <pc:grpChg chg="mod">
          <ac:chgData name="Lalwani, Sunil" userId="95b0a425-4eed-4b84-a7cf-34664c131309" providerId="ADAL" clId="{CC5F0CBF-77A6-4739-8FF3-8FB7DAFF4AC8}" dt="2025-12-17T09:41:32.956" v="312"/>
          <ac:grpSpMkLst>
            <pc:docMk/>
            <pc:sldMk cId="1634066231" sldId="268"/>
            <ac:grpSpMk id="24" creationId="{59D1C962-C375-A44C-D188-20DFC897832E}"/>
          </ac:grpSpMkLst>
        </pc:grpChg>
        <pc:grpChg chg="mod">
          <ac:chgData name="Lalwani, Sunil" userId="95b0a425-4eed-4b84-a7cf-34664c131309" providerId="ADAL" clId="{CC5F0CBF-77A6-4739-8FF3-8FB7DAFF4AC8}" dt="2025-12-17T09:41:32.956" v="312"/>
          <ac:grpSpMkLst>
            <pc:docMk/>
            <pc:sldMk cId="1634066231" sldId="268"/>
            <ac:grpSpMk id="26" creationId="{42E9AC8F-5599-3E6C-64F4-A92D674C35F1}"/>
          </ac:grpSpMkLst>
        </pc:grpChg>
        <pc:grpChg chg="mod">
          <ac:chgData name="Lalwani, Sunil" userId="95b0a425-4eed-4b84-a7cf-34664c131309" providerId="ADAL" clId="{CC5F0CBF-77A6-4739-8FF3-8FB7DAFF4AC8}" dt="2025-12-17T09:41:32.956" v="312"/>
          <ac:grpSpMkLst>
            <pc:docMk/>
            <pc:sldMk cId="1634066231" sldId="268"/>
            <ac:grpSpMk id="28" creationId="{12065818-2F03-A40D-90DA-229D22A25D0C}"/>
          </ac:grpSpMkLst>
        </pc:grpChg>
        <pc:grpChg chg="mod">
          <ac:chgData name="Lalwani, Sunil" userId="95b0a425-4eed-4b84-a7cf-34664c131309" providerId="ADAL" clId="{CC5F0CBF-77A6-4739-8FF3-8FB7DAFF4AC8}" dt="2025-12-17T09:42:27.730" v="379"/>
          <ac:grpSpMkLst>
            <pc:docMk/>
            <pc:sldMk cId="1634066231" sldId="268"/>
            <ac:grpSpMk id="35" creationId="{AFBD382A-D28A-8FFA-6B19-7B84461312AF}"/>
          </ac:grpSpMkLst>
        </pc:grpChg>
        <pc:grpChg chg="mod">
          <ac:chgData name="Lalwani, Sunil" userId="95b0a425-4eed-4b84-a7cf-34664c131309" providerId="ADAL" clId="{CC5F0CBF-77A6-4739-8FF3-8FB7DAFF4AC8}" dt="2025-12-17T09:42:27.730" v="379"/>
          <ac:grpSpMkLst>
            <pc:docMk/>
            <pc:sldMk cId="1634066231" sldId="268"/>
            <ac:grpSpMk id="37" creationId="{4FF99D16-0EF0-4771-1EBC-055A6E8A71F0}"/>
          </ac:grpSpMkLst>
        </pc:grpChg>
        <pc:grpChg chg="mod">
          <ac:chgData name="Lalwani, Sunil" userId="95b0a425-4eed-4b84-a7cf-34664c131309" providerId="ADAL" clId="{CC5F0CBF-77A6-4739-8FF3-8FB7DAFF4AC8}" dt="2025-12-17T09:42:27.730" v="379"/>
          <ac:grpSpMkLst>
            <pc:docMk/>
            <pc:sldMk cId="1634066231" sldId="268"/>
            <ac:grpSpMk id="39" creationId="{4FB580D7-331D-DF23-BEE2-07F0988CE8FE}"/>
          </ac:grpSpMkLst>
        </pc:grpChg>
        <pc:grpChg chg="mod">
          <ac:chgData name="Lalwani, Sunil" userId="95b0a425-4eed-4b84-a7cf-34664c131309" providerId="ADAL" clId="{CC5F0CBF-77A6-4739-8FF3-8FB7DAFF4AC8}" dt="2025-12-17T09:43:20.476" v="446"/>
          <ac:grpSpMkLst>
            <pc:docMk/>
            <pc:sldMk cId="1634066231" sldId="268"/>
            <ac:grpSpMk id="48" creationId="{F5F8CCBB-9B41-BB54-DB7D-360E34017E91}"/>
          </ac:grpSpMkLst>
        </pc:grpChg>
        <pc:grpChg chg="mod">
          <ac:chgData name="Lalwani, Sunil" userId="95b0a425-4eed-4b84-a7cf-34664c131309" providerId="ADAL" clId="{CC5F0CBF-77A6-4739-8FF3-8FB7DAFF4AC8}" dt="2025-12-17T09:43:20.476" v="446"/>
          <ac:grpSpMkLst>
            <pc:docMk/>
            <pc:sldMk cId="1634066231" sldId="268"/>
            <ac:grpSpMk id="50" creationId="{3F5C1D8A-DA2E-A4F7-ED7B-07466CC3F18D}"/>
          </ac:grpSpMkLst>
        </pc:grpChg>
        <pc:grpChg chg="add mod">
          <ac:chgData name="Lalwani, Sunil" userId="95b0a425-4eed-4b84-a7cf-34664c131309" providerId="ADAL" clId="{CC5F0CBF-77A6-4739-8FF3-8FB7DAFF4AC8}" dt="2025-12-17T09:44:15.026" v="513"/>
          <ac:grpSpMkLst>
            <pc:docMk/>
            <pc:sldMk cId="1634066231" sldId="268"/>
            <ac:grpSpMk id="62" creationId="{F0688875-0B58-1C24-15DF-8829B1BC91B0}"/>
          </ac:grpSpMkLst>
        </pc:grpChg>
        <pc:picChg chg="mod">
          <ac:chgData name="Lalwani, Sunil" userId="95b0a425-4eed-4b84-a7cf-34664c131309" providerId="ADAL" clId="{CC5F0CBF-77A6-4739-8FF3-8FB7DAFF4AC8}" dt="2025-12-17T09:39:11.019" v="106"/>
          <ac:picMkLst>
            <pc:docMk/>
            <pc:sldMk cId="1634066231" sldId="268"/>
            <ac:picMk id="5" creationId="{83C0B342-008D-913A-B08A-8A5A3A409226}"/>
          </ac:picMkLst>
        </pc:picChg>
        <pc:picChg chg="mod">
          <ac:chgData name="Lalwani, Sunil" userId="95b0a425-4eed-4b84-a7cf-34664c131309" providerId="ADAL" clId="{CC5F0CBF-77A6-4739-8FF3-8FB7DAFF4AC8}" dt="2025-12-17T09:39:56.658" v="175"/>
          <ac:picMkLst>
            <pc:docMk/>
            <pc:sldMk cId="1634066231" sldId="268"/>
            <ac:picMk id="12" creationId="{D61E86F7-C3EA-43F8-F324-C8E1981C8FCE}"/>
          </ac:picMkLst>
        </pc:picChg>
        <pc:picChg chg="mod">
          <ac:chgData name="Lalwani, Sunil" userId="95b0a425-4eed-4b84-a7cf-34664c131309" providerId="ADAL" clId="{CC5F0CBF-77A6-4739-8FF3-8FB7DAFF4AC8}" dt="2025-12-17T09:40:44.093" v="244"/>
          <ac:picMkLst>
            <pc:docMk/>
            <pc:sldMk cId="1634066231" sldId="268"/>
            <ac:picMk id="21" creationId="{DD01CD7B-E618-CD23-700E-6D8883819351}"/>
          </ac:picMkLst>
        </pc:picChg>
        <pc:picChg chg="mod">
          <ac:chgData name="Lalwani, Sunil" userId="95b0a425-4eed-4b84-a7cf-34664c131309" providerId="ADAL" clId="{CC5F0CBF-77A6-4739-8FF3-8FB7DAFF4AC8}" dt="2025-12-17T09:41:32.956" v="312"/>
          <ac:picMkLst>
            <pc:docMk/>
            <pc:sldMk cId="1634066231" sldId="268"/>
            <ac:picMk id="32" creationId="{7FD36F2D-3708-92EF-35AD-F18D685CA3E1}"/>
          </ac:picMkLst>
        </pc:picChg>
        <pc:picChg chg="mod">
          <ac:chgData name="Lalwani, Sunil" userId="95b0a425-4eed-4b84-a7cf-34664c131309" providerId="ADAL" clId="{CC5F0CBF-77A6-4739-8FF3-8FB7DAFF4AC8}" dt="2025-12-17T09:42:27.730" v="379"/>
          <ac:picMkLst>
            <pc:docMk/>
            <pc:sldMk cId="1634066231" sldId="268"/>
            <ac:picMk id="45" creationId="{B989833E-F5DA-598F-644B-6C9A42CB9149}"/>
          </ac:picMkLst>
        </pc:picChg>
        <pc:picChg chg="mod">
          <ac:chgData name="Lalwani, Sunil" userId="95b0a425-4eed-4b84-a7cf-34664c131309" providerId="ADAL" clId="{CC5F0CBF-77A6-4739-8FF3-8FB7DAFF4AC8}" dt="2025-12-17T09:43:20.476" v="446"/>
          <ac:picMkLst>
            <pc:docMk/>
            <pc:sldMk cId="1634066231" sldId="268"/>
            <ac:picMk id="60" creationId="{8A78776C-93E5-968A-26BE-E2365D49A3E2}"/>
          </ac:picMkLst>
        </pc:picChg>
        <pc:picChg chg="mod">
          <ac:chgData name="Lalwani, Sunil" userId="95b0a425-4eed-4b84-a7cf-34664c131309" providerId="ADAL" clId="{CC5F0CBF-77A6-4739-8FF3-8FB7DAFF4AC8}" dt="2025-12-17T09:44:15.026" v="513"/>
          <ac:picMkLst>
            <pc:docMk/>
            <pc:sldMk cId="1634066231" sldId="268"/>
            <ac:picMk id="77" creationId="{8D0CFBCC-6B29-801F-0CB7-D771951308BD}"/>
          </ac:picMkLst>
        </pc:picChg>
        <pc:picChg chg="mod">
          <ac:chgData name="Lalwani, Sunil" userId="95b0a425-4eed-4b84-a7cf-34664c131309" providerId="ADAL" clId="{CC5F0CBF-77A6-4739-8FF3-8FB7DAFF4AC8}" dt="2025-12-17T09:45:09.299" v="579"/>
          <ac:picMkLst>
            <pc:docMk/>
            <pc:sldMk cId="1634066231" sldId="268"/>
            <ac:picMk id="96" creationId="{8EFD2AED-52B2-566F-52B9-8ED7C99649A7}"/>
          </ac:picMkLst>
        </pc:picChg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69"/>
        </pc:sldMkLst>
      </pc:sldChg>
      <pc:sldChg chg="add">
        <pc:chgData name="Lalwani, Sunil" userId="95b0a425-4eed-4b84-a7cf-34664c131309" providerId="ADAL" clId="{CC5F0CBF-77A6-4739-8FF3-8FB7DAFF4AC8}" dt="2025-12-17T09:38:30.669" v="43"/>
        <pc:sldMkLst>
          <pc:docMk/>
          <pc:sldMk cId="1273662413" sldId="269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0"/>
        </pc:sldMkLst>
      </pc:sldChg>
      <pc:sldChg chg="add ord">
        <pc:chgData name="Lalwani, Sunil" userId="95b0a425-4eed-4b84-a7cf-34664c131309" providerId="ADAL" clId="{CC5F0CBF-77A6-4739-8FF3-8FB7DAFF4AC8}" dt="2025-12-17T09:38:31.125" v="46"/>
        <pc:sldMkLst>
          <pc:docMk/>
          <pc:sldMk cId="2497343999" sldId="270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1"/>
        </pc:sldMkLst>
      </pc:sldChg>
      <pc:sldChg chg="add del">
        <pc:chgData name="Lalwani, Sunil" userId="95b0a425-4eed-4b84-a7cf-34664c131309" providerId="ADAL" clId="{CC5F0CBF-77A6-4739-8FF3-8FB7DAFF4AC8}" dt="2025-12-17T09:38:41.536" v="60" actId="2696"/>
        <pc:sldMkLst>
          <pc:docMk/>
          <pc:sldMk cId="2127672396" sldId="271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2"/>
        </pc:sldMkLst>
      </pc:sldChg>
      <pc:sldChg chg="add ord">
        <pc:chgData name="Lalwani, Sunil" userId="95b0a425-4eed-4b84-a7cf-34664c131309" providerId="ADAL" clId="{CC5F0CBF-77A6-4739-8FF3-8FB7DAFF4AC8}" dt="2025-12-17T09:38:40.016" v="55"/>
        <pc:sldMkLst>
          <pc:docMk/>
          <pc:sldMk cId="615973551" sldId="272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3"/>
        </pc:sldMkLst>
      </pc:sldChg>
      <pc:sldChg chg="add">
        <pc:chgData name="Lalwani, Sunil" userId="95b0a425-4eed-4b84-a7cf-34664c131309" providerId="ADAL" clId="{CC5F0CBF-77A6-4739-8FF3-8FB7DAFF4AC8}" dt="2025-12-17T09:38:40.606" v="56"/>
        <pc:sldMkLst>
          <pc:docMk/>
          <pc:sldMk cId="457326952" sldId="273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4"/>
        </pc:sldMkLst>
      </pc:sldChg>
      <pc:sldChg chg="add ord">
        <pc:chgData name="Lalwani, Sunil" userId="95b0a425-4eed-4b84-a7cf-34664c131309" providerId="ADAL" clId="{CC5F0CBF-77A6-4739-8FF3-8FB7DAFF4AC8}" dt="2025-12-17T09:38:41.100" v="59"/>
        <pc:sldMkLst>
          <pc:docMk/>
          <pc:sldMk cId="3110236809" sldId="274"/>
        </pc:sldMkLst>
      </pc:sldChg>
      <pc:sldChg chg="del">
        <pc:chgData name="Lalwani, Sunil" userId="95b0a425-4eed-4b84-a7cf-34664c131309" providerId="ADAL" clId="{CC5F0CBF-77A6-4739-8FF3-8FB7DAFF4AC8}" dt="2025-12-14T09:23:14.386" v="0" actId="47"/>
        <pc:sldMkLst>
          <pc:docMk/>
          <pc:sldMk cId="0" sldId="275"/>
        </pc:sldMkLst>
      </pc:sldChg>
      <pc:sldChg chg="add del">
        <pc:chgData name="Lalwani, Sunil" userId="95b0a425-4eed-4b84-a7cf-34664c131309" providerId="ADAL" clId="{CC5F0CBF-77A6-4739-8FF3-8FB7DAFF4AC8}" dt="2025-12-17T09:38:51.955" v="73" actId="2696"/>
        <pc:sldMkLst>
          <pc:docMk/>
          <pc:sldMk cId="1782940918" sldId="275"/>
        </pc:sldMkLst>
      </pc:sldChg>
      <pc:sldChg chg="add ord">
        <pc:chgData name="Lalwani, Sunil" userId="95b0a425-4eed-4b84-a7cf-34664c131309" providerId="ADAL" clId="{CC5F0CBF-77A6-4739-8FF3-8FB7DAFF4AC8}" dt="2025-12-17T09:38:50.502" v="68"/>
        <pc:sldMkLst>
          <pc:docMk/>
          <pc:sldMk cId="917683565" sldId="276"/>
        </pc:sldMkLst>
      </pc:sldChg>
      <pc:sldChg chg="add">
        <pc:chgData name="Lalwani, Sunil" userId="95b0a425-4eed-4b84-a7cf-34664c131309" providerId="ADAL" clId="{CC5F0CBF-77A6-4739-8FF3-8FB7DAFF4AC8}" dt="2025-12-17T09:38:51.064" v="69"/>
        <pc:sldMkLst>
          <pc:docMk/>
          <pc:sldMk cId="3532486988" sldId="277"/>
        </pc:sldMkLst>
      </pc:sldChg>
      <pc:sldChg chg="add ord">
        <pc:chgData name="Lalwani, Sunil" userId="95b0a425-4eed-4b84-a7cf-34664c131309" providerId="ADAL" clId="{CC5F0CBF-77A6-4739-8FF3-8FB7DAFF4AC8}" dt="2025-12-17T09:38:51.544" v="72"/>
        <pc:sldMkLst>
          <pc:docMk/>
          <pc:sldMk cId="1213196663" sldId="278"/>
        </pc:sldMkLst>
      </pc:sldChg>
      <pc:sldChg chg="add del">
        <pc:chgData name="Lalwani, Sunil" userId="95b0a425-4eed-4b84-a7cf-34664c131309" providerId="ADAL" clId="{CC5F0CBF-77A6-4739-8FF3-8FB7DAFF4AC8}" dt="2025-12-17T09:39:02.889" v="92" actId="2696"/>
        <pc:sldMkLst>
          <pc:docMk/>
          <pc:sldMk cId="3928868069" sldId="279"/>
        </pc:sldMkLst>
      </pc:sldChg>
      <pc:sldChg chg="add ord">
        <pc:chgData name="Lalwani, Sunil" userId="95b0a425-4eed-4b84-a7cf-34664c131309" providerId="ADAL" clId="{CC5F0CBF-77A6-4739-8FF3-8FB7DAFF4AC8}" dt="2025-12-17T09:39:01.431" v="87"/>
        <pc:sldMkLst>
          <pc:docMk/>
          <pc:sldMk cId="1122634964" sldId="280"/>
        </pc:sldMkLst>
      </pc:sldChg>
      <pc:sldChg chg="add">
        <pc:chgData name="Lalwani, Sunil" userId="95b0a425-4eed-4b84-a7cf-34664c131309" providerId="ADAL" clId="{CC5F0CBF-77A6-4739-8FF3-8FB7DAFF4AC8}" dt="2025-12-17T09:39:01.979" v="88"/>
        <pc:sldMkLst>
          <pc:docMk/>
          <pc:sldMk cId="4153081399" sldId="281"/>
        </pc:sldMkLst>
      </pc:sldChg>
      <pc:sldChg chg="add ord">
        <pc:chgData name="Lalwani, Sunil" userId="95b0a425-4eed-4b84-a7cf-34664c131309" providerId="ADAL" clId="{CC5F0CBF-77A6-4739-8FF3-8FB7DAFF4AC8}" dt="2025-12-17T09:39:02.448" v="91"/>
        <pc:sldMkLst>
          <pc:docMk/>
          <pc:sldMk cId="1282852960" sldId="282"/>
        </pc:sldMkLst>
      </pc:sldChg>
      <pc:sldChg chg="add del">
        <pc:chgData name="Lalwani, Sunil" userId="95b0a425-4eed-4b84-a7cf-34664c131309" providerId="ADAL" clId="{CC5F0CBF-77A6-4739-8FF3-8FB7DAFF4AC8}" dt="2025-12-17T09:39:15.538" v="116" actId="2696"/>
        <pc:sldMkLst>
          <pc:docMk/>
          <pc:sldMk cId="979290015" sldId="283"/>
        </pc:sldMkLst>
      </pc:sldChg>
      <pc:sldChg chg="add ord">
        <pc:chgData name="Lalwani, Sunil" userId="95b0a425-4eed-4b84-a7cf-34664c131309" providerId="ADAL" clId="{CC5F0CBF-77A6-4739-8FF3-8FB7DAFF4AC8}" dt="2025-12-17T09:39:14.098" v="111"/>
        <pc:sldMkLst>
          <pc:docMk/>
          <pc:sldMk cId="2539032264" sldId="284"/>
        </pc:sldMkLst>
      </pc:sldChg>
      <pc:sldChg chg="add">
        <pc:chgData name="Lalwani, Sunil" userId="95b0a425-4eed-4b84-a7cf-34664c131309" providerId="ADAL" clId="{CC5F0CBF-77A6-4739-8FF3-8FB7DAFF4AC8}" dt="2025-12-17T09:39:14.651" v="112"/>
        <pc:sldMkLst>
          <pc:docMk/>
          <pc:sldMk cId="2248820832" sldId="285"/>
        </pc:sldMkLst>
      </pc:sldChg>
      <pc:sldChg chg="add ord">
        <pc:chgData name="Lalwani, Sunil" userId="95b0a425-4eed-4b84-a7cf-34664c131309" providerId="ADAL" clId="{CC5F0CBF-77A6-4739-8FF3-8FB7DAFF4AC8}" dt="2025-12-17T09:39:15.107" v="115"/>
        <pc:sldMkLst>
          <pc:docMk/>
          <pc:sldMk cId="1513346850" sldId="286"/>
        </pc:sldMkLst>
      </pc:sldChg>
      <pc:sldChg chg="add del">
        <pc:chgData name="Lalwani, Sunil" userId="95b0a425-4eed-4b84-a7cf-34664c131309" providerId="ADAL" clId="{CC5F0CBF-77A6-4739-8FF3-8FB7DAFF4AC8}" dt="2025-12-17T09:39:25.996" v="129" actId="2696"/>
        <pc:sldMkLst>
          <pc:docMk/>
          <pc:sldMk cId="1126269868" sldId="287"/>
        </pc:sldMkLst>
      </pc:sldChg>
      <pc:sldChg chg="add ord">
        <pc:chgData name="Lalwani, Sunil" userId="95b0a425-4eed-4b84-a7cf-34664c131309" providerId="ADAL" clId="{CC5F0CBF-77A6-4739-8FF3-8FB7DAFF4AC8}" dt="2025-12-17T09:39:24.562" v="124"/>
        <pc:sldMkLst>
          <pc:docMk/>
          <pc:sldMk cId="3640876273" sldId="288"/>
        </pc:sldMkLst>
      </pc:sldChg>
      <pc:sldChg chg="add">
        <pc:chgData name="Lalwani, Sunil" userId="95b0a425-4eed-4b84-a7cf-34664c131309" providerId="ADAL" clId="{CC5F0CBF-77A6-4739-8FF3-8FB7DAFF4AC8}" dt="2025-12-17T09:39:25.110" v="125"/>
        <pc:sldMkLst>
          <pc:docMk/>
          <pc:sldMk cId="1849851044" sldId="289"/>
        </pc:sldMkLst>
      </pc:sldChg>
      <pc:sldChg chg="add ord">
        <pc:chgData name="Lalwani, Sunil" userId="95b0a425-4eed-4b84-a7cf-34664c131309" providerId="ADAL" clId="{CC5F0CBF-77A6-4739-8FF3-8FB7DAFF4AC8}" dt="2025-12-17T09:39:25.565" v="128"/>
        <pc:sldMkLst>
          <pc:docMk/>
          <pc:sldMk cId="3229548557" sldId="290"/>
        </pc:sldMkLst>
      </pc:sldChg>
      <pc:sldChg chg="add del">
        <pc:chgData name="Lalwani, Sunil" userId="95b0a425-4eed-4b84-a7cf-34664c131309" providerId="ADAL" clId="{CC5F0CBF-77A6-4739-8FF3-8FB7DAFF4AC8}" dt="2025-12-17T09:39:36.809" v="142" actId="2696"/>
        <pc:sldMkLst>
          <pc:docMk/>
          <pc:sldMk cId="98892269" sldId="291"/>
        </pc:sldMkLst>
      </pc:sldChg>
      <pc:sldChg chg="add ord">
        <pc:chgData name="Lalwani, Sunil" userId="95b0a425-4eed-4b84-a7cf-34664c131309" providerId="ADAL" clId="{CC5F0CBF-77A6-4739-8FF3-8FB7DAFF4AC8}" dt="2025-12-17T09:39:35.347" v="137"/>
        <pc:sldMkLst>
          <pc:docMk/>
          <pc:sldMk cId="3600130337" sldId="292"/>
        </pc:sldMkLst>
      </pc:sldChg>
      <pc:sldChg chg="add">
        <pc:chgData name="Lalwani, Sunil" userId="95b0a425-4eed-4b84-a7cf-34664c131309" providerId="ADAL" clId="{CC5F0CBF-77A6-4739-8FF3-8FB7DAFF4AC8}" dt="2025-12-17T09:39:35.920" v="138"/>
        <pc:sldMkLst>
          <pc:docMk/>
          <pc:sldMk cId="1011130267" sldId="293"/>
        </pc:sldMkLst>
      </pc:sldChg>
      <pc:sldChg chg="add ord">
        <pc:chgData name="Lalwani, Sunil" userId="95b0a425-4eed-4b84-a7cf-34664c131309" providerId="ADAL" clId="{CC5F0CBF-77A6-4739-8FF3-8FB7DAFF4AC8}" dt="2025-12-17T09:39:36.378" v="141"/>
        <pc:sldMkLst>
          <pc:docMk/>
          <pc:sldMk cId="560995999" sldId="294"/>
        </pc:sldMkLst>
      </pc:sldChg>
      <pc:sldChg chg="add del">
        <pc:chgData name="Lalwani, Sunil" userId="95b0a425-4eed-4b84-a7cf-34664c131309" providerId="ADAL" clId="{CC5F0CBF-77A6-4739-8FF3-8FB7DAFF4AC8}" dt="2025-12-17T09:39:48.394" v="161" actId="2696"/>
        <pc:sldMkLst>
          <pc:docMk/>
          <pc:sldMk cId="1371356201" sldId="295"/>
        </pc:sldMkLst>
      </pc:sldChg>
      <pc:sldChg chg="add ord">
        <pc:chgData name="Lalwani, Sunil" userId="95b0a425-4eed-4b84-a7cf-34664c131309" providerId="ADAL" clId="{CC5F0CBF-77A6-4739-8FF3-8FB7DAFF4AC8}" dt="2025-12-17T09:39:46.932" v="156"/>
        <pc:sldMkLst>
          <pc:docMk/>
          <pc:sldMk cId="3985608291" sldId="296"/>
        </pc:sldMkLst>
      </pc:sldChg>
      <pc:sldChg chg="add">
        <pc:chgData name="Lalwani, Sunil" userId="95b0a425-4eed-4b84-a7cf-34664c131309" providerId="ADAL" clId="{CC5F0CBF-77A6-4739-8FF3-8FB7DAFF4AC8}" dt="2025-12-17T09:39:47.518" v="157"/>
        <pc:sldMkLst>
          <pc:docMk/>
          <pc:sldMk cId="1723232131" sldId="297"/>
        </pc:sldMkLst>
      </pc:sldChg>
      <pc:sldChg chg="add ord">
        <pc:chgData name="Lalwani, Sunil" userId="95b0a425-4eed-4b84-a7cf-34664c131309" providerId="ADAL" clId="{CC5F0CBF-77A6-4739-8FF3-8FB7DAFF4AC8}" dt="2025-12-17T09:39:47.962" v="160"/>
        <pc:sldMkLst>
          <pc:docMk/>
          <pc:sldMk cId="2175300260" sldId="298"/>
        </pc:sldMkLst>
      </pc:sldChg>
      <pc:sldChg chg="add del">
        <pc:chgData name="Lalwani, Sunil" userId="95b0a425-4eed-4b84-a7cf-34664c131309" providerId="ADAL" clId="{CC5F0CBF-77A6-4739-8FF3-8FB7DAFF4AC8}" dt="2025-12-17T09:40:01.239" v="185" actId="2696"/>
        <pc:sldMkLst>
          <pc:docMk/>
          <pc:sldMk cId="795938894" sldId="299"/>
        </pc:sldMkLst>
      </pc:sldChg>
      <pc:sldChg chg="add ord">
        <pc:chgData name="Lalwani, Sunil" userId="95b0a425-4eed-4b84-a7cf-34664c131309" providerId="ADAL" clId="{CC5F0CBF-77A6-4739-8FF3-8FB7DAFF4AC8}" dt="2025-12-17T09:39:59.766" v="180"/>
        <pc:sldMkLst>
          <pc:docMk/>
          <pc:sldMk cId="2019663340" sldId="300"/>
        </pc:sldMkLst>
      </pc:sldChg>
      <pc:sldChg chg="add">
        <pc:chgData name="Lalwani, Sunil" userId="95b0a425-4eed-4b84-a7cf-34664c131309" providerId="ADAL" clId="{CC5F0CBF-77A6-4739-8FF3-8FB7DAFF4AC8}" dt="2025-12-17T09:40:00.335" v="181"/>
        <pc:sldMkLst>
          <pc:docMk/>
          <pc:sldMk cId="374602885" sldId="301"/>
        </pc:sldMkLst>
      </pc:sldChg>
      <pc:sldChg chg="add ord">
        <pc:chgData name="Lalwani, Sunil" userId="95b0a425-4eed-4b84-a7cf-34664c131309" providerId="ADAL" clId="{CC5F0CBF-77A6-4739-8FF3-8FB7DAFF4AC8}" dt="2025-12-17T09:40:00.809" v="184"/>
        <pc:sldMkLst>
          <pc:docMk/>
          <pc:sldMk cId="3634428102" sldId="302"/>
        </pc:sldMkLst>
      </pc:sldChg>
      <pc:sldChg chg="add del">
        <pc:chgData name="Lalwani, Sunil" userId="95b0a425-4eed-4b84-a7cf-34664c131309" providerId="ADAL" clId="{CC5F0CBF-77A6-4739-8FF3-8FB7DAFF4AC8}" dt="2025-12-17T09:40:12.166" v="198" actId="2696"/>
        <pc:sldMkLst>
          <pc:docMk/>
          <pc:sldMk cId="1591758326" sldId="303"/>
        </pc:sldMkLst>
      </pc:sldChg>
      <pc:sldChg chg="add ord">
        <pc:chgData name="Lalwani, Sunil" userId="95b0a425-4eed-4b84-a7cf-34664c131309" providerId="ADAL" clId="{CC5F0CBF-77A6-4739-8FF3-8FB7DAFF4AC8}" dt="2025-12-17T09:40:10.697" v="193"/>
        <pc:sldMkLst>
          <pc:docMk/>
          <pc:sldMk cId="3576591124" sldId="304"/>
        </pc:sldMkLst>
      </pc:sldChg>
      <pc:sldChg chg="add">
        <pc:chgData name="Lalwani, Sunil" userId="95b0a425-4eed-4b84-a7cf-34664c131309" providerId="ADAL" clId="{CC5F0CBF-77A6-4739-8FF3-8FB7DAFF4AC8}" dt="2025-12-17T09:40:11.265" v="194"/>
        <pc:sldMkLst>
          <pc:docMk/>
          <pc:sldMk cId="1154411472" sldId="305"/>
        </pc:sldMkLst>
      </pc:sldChg>
      <pc:sldChg chg="add ord">
        <pc:chgData name="Lalwani, Sunil" userId="95b0a425-4eed-4b84-a7cf-34664c131309" providerId="ADAL" clId="{CC5F0CBF-77A6-4739-8FF3-8FB7DAFF4AC8}" dt="2025-12-17T09:40:11.742" v="197"/>
        <pc:sldMkLst>
          <pc:docMk/>
          <pc:sldMk cId="1134296841" sldId="306"/>
        </pc:sldMkLst>
      </pc:sldChg>
      <pc:sldChg chg="add del">
        <pc:chgData name="Lalwani, Sunil" userId="95b0a425-4eed-4b84-a7cf-34664c131309" providerId="ADAL" clId="{CC5F0CBF-77A6-4739-8FF3-8FB7DAFF4AC8}" dt="2025-12-17T09:40:23.298" v="211" actId="2696"/>
        <pc:sldMkLst>
          <pc:docMk/>
          <pc:sldMk cId="2516512589" sldId="307"/>
        </pc:sldMkLst>
      </pc:sldChg>
      <pc:sldChg chg="add ord">
        <pc:chgData name="Lalwani, Sunil" userId="95b0a425-4eed-4b84-a7cf-34664c131309" providerId="ADAL" clId="{CC5F0CBF-77A6-4739-8FF3-8FB7DAFF4AC8}" dt="2025-12-17T09:40:21.830" v="206"/>
        <pc:sldMkLst>
          <pc:docMk/>
          <pc:sldMk cId="3373586104" sldId="308"/>
        </pc:sldMkLst>
      </pc:sldChg>
      <pc:sldChg chg="add">
        <pc:chgData name="Lalwani, Sunil" userId="95b0a425-4eed-4b84-a7cf-34664c131309" providerId="ADAL" clId="{CC5F0CBF-77A6-4739-8FF3-8FB7DAFF4AC8}" dt="2025-12-17T09:40:22.410" v="207"/>
        <pc:sldMkLst>
          <pc:docMk/>
          <pc:sldMk cId="410230986" sldId="309"/>
        </pc:sldMkLst>
      </pc:sldChg>
      <pc:sldChg chg="add ord">
        <pc:chgData name="Lalwani, Sunil" userId="95b0a425-4eed-4b84-a7cf-34664c131309" providerId="ADAL" clId="{CC5F0CBF-77A6-4739-8FF3-8FB7DAFF4AC8}" dt="2025-12-17T09:40:22.877" v="210"/>
        <pc:sldMkLst>
          <pc:docMk/>
          <pc:sldMk cId="3848729773" sldId="310"/>
        </pc:sldMkLst>
      </pc:sldChg>
      <pc:sldChg chg="add del">
        <pc:chgData name="Lalwani, Sunil" userId="95b0a425-4eed-4b84-a7cf-34664c131309" providerId="ADAL" clId="{CC5F0CBF-77A6-4739-8FF3-8FB7DAFF4AC8}" dt="2025-12-17T09:40:34.743" v="230" actId="2696"/>
        <pc:sldMkLst>
          <pc:docMk/>
          <pc:sldMk cId="1487837327" sldId="311"/>
        </pc:sldMkLst>
      </pc:sldChg>
      <pc:sldChg chg="add ord">
        <pc:chgData name="Lalwani, Sunil" userId="95b0a425-4eed-4b84-a7cf-34664c131309" providerId="ADAL" clId="{CC5F0CBF-77A6-4739-8FF3-8FB7DAFF4AC8}" dt="2025-12-17T09:40:33.297" v="225"/>
        <pc:sldMkLst>
          <pc:docMk/>
          <pc:sldMk cId="3334874628" sldId="312"/>
        </pc:sldMkLst>
      </pc:sldChg>
      <pc:sldChg chg="add">
        <pc:chgData name="Lalwani, Sunil" userId="95b0a425-4eed-4b84-a7cf-34664c131309" providerId="ADAL" clId="{CC5F0CBF-77A6-4739-8FF3-8FB7DAFF4AC8}" dt="2025-12-17T09:40:33.870" v="226"/>
        <pc:sldMkLst>
          <pc:docMk/>
          <pc:sldMk cId="3321014631" sldId="313"/>
        </pc:sldMkLst>
      </pc:sldChg>
      <pc:sldChg chg="add ord">
        <pc:chgData name="Lalwani, Sunil" userId="95b0a425-4eed-4b84-a7cf-34664c131309" providerId="ADAL" clId="{CC5F0CBF-77A6-4739-8FF3-8FB7DAFF4AC8}" dt="2025-12-17T09:40:34.333" v="229"/>
        <pc:sldMkLst>
          <pc:docMk/>
          <pc:sldMk cId="4235997713" sldId="314"/>
        </pc:sldMkLst>
      </pc:sldChg>
      <pc:sldChg chg="add del">
        <pc:chgData name="Lalwani, Sunil" userId="95b0a425-4eed-4b84-a7cf-34664c131309" providerId="ADAL" clId="{CC5F0CBF-77A6-4739-8FF3-8FB7DAFF4AC8}" dt="2025-12-17T09:40:48.726" v="254" actId="2696"/>
        <pc:sldMkLst>
          <pc:docMk/>
          <pc:sldMk cId="683468522" sldId="315"/>
        </pc:sldMkLst>
      </pc:sldChg>
      <pc:sldChg chg="add ord">
        <pc:chgData name="Lalwani, Sunil" userId="95b0a425-4eed-4b84-a7cf-34664c131309" providerId="ADAL" clId="{CC5F0CBF-77A6-4739-8FF3-8FB7DAFF4AC8}" dt="2025-12-17T09:40:47.281" v="249"/>
        <pc:sldMkLst>
          <pc:docMk/>
          <pc:sldMk cId="3467767994" sldId="316"/>
        </pc:sldMkLst>
      </pc:sldChg>
      <pc:sldChg chg="add">
        <pc:chgData name="Lalwani, Sunil" userId="95b0a425-4eed-4b84-a7cf-34664c131309" providerId="ADAL" clId="{CC5F0CBF-77A6-4739-8FF3-8FB7DAFF4AC8}" dt="2025-12-17T09:40:47.828" v="250"/>
        <pc:sldMkLst>
          <pc:docMk/>
          <pc:sldMk cId="1553797219" sldId="317"/>
        </pc:sldMkLst>
      </pc:sldChg>
      <pc:sldChg chg="add ord">
        <pc:chgData name="Lalwani, Sunil" userId="95b0a425-4eed-4b84-a7cf-34664c131309" providerId="ADAL" clId="{CC5F0CBF-77A6-4739-8FF3-8FB7DAFF4AC8}" dt="2025-12-17T09:40:48.297" v="253"/>
        <pc:sldMkLst>
          <pc:docMk/>
          <pc:sldMk cId="3821069210" sldId="318"/>
        </pc:sldMkLst>
      </pc:sldChg>
      <pc:sldChg chg="add del">
        <pc:chgData name="Lalwani, Sunil" userId="95b0a425-4eed-4b84-a7cf-34664c131309" providerId="ADAL" clId="{CC5F0CBF-77A6-4739-8FF3-8FB7DAFF4AC8}" dt="2025-12-17T09:40:59.867" v="267" actId="2696"/>
        <pc:sldMkLst>
          <pc:docMk/>
          <pc:sldMk cId="786163841" sldId="319"/>
        </pc:sldMkLst>
      </pc:sldChg>
      <pc:sldChg chg="add ord">
        <pc:chgData name="Lalwani, Sunil" userId="95b0a425-4eed-4b84-a7cf-34664c131309" providerId="ADAL" clId="{CC5F0CBF-77A6-4739-8FF3-8FB7DAFF4AC8}" dt="2025-12-17T09:40:58.395" v="262"/>
        <pc:sldMkLst>
          <pc:docMk/>
          <pc:sldMk cId="125658843" sldId="320"/>
        </pc:sldMkLst>
      </pc:sldChg>
      <pc:sldChg chg="add">
        <pc:chgData name="Lalwani, Sunil" userId="95b0a425-4eed-4b84-a7cf-34664c131309" providerId="ADAL" clId="{CC5F0CBF-77A6-4739-8FF3-8FB7DAFF4AC8}" dt="2025-12-17T09:40:58.943" v="263"/>
        <pc:sldMkLst>
          <pc:docMk/>
          <pc:sldMk cId="2595687136" sldId="321"/>
        </pc:sldMkLst>
      </pc:sldChg>
      <pc:sldChg chg="add ord">
        <pc:chgData name="Lalwani, Sunil" userId="95b0a425-4eed-4b84-a7cf-34664c131309" providerId="ADAL" clId="{CC5F0CBF-77A6-4739-8FF3-8FB7DAFF4AC8}" dt="2025-12-17T09:40:59.433" v="266"/>
        <pc:sldMkLst>
          <pc:docMk/>
          <pc:sldMk cId="2996525162" sldId="322"/>
        </pc:sldMkLst>
      </pc:sldChg>
      <pc:sldChg chg="add del">
        <pc:chgData name="Lalwani, Sunil" userId="95b0a425-4eed-4b84-a7cf-34664c131309" providerId="ADAL" clId="{CC5F0CBF-77A6-4739-8FF3-8FB7DAFF4AC8}" dt="2025-12-17T09:41:11.255" v="280" actId="2696"/>
        <pc:sldMkLst>
          <pc:docMk/>
          <pc:sldMk cId="1108200422" sldId="323"/>
        </pc:sldMkLst>
      </pc:sldChg>
      <pc:sldChg chg="add ord">
        <pc:chgData name="Lalwani, Sunil" userId="95b0a425-4eed-4b84-a7cf-34664c131309" providerId="ADAL" clId="{CC5F0CBF-77A6-4739-8FF3-8FB7DAFF4AC8}" dt="2025-12-17T09:41:09.773" v="275"/>
        <pc:sldMkLst>
          <pc:docMk/>
          <pc:sldMk cId="2586053533" sldId="324"/>
        </pc:sldMkLst>
      </pc:sldChg>
      <pc:sldChg chg="add">
        <pc:chgData name="Lalwani, Sunil" userId="95b0a425-4eed-4b84-a7cf-34664c131309" providerId="ADAL" clId="{CC5F0CBF-77A6-4739-8FF3-8FB7DAFF4AC8}" dt="2025-12-17T09:41:10.354" v="276"/>
        <pc:sldMkLst>
          <pc:docMk/>
          <pc:sldMk cId="2025235799" sldId="325"/>
        </pc:sldMkLst>
      </pc:sldChg>
      <pc:sldChg chg="add ord">
        <pc:chgData name="Lalwani, Sunil" userId="95b0a425-4eed-4b84-a7cf-34664c131309" providerId="ADAL" clId="{CC5F0CBF-77A6-4739-8FF3-8FB7DAFF4AC8}" dt="2025-12-17T09:41:10.822" v="279"/>
        <pc:sldMkLst>
          <pc:docMk/>
          <pc:sldMk cId="2508435336" sldId="326"/>
        </pc:sldMkLst>
      </pc:sldChg>
      <pc:sldChg chg="add del">
        <pc:chgData name="Lalwani, Sunil" userId="95b0a425-4eed-4b84-a7cf-34664c131309" providerId="ADAL" clId="{CC5F0CBF-77A6-4739-8FF3-8FB7DAFF4AC8}" dt="2025-12-17T09:41:23.648" v="298" actId="2696"/>
        <pc:sldMkLst>
          <pc:docMk/>
          <pc:sldMk cId="4207193654" sldId="327"/>
        </pc:sldMkLst>
      </pc:sldChg>
      <pc:sldChg chg="add ord">
        <pc:chgData name="Lalwani, Sunil" userId="95b0a425-4eed-4b84-a7cf-34664c131309" providerId="ADAL" clId="{CC5F0CBF-77A6-4739-8FF3-8FB7DAFF4AC8}" dt="2025-12-17T09:41:22.196" v="293"/>
        <pc:sldMkLst>
          <pc:docMk/>
          <pc:sldMk cId="1235144045" sldId="328"/>
        </pc:sldMkLst>
      </pc:sldChg>
      <pc:sldChg chg="add">
        <pc:chgData name="Lalwani, Sunil" userId="95b0a425-4eed-4b84-a7cf-34664c131309" providerId="ADAL" clId="{CC5F0CBF-77A6-4739-8FF3-8FB7DAFF4AC8}" dt="2025-12-17T09:41:22.744" v="294"/>
        <pc:sldMkLst>
          <pc:docMk/>
          <pc:sldMk cId="206783356" sldId="329"/>
        </pc:sldMkLst>
      </pc:sldChg>
      <pc:sldChg chg="add ord">
        <pc:chgData name="Lalwani, Sunil" userId="95b0a425-4eed-4b84-a7cf-34664c131309" providerId="ADAL" clId="{CC5F0CBF-77A6-4739-8FF3-8FB7DAFF4AC8}" dt="2025-12-17T09:41:23.213" v="297"/>
        <pc:sldMkLst>
          <pc:docMk/>
          <pc:sldMk cId="1253583240" sldId="330"/>
        </pc:sldMkLst>
      </pc:sldChg>
      <pc:sldChg chg="add del">
        <pc:chgData name="Lalwani, Sunil" userId="95b0a425-4eed-4b84-a7cf-34664c131309" providerId="ADAL" clId="{CC5F0CBF-77A6-4739-8FF3-8FB7DAFF4AC8}" dt="2025-12-17T09:41:37.618" v="322" actId="2696"/>
        <pc:sldMkLst>
          <pc:docMk/>
          <pc:sldMk cId="1152130556" sldId="331"/>
        </pc:sldMkLst>
      </pc:sldChg>
      <pc:sldChg chg="add ord">
        <pc:chgData name="Lalwani, Sunil" userId="95b0a425-4eed-4b84-a7cf-34664c131309" providerId="ADAL" clId="{CC5F0CBF-77A6-4739-8FF3-8FB7DAFF4AC8}" dt="2025-12-17T09:41:36.147" v="317"/>
        <pc:sldMkLst>
          <pc:docMk/>
          <pc:sldMk cId="1706769410" sldId="332"/>
        </pc:sldMkLst>
      </pc:sldChg>
      <pc:sldChg chg="add">
        <pc:chgData name="Lalwani, Sunil" userId="95b0a425-4eed-4b84-a7cf-34664c131309" providerId="ADAL" clId="{CC5F0CBF-77A6-4739-8FF3-8FB7DAFF4AC8}" dt="2025-12-17T09:41:36.723" v="318"/>
        <pc:sldMkLst>
          <pc:docMk/>
          <pc:sldMk cId="739110925" sldId="333"/>
        </pc:sldMkLst>
      </pc:sldChg>
      <pc:sldChg chg="add ord">
        <pc:chgData name="Lalwani, Sunil" userId="95b0a425-4eed-4b84-a7cf-34664c131309" providerId="ADAL" clId="{CC5F0CBF-77A6-4739-8FF3-8FB7DAFF4AC8}" dt="2025-12-17T09:41:37.204" v="321"/>
        <pc:sldMkLst>
          <pc:docMk/>
          <pc:sldMk cId="2436008854" sldId="334"/>
        </pc:sldMkLst>
      </pc:sldChg>
      <pc:sldChg chg="add del">
        <pc:chgData name="Lalwani, Sunil" userId="95b0a425-4eed-4b84-a7cf-34664c131309" providerId="ADAL" clId="{CC5F0CBF-77A6-4739-8FF3-8FB7DAFF4AC8}" dt="2025-12-17T09:41:50.582" v="335" actId="2696"/>
        <pc:sldMkLst>
          <pc:docMk/>
          <pc:sldMk cId="1665017724" sldId="335"/>
        </pc:sldMkLst>
      </pc:sldChg>
      <pc:sldChg chg="add ord">
        <pc:chgData name="Lalwani, Sunil" userId="95b0a425-4eed-4b84-a7cf-34664c131309" providerId="ADAL" clId="{CC5F0CBF-77A6-4739-8FF3-8FB7DAFF4AC8}" dt="2025-12-17T09:41:49.034" v="330"/>
        <pc:sldMkLst>
          <pc:docMk/>
          <pc:sldMk cId="610935091" sldId="336"/>
        </pc:sldMkLst>
      </pc:sldChg>
      <pc:sldChg chg="add">
        <pc:chgData name="Lalwani, Sunil" userId="95b0a425-4eed-4b84-a7cf-34664c131309" providerId="ADAL" clId="{CC5F0CBF-77A6-4739-8FF3-8FB7DAFF4AC8}" dt="2025-12-17T09:41:49.644" v="331"/>
        <pc:sldMkLst>
          <pc:docMk/>
          <pc:sldMk cId="3865243784" sldId="337"/>
        </pc:sldMkLst>
      </pc:sldChg>
      <pc:sldChg chg="add ord">
        <pc:chgData name="Lalwani, Sunil" userId="95b0a425-4eed-4b84-a7cf-34664c131309" providerId="ADAL" clId="{CC5F0CBF-77A6-4739-8FF3-8FB7DAFF4AC8}" dt="2025-12-17T09:41:50.155" v="334"/>
        <pc:sldMkLst>
          <pc:docMk/>
          <pc:sldMk cId="51798839" sldId="338"/>
        </pc:sldMkLst>
      </pc:sldChg>
      <pc:sldChg chg="add del">
        <pc:chgData name="Lalwani, Sunil" userId="95b0a425-4eed-4b84-a7cf-34664c131309" providerId="ADAL" clId="{CC5F0CBF-77A6-4739-8FF3-8FB7DAFF4AC8}" dt="2025-12-17T09:42:03.119" v="348" actId="2696"/>
        <pc:sldMkLst>
          <pc:docMk/>
          <pc:sldMk cId="1112132598" sldId="339"/>
        </pc:sldMkLst>
      </pc:sldChg>
      <pc:sldChg chg="add ord">
        <pc:chgData name="Lalwani, Sunil" userId="95b0a425-4eed-4b84-a7cf-34664c131309" providerId="ADAL" clId="{CC5F0CBF-77A6-4739-8FF3-8FB7DAFF4AC8}" dt="2025-12-17T09:42:01.516" v="343"/>
        <pc:sldMkLst>
          <pc:docMk/>
          <pc:sldMk cId="4016364516" sldId="340"/>
        </pc:sldMkLst>
      </pc:sldChg>
      <pc:sldChg chg="add">
        <pc:chgData name="Lalwani, Sunil" userId="95b0a425-4eed-4b84-a7cf-34664c131309" providerId="ADAL" clId="{CC5F0CBF-77A6-4739-8FF3-8FB7DAFF4AC8}" dt="2025-12-17T09:42:02.180" v="344"/>
        <pc:sldMkLst>
          <pc:docMk/>
          <pc:sldMk cId="1263101351" sldId="341"/>
        </pc:sldMkLst>
      </pc:sldChg>
      <pc:sldChg chg="add ord">
        <pc:chgData name="Lalwani, Sunil" userId="95b0a425-4eed-4b84-a7cf-34664c131309" providerId="ADAL" clId="{CC5F0CBF-77A6-4739-8FF3-8FB7DAFF4AC8}" dt="2025-12-17T09:42:02.698" v="347"/>
        <pc:sldMkLst>
          <pc:docMk/>
          <pc:sldMk cId="3891810024" sldId="342"/>
        </pc:sldMkLst>
      </pc:sldChg>
      <pc:sldChg chg="add del">
        <pc:chgData name="Lalwani, Sunil" userId="95b0a425-4eed-4b84-a7cf-34664c131309" providerId="ADAL" clId="{CC5F0CBF-77A6-4739-8FF3-8FB7DAFF4AC8}" dt="2025-12-17T09:42:17.106" v="365" actId="2696"/>
        <pc:sldMkLst>
          <pc:docMk/>
          <pc:sldMk cId="1722900683" sldId="343"/>
        </pc:sldMkLst>
      </pc:sldChg>
      <pc:sldChg chg="add ord">
        <pc:chgData name="Lalwani, Sunil" userId="95b0a425-4eed-4b84-a7cf-34664c131309" providerId="ADAL" clId="{CC5F0CBF-77A6-4739-8FF3-8FB7DAFF4AC8}" dt="2025-12-17T09:42:15.588" v="360"/>
        <pc:sldMkLst>
          <pc:docMk/>
          <pc:sldMk cId="2731289260" sldId="344"/>
        </pc:sldMkLst>
      </pc:sldChg>
      <pc:sldChg chg="add">
        <pc:chgData name="Lalwani, Sunil" userId="95b0a425-4eed-4b84-a7cf-34664c131309" providerId="ADAL" clId="{CC5F0CBF-77A6-4739-8FF3-8FB7DAFF4AC8}" dt="2025-12-17T09:42:16.185" v="361"/>
        <pc:sldMkLst>
          <pc:docMk/>
          <pc:sldMk cId="1211874851" sldId="345"/>
        </pc:sldMkLst>
      </pc:sldChg>
      <pc:sldChg chg="add ord">
        <pc:chgData name="Lalwani, Sunil" userId="95b0a425-4eed-4b84-a7cf-34664c131309" providerId="ADAL" clId="{CC5F0CBF-77A6-4739-8FF3-8FB7DAFF4AC8}" dt="2025-12-17T09:42:16.672" v="364"/>
        <pc:sldMkLst>
          <pc:docMk/>
          <pc:sldMk cId="1860531607" sldId="346"/>
        </pc:sldMkLst>
      </pc:sldChg>
      <pc:sldChg chg="add del">
        <pc:chgData name="Lalwani, Sunil" userId="95b0a425-4eed-4b84-a7cf-34664c131309" providerId="ADAL" clId="{CC5F0CBF-77A6-4739-8FF3-8FB7DAFF4AC8}" dt="2025-12-17T09:42:32.290" v="389" actId="2696"/>
        <pc:sldMkLst>
          <pc:docMk/>
          <pc:sldMk cId="919249831" sldId="347"/>
        </pc:sldMkLst>
      </pc:sldChg>
      <pc:sldChg chg="add ord">
        <pc:chgData name="Lalwani, Sunil" userId="95b0a425-4eed-4b84-a7cf-34664c131309" providerId="ADAL" clId="{CC5F0CBF-77A6-4739-8FF3-8FB7DAFF4AC8}" dt="2025-12-17T09:42:30.823" v="384"/>
        <pc:sldMkLst>
          <pc:docMk/>
          <pc:sldMk cId="2358807082" sldId="348"/>
        </pc:sldMkLst>
      </pc:sldChg>
      <pc:sldChg chg="add">
        <pc:chgData name="Lalwani, Sunil" userId="95b0a425-4eed-4b84-a7cf-34664c131309" providerId="ADAL" clId="{CC5F0CBF-77A6-4739-8FF3-8FB7DAFF4AC8}" dt="2025-12-17T09:42:31.397" v="385"/>
        <pc:sldMkLst>
          <pc:docMk/>
          <pc:sldMk cId="2500453614" sldId="349"/>
        </pc:sldMkLst>
      </pc:sldChg>
      <pc:sldChg chg="add ord">
        <pc:chgData name="Lalwani, Sunil" userId="95b0a425-4eed-4b84-a7cf-34664c131309" providerId="ADAL" clId="{CC5F0CBF-77A6-4739-8FF3-8FB7DAFF4AC8}" dt="2025-12-17T09:42:31.859" v="388"/>
        <pc:sldMkLst>
          <pc:docMk/>
          <pc:sldMk cId="1511987545" sldId="350"/>
        </pc:sldMkLst>
      </pc:sldChg>
      <pc:sldChg chg="add del">
        <pc:chgData name="Lalwani, Sunil" userId="95b0a425-4eed-4b84-a7cf-34664c131309" providerId="ADAL" clId="{CC5F0CBF-77A6-4739-8FF3-8FB7DAFF4AC8}" dt="2025-12-17T09:42:44.820" v="402" actId="2696"/>
        <pc:sldMkLst>
          <pc:docMk/>
          <pc:sldMk cId="2372964618" sldId="351"/>
        </pc:sldMkLst>
      </pc:sldChg>
      <pc:sldChg chg="add ord">
        <pc:chgData name="Lalwani, Sunil" userId="95b0a425-4eed-4b84-a7cf-34664c131309" providerId="ADAL" clId="{CC5F0CBF-77A6-4739-8FF3-8FB7DAFF4AC8}" dt="2025-12-17T09:42:43.369" v="397"/>
        <pc:sldMkLst>
          <pc:docMk/>
          <pc:sldMk cId="3560602857" sldId="352"/>
        </pc:sldMkLst>
      </pc:sldChg>
      <pc:sldChg chg="add">
        <pc:chgData name="Lalwani, Sunil" userId="95b0a425-4eed-4b84-a7cf-34664c131309" providerId="ADAL" clId="{CC5F0CBF-77A6-4739-8FF3-8FB7DAFF4AC8}" dt="2025-12-17T09:42:43.920" v="398"/>
        <pc:sldMkLst>
          <pc:docMk/>
          <pc:sldMk cId="2333883783" sldId="353"/>
        </pc:sldMkLst>
      </pc:sldChg>
      <pc:sldChg chg="add ord">
        <pc:chgData name="Lalwani, Sunil" userId="95b0a425-4eed-4b84-a7cf-34664c131309" providerId="ADAL" clId="{CC5F0CBF-77A6-4739-8FF3-8FB7DAFF4AC8}" dt="2025-12-17T09:42:44.402" v="401"/>
        <pc:sldMkLst>
          <pc:docMk/>
          <pc:sldMk cId="975560115" sldId="354"/>
        </pc:sldMkLst>
      </pc:sldChg>
      <pc:sldChg chg="add del">
        <pc:chgData name="Lalwani, Sunil" userId="95b0a425-4eed-4b84-a7cf-34664c131309" providerId="ADAL" clId="{CC5F0CBF-77A6-4739-8FF3-8FB7DAFF4AC8}" dt="2025-12-17T09:42:57.038" v="415" actId="2696"/>
        <pc:sldMkLst>
          <pc:docMk/>
          <pc:sldMk cId="1625607883" sldId="355"/>
        </pc:sldMkLst>
      </pc:sldChg>
      <pc:sldChg chg="add ord">
        <pc:chgData name="Lalwani, Sunil" userId="95b0a425-4eed-4b84-a7cf-34664c131309" providerId="ADAL" clId="{CC5F0CBF-77A6-4739-8FF3-8FB7DAFF4AC8}" dt="2025-12-17T09:42:55.544" v="410"/>
        <pc:sldMkLst>
          <pc:docMk/>
          <pc:sldMk cId="4052624201" sldId="356"/>
        </pc:sldMkLst>
      </pc:sldChg>
      <pc:sldChg chg="add">
        <pc:chgData name="Lalwani, Sunil" userId="95b0a425-4eed-4b84-a7cf-34664c131309" providerId="ADAL" clId="{CC5F0CBF-77A6-4739-8FF3-8FB7DAFF4AC8}" dt="2025-12-17T09:42:56.133" v="411"/>
        <pc:sldMkLst>
          <pc:docMk/>
          <pc:sldMk cId="1610065955" sldId="357"/>
        </pc:sldMkLst>
      </pc:sldChg>
      <pc:sldChg chg="add ord">
        <pc:chgData name="Lalwani, Sunil" userId="95b0a425-4eed-4b84-a7cf-34664c131309" providerId="ADAL" clId="{CC5F0CBF-77A6-4739-8FF3-8FB7DAFF4AC8}" dt="2025-12-17T09:42:56.605" v="414"/>
        <pc:sldMkLst>
          <pc:docMk/>
          <pc:sldMk cId="2717985747" sldId="358"/>
        </pc:sldMkLst>
      </pc:sldChg>
      <pc:sldChg chg="add del">
        <pc:chgData name="Lalwani, Sunil" userId="95b0a425-4eed-4b84-a7cf-34664c131309" providerId="ADAL" clId="{CC5F0CBF-77A6-4739-8FF3-8FB7DAFF4AC8}" dt="2025-12-17T09:43:10.452" v="432" actId="2696"/>
        <pc:sldMkLst>
          <pc:docMk/>
          <pc:sldMk cId="2005050652" sldId="359"/>
        </pc:sldMkLst>
      </pc:sldChg>
      <pc:sldChg chg="add ord">
        <pc:chgData name="Lalwani, Sunil" userId="95b0a425-4eed-4b84-a7cf-34664c131309" providerId="ADAL" clId="{CC5F0CBF-77A6-4739-8FF3-8FB7DAFF4AC8}" dt="2025-12-17T09:43:08.955" v="427"/>
        <pc:sldMkLst>
          <pc:docMk/>
          <pc:sldMk cId="3379388510" sldId="360"/>
        </pc:sldMkLst>
      </pc:sldChg>
      <pc:sldChg chg="add">
        <pc:chgData name="Lalwani, Sunil" userId="95b0a425-4eed-4b84-a7cf-34664c131309" providerId="ADAL" clId="{CC5F0CBF-77A6-4739-8FF3-8FB7DAFF4AC8}" dt="2025-12-17T09:43:09.538" v="428"/>
        <pc:sldMkLst>
          <pc:docMk/>
          <pc:sldMk cId="3991319511" sldId="361"/>
        </pc:sldMkLst>
      </pc:sldChg>
      <pc:sldChg chg="add ord">
        <pc:chgData name="Lalwani, Sunil" userId="95b0a425-4eed-4b84-a7cf-34664c131309" providerId="ADAL" clId="{CC5F0CBF-77A6-4739-8FF3-8FB7DAFF4AC8}" dt="2025-12-17T09:43:10.021" v="431"/>
        <pc:sldMkLst>
          <pc:docMk/>
          <pc:sldMk cId="3297713533" sldId="362"/>
        </pc:sldMkLst>
      </pc:sldChg>
      <pc:sldChg chg="add del">
        <pc:chgData name="Lalwani, Sunil" userId="95b0a425-4eed-4b84-a7cf-34664c131309" providerId="ADAL" clId="{CC5F0CBF-77A6-4739-8FF3-8FB7DAFF4AC8}" dt="2025-12-17T09:43:25.067" v="456" actId="2696"/>
        <pc:sldMkLst>
          <pc:docMk/>
          <pc:sldMk cId="2003153646" sldId="363"/>
        </pc:sldMkLst>
      </pc:sldChg>
      <pc:sldChg chg="add ord">
        <pc:chgData name="Lalwani, Sunil" userId="95b0a425-4eed-4b84-a7cf-34664c131309" providerId="ADAL" clId="{CC5F0CBF-77A6-4739-8FF3-8FB7DAFF4AC8}" dt="2025-12-17T09:43:23.575" v="451"/>
        <pc:sldMkLst>
          <pc:docMk/>
          <pc:sldMk cId="2286187139" sldId="364"/>
        </pc:sldMkLst>
      </pc:sldChg>
      <pc:sldChg chg="add">
        <pc:chgData name="Lalwani, Sunil" userId="95b0a425-4eed-4b84-a7cf-34664c131309" providerId="ADAL" clId="{CC5F0CBF-77A6-4739-8FF3-8FB7DAFF4AC8}" dt="2025-12-17T09:43:24.148" v="452"/>
        <pc:sldMkLst>
          <pc:docMk/>
          <pc:sldMk cId="3126527566" sldId="365"/>
        </pc:sldMkLst>
      </pc:sldChg>
      <pc:sldChg chg="add ord">
        <pc:chgData name="Lalwani, Sunil" userId="95b0a425-4eed-4b84-a7cf-34664c131309" providerId="ADAL" clId="{CC5F0CBF-77A6-4739-8FF3-8FB7DAFF4AC8}" dt="2025-12-17T09:43:24.608" v="455"/>
        <pc:sldMkLst>
          <pc:docMk/>
          <pc:sldMk cId="1391356931" sldId="366"/>
        </pc:sldMkLst>
      </pc:sldChg>
      <pc:sldChg chg="add del">
        <pc:chgData name="Lalwani, Sunil" userId="95b0a425-4eed-4b84-a7cf-34664c131309" providerId="ADAL" clId="{CC5F0CBF-77A6-4739-8FF3-8FB7DAFF4AC8}" dt="2025-12-17T09:43:38.286" v="469" actId="2696"/>
        <pc:sldMkLst>
          <pc:docMk/>
          <pc:sldMk cId="1270119638" sldId="367"/>
        </pc:sldMkLst>
      </pc:sldChg>
      <pc:sldChg chg="add ord">
        <pc:chgData name="Lalwani, Sunil" userId="95b0a425-4eed-4b84-a7cf-34664c131309" providerId="ADAL" clId="{CC5F0CBF-77A6-4739-8FF3-8FB7DAFF4AC8}" dt="2025-12-17T09:43:36.781" v="464"/>
        <pc:sldMkLst>
          <pc:docMk/>
          <pc:sldMk cId="871344563" sldId="368"/>
        </pc:sldMkLst>
      </pc:sldChg>
      <pc:sldChg chg="add">
        <pc:chgData name="Lalwani, Sunil" userId="95b0a425-4eed-4b84-a7cf-34664c131309" providerId="ADAL" clId="{CC5F0CBF-77A6-4739-8FF3-8FB7DAFF4AC8}" dt="2025-12-17T09:43:37.325" v="465"/>
        <pc:sldMkLst>
          <pc:docMk/>
          <pc:sldMk cId="1797801143" sldId="369"/>
        </pc:sldMkLst>
      </pc:sldChg>
      <pc:sldChg chg="add ord">
        <pc:chgData name="Lalwani, Sunil" userId="95b0a425-4eed-4b84-a7cf-34664c131309" providerId="ADAL" clId="{CC5F0CBF-77A6-4739-8FF3-8FB7DAFF4AC8}" dt="2025-12-17T09:43:37.854" v="468"/>
        <pc:sldMkLst>
          <pc:docMk/>
          <pc:sldMk cId="1025479057" sldId="370"/>
        </pc:sldMkLst>
      </pc:sldChg>
      <pc:sldChg chg="add del">
        <pc:chgData name="Lalwani, Sunil" userId="95b0a425-4eed-4b84-a7cf-34664c131309" providerId="ADAL" clId="{CC5F0CBF-77A6-4739-8FF3-8FB7DAFF4AC8}" dt="2025-12-17T09:43:51.129" v="482" actId="2696"/>
        <pc:sldMkLst>
          <pc:docMk/>
          <pc:sldMk cId="1699583163" sldId="371"/>
        </pc:sldMkLst>
      </pc:sldChg>
      <pc:sldChg chg="add ord">
        <pc:chgData name="Lalwani, Sunil" userId="95b0a425-4eed-4b84-a7cf-34664c131309" providerId="ADAL" clId="{CC5F0CBF-77A6-4739-8FF3-8FB7DAFF4AC8}" dt="2025-12-17T09:43:49.616" v="477"/>
        <pc:sldMkLst>
          <pc:docMk/>
          <pc:sldMk cId="2407450897" sldId="372"/>
        </pc:sldMkLst>
      </pc:sldChg>
      <pc:sldChg chg="add">
        <pc:chgData name="Lalwani, Sunil" userId="95b0a425-4eed-4b84-a7cf-34664c131309" providerId="ADAL" clId="{CC5F0CBF-77A6-4739-8FF3-8FB7DAFF4AC8}" dt="2025-12-17T09:43:50.200" v="478"/>
        <pc:sldMkLst>
          <pc:docMk/>
          <pc:sldMk cId="4278369073" sldId="373"/>
        </pc:sldMkLst>
      </pc:sldChg>
      <pc:sldChg chg="add ord">
        <pc:chgData name="Lalwani, Sunil" userId="95b0a425-4eed-4b84-a7cf-34664c131309" providerId="ADAL" clId="{CC5F0CBF-77A6-4739-8FF3-8FB7DAFF4AC8}" dt="2025-12-17T09:43:50.673" v="481"/>
        <pc:sldMkLst>
          <pc:docMk/>
          <pc:sldMk cId="3529409040" sldId="374"/>
        </pc:sldMkLst>
      </pc:sldChg>
      <pc:sldChg chg="add del">
        <pc:chgData name="Lalwani, Sunil" userId="95b0a425-4eed-4b84-a7cf-34664c131309" providerId="ADAL" clId="{CC5F0CBF-77A6-4739-8FF3-8FB7DAFF4AC8}" dt="2025-12-17T09:44:03.790" v="499" actId="2696"/>
        <pc:sldMkLst>
          <pc:docMk/>
          <pc:sldMk cId="1491168526" sldId="375"/>
        </pc:sldMkLst>
      </pc:sldChg>
      <pc:sldChg chg="add ord">
        <pc:chgData name="Lalwani, Sunil" userId="95b0a425-4eed-4b84-a7cf-34664c131309" providerId="ADAL" clId="{CC5F0CBF-77A6-4739-8FF3-8FB7DAFF4AC8}" dt="2025-12-17T09:44:02.312" v="494"/>
        <pc:sldMkLst>
          <pc:docMk/>
          <pc:sldMk cId="241820320" sldId="376"/>
        </pc:sldMkLst>
      </pc:sldChg>
      <pc:sldChg chg="add">
        <pc:chgData name="Lalwani, Sunil" userId="95b0a425-4eed-4b84-a7cf-34664c131309" providerId="ADAL" clId="{CC5F0CBF-77A6-4739-8FF3-8FB7DAFF4AC8}" dt="2025-12-17T09:44:02.885" v="495"/>
        <pc:sldMkLst>
          <pc:docMk/>
          <pc:sldMk cId="1521359546" sldId="377"/>
        </pc:sldMkLst>
      </pc:sldChg>
      <pc:sldChg chg="add ord">
        <pc:chgData name="Lalwani, Sunil" userId="95b0a425-4eed-4b84-a7cf-34664c131309" providerId="ADAL" clId="{CC5F0CBF-77A6-4739-8FF3-8FB7DAFF4AC8}" dt="2025-12-17T09:44:03.343" v="498"/>
        <pc:sldMkLst>
          <pc:docMk/>
          <pc:sldMk cId="2661174465" sldId="378"/>
        </pc:sldMkLst>
      </pc:sldChg>
      <pc:sldChg chg="add del">
        <pc:chgData name="Lalwani, Sunil" userId="95b0a425-4eed-4b84-a7cf-34664c131309" providerId="ADAL" clId="{CC5F0CBF-77A6-4739-8FF3-8FB7DAFF4AC8}" dt="2025-12-17T09:44:19.785" v="523" actId="2696"/>
        <pc:sldMkLst>
          <pc:docMk/>
          <pc:sldMk cId="118638102" sldId="379"/>
        </pc:sldMkLst>
      </pc:sldChg>
      <pc:sldChg chg="add ord">
        <pc:chgData name="Lalwani, Sunil" userId="95b0a425-4eed-4b84-a7cf-34664c131309" providerId="ADAL" clId="{CC5F0CBF-77A6-4739-8FF3-8FB7DAFF4AC8}" dt="2025-12-17T09:44:18.306" v="518"/>
        <pc:sldMkLst>
          <pc:docMk/>
          <pc:sldMk cId="3960019939" sldId="380"/>
        </pc:sldMkLst>
      </pc:sldChg>
      <pc:sldChg chg="add">
        <pc:chgData name="Lalwani, Sunil" userId="95b0a425-4eed-4b84-a7cf-34664c131309" providerId="ADAL" clId="{CC5F0CBF-77A6-4739-8FF3-8FB7DAFF4AC8}" dt="2025-12-17T09:44:18.885" v="519"/>
        <pc:sldMkLst>
          <pc:docMk/>
          <pc:sldMk cId="923982588" sldId="381"/>
        </pc:sldMkLst>
      </pc:sldChg>
      <pc:sldChg chg="add ord">
        <pc:chgData name="Lalwani, Sunil" userId="95b0a425-4eed-4b84-a7cf-34664c131309" providerId="ADAL" clId="{CC5F0CBF-77A6-4739-8FF3-8FB7DAFF4AC8}" dt="2025-12-17T09:44:19.354" v="522"/>
        <pc:sldMkLst>
          <pc:docMk/>
          <pc:sldMk cId="3407999064" sldId="382"/>
        </pc:sldMkLst>
      </pc:sldChg>
      <pc:sldChg chg="add del">
        <pc:chgData name="Lalwani, Sunil" userId="95b0a425-4eed-4b84-a7cf-34664c131309" providerId="ADAL" clId="{CC5F0CBF-77A6-4739-8FF3-8FB7DAFF4AC8}" dt="2025-12-17T09:44:32.374" v="536" actId="2696"/>
        <pc:sldMkLst>
          <pc:docMk/>
          <pc:sldMk cId="2570604659" sldId="383"/>
        </pc:sldMkLst>
      </pc:sldChg>
      <pc:sldChg chg="add ord">
        <pc:chgData name="Lalwani, Sunil" userId="95b0a425-4eed-4b84-a7cf-34664c131309" providerId="ADAL" clId="{CC5F0CBF-77A6-4739-8FF3-8FB7DAFF4AC8}" dt="2025-12-17T09:44:30.893" v="531"/>
        <pc:sldMkLst>
          <pc:docMk/>
          <pc:sldMk cId="716246123" sldId="384"/>
        </pc:sldMkLst>
      </pc:sldChg>
      <pc:sldChg chg="add">
        <pc:chgData name="Lalwani, Sunil" userId="95b0a425-4eed-4b84-a7cf-34664c131309" providerId="ADAL" clId="{CC5F0CBF-77A6-4739-8FF3-8FB7DAFF4AC8}" dt="2025-12-17T09:44:31.466" v="532"/>
        <pc:sldMkLst>
          <pc:docMk/>
          <pc:sldMk cId="2695754656" sldId="385"/>
        </pc:sldMkLst>
      </pc:sldChg>
      <pc:sldChg chg="add ord">
        <pc:chgData name="Lalwani, Sunil" userId="95b0a425-4eed-4b84-a7cf-34664c131309" providerId="ADAL" clId="{CC5F0CBF-77A6-4739-8FF3-8FB7DAFF4AC8}" dt="2025-12-17T09:44:31.942" v="535"/>
        <pc:sldMkLst>
          <pc:docMk/>
          <pc:sldMk cId="3242810610" sldId="386"/>
        </pc:sldMkLst>
      </pc:sldChg>
      <pc:sldChg chg="add del">
        <pc:chgData name="Lalwani, Sunil" userId="95b0a425-4eed-4b84-a7cf-34664c131309" providerId="ADAL" clId="{CC5F0CBF-77A6-4739-8FF3-8FB7DAFF4AC8}" dt="2025-12-17T09:44:45.439" v="549" actId="2696"/>
        <pc:sldMkLst>
          <pc:docMk/>
          <pc:sldMk cId="2905349724" sldId="387"/>
        </pc:sldMkLst>
      </pc:sldChg>
      <pc:sldChg chg="add ord">
        <pc:chgData name="Lalwani, Sunil" userId="95b0a425-4eed-4b84-a7cf-34664c131309" providerId="ADAL" clId="{CC5F0CBF-77A6-4739-8FF3-8FB7DAFF4AC8}" dt="2025-12-17T09:44:43.926" v="544"/>
        <pc:sldMkLst>
          <pc:docMk/>
          <pc:sldMk cId="2304507393" sldId="388"/>
        </pc:sldMkLst>
      </pc:sldChg>
      <pc:sldChg chg="add">
        <pc:chgData name="Lalwani, Sunil" userId="95b0a425-4eed-4b84-a7cf-34664c131309" providerId="ADAL" clId="{CC5F0CBF-77A6-4739-8FF3-8FB7DAFF4AC8}" dt="2025-12-17T09:44:44.514" v="545"/>
        <pc:sldMkLst>
          <pc:docMk/>
          <pc:sldMk cId="1290429234" sldId="389"/>
        </pc:sldMkLst>
      </pc:sldChg>
      <pc:sldChg chg="add ord">
        <pc:chgData name="Lalwani, Sunil" userId="95b0a425-4eed-4b84-a7cf-34664c131309" providerId="ADAL" clId="{CC5F0CBF-77A6-4739-8FF3-8FB7DAFF4AC8}" dt="2025-12-17T09:44:44.991" v="548"/>
        <pc:sldMkLst>
          <pc:docMk/>
          <pc:sldMk cId="3565075773" sldId="390"/>
        </pc:sldMkLst>
      </pc:sldChg>
      <pc:sldChg chg="add del">
        <pc:chgData name="Lalwani, Sunil" userId="95b0a425-4eed-4b84-a7cf-34664c131309" providerId="ADAL" clId="{CC5F0CBF-77A6-4739-8FF3-8FB7DAFF4AC8}" dt="2025-12-17T09:44:59.169" v="565" actId="2696"/>
        <pc:sldMkLst>
          <pc:docMk/>
          <pc:sldMk cId="4211428619" sldId="391"/>
        </pc:sldMkLst>
      </pc:sldChg>
      <pc:sldChg chg="add ord">
        <pc:chgData name="Lalwani, Sunil" userId="95b0a425-4eed-4b84-a7cf-34664c131309" providerId="ADAL" clId="{CC5F0CBF-77A6-4739-8FF3-8FB7DAFF4AC8}" dt="2025-12-17T09:44:57.678" v="560"/>
        <pc:sldMkLst>
          <pc:docMk/>
          <pc:sldMk cId="563652620" sldId="392"/>
        </pc:sldMkLst>
      </pc:sldChg>
      <pc:sldChg chg="add">
        <pc:chgData name="Lalwani, Sunil" userId="95b0a425-4eed-4b84-a7cf-34664c131309" providerId="ADAL" clId="{CC5F0CBF-77A6-4739-8FF3-8FB7DAFF4AC8}" dt="2025-12-17T09:44:58.257" v="561"/>
        <pc:sldMkLst>
          <pc:docMk/>
          <pc:sldMk cId="2364771827" sldId="393"/>
        </pc:sldMkLst>
      </pc:sldChg>
      <pc:sldChg chg="add ord">
        <pc:chgData name="Lalwani, Sunil" userId="95b0a425-4eed-4b84-a7cf-34664c131309" providerId="ADAL" clId="{CC5F0CBF-77A6-4739-8FF3-8FB7DAFF4AC8}" dt="2025-12-17T09:44:58.721" v="564"/>
        <pc:sldMkLst>
          <pc:docMk/>
          <pc:sldMk cId="985651113" sldId="394"/>
        </pc:sldMkLst>
      </pc:sldChg>
      <pc:sldChg chg="add del">
        <pc:chgData name="Lalwani, Sunil" userId="95b0a425-4eed-4b84-a7cf-34664c131309" providerId="ADAL" clId="{CC5F0CBF-77A6-4739-8FF3-8FB7DAFF4AC8}" dt="2025-12-17T09:45:13.988" v="589" actId="2696"/>
        <pc:sldMkLst>
          <pc:docMk/>
          <pc:sldMk cId="4169019868" sldId="395"/>
        </pc:sldMkLst>
      </pc:sldChg>
      <pc:sldChg chg="add ord">
        <pc:chgData name="Lalwani, Sunil" userId="95b0a425-4eed-4b84-a7cf-34664c131309" providerId="ADAL" clId="{CC5F0CBF-77A6-4739-8FF3-8FB7DAFF4AC8}" dt="2025-12-17T09:45:12.496" v="584"/>
        <pc:sldMkLst>
          <pc:docMk/>
          <pc:sldMk cId="3594632332" sldId="396"/>
        </pc:sldMkLst>
      </pc:sldChg>
      <pc:sldChg chg="add">
        <pc:chgData name="Lalwani, Sunil" userId="95b0a425-4eed-4b84-a7cf-34664c131309" providerId="ADAL" clId="{CC5F0CBF-77A6-4739-8FF3-8FB7DAFF4AC8}" dt="2025-12-17T09:45:13.075" v="585"/>
        <pc:sldMkLst>
          <pc:docMk/>
          <pc:sldMk cId="1908671688" sldId="397"/>
        </pc:sldMkLst>
      </pc:sldChg>
      <pc:sldChg chg="add ord">
        <pc:chgData name="Lalwani, Sunil" userId="95b0a425-4eed-4b84-a7cf-34664c131309" providerId="ADAL" clId="{CC5F0CBF-77A6-4739-8FF3-8FB7DAFF4AC8}" dt="2025-12-17T09:45:13.541" v="588"/>
        <pc:sldMkLst>
          <pc:docMk/>
          <pc:sldMk cId="692940883" sldId="398"/>
        </pc:sldMkLst>
      </pc:sldChg>
      <pc:sldChg chg="add del">
        <pc:chgData name="Lalwani, Sunil" userId="95b0a425-4eed-4b84-a7cf-34664c131309" providerId="ADAL" clId="{CC5F0CBF-77A6-4739-8FF3-8FB7DAFF4AC8}" dt="2025-12-17T09:45:27.371" v="602" actId="2696"/>
        <pc:sldMkLst>
          <pc:docMk/>
          <pc:sldMk cId="2505330193" sldId="399"/>
        </pc:sldMkLst>
      </pc:sldChg>
      <pc:sldChg chg="add ord">
        <pc:chgData name="Lalwani, Sunil" userId="95b0a425-4eed-4b84-a7cf-34664c131309" providerId="ADAL" clId="{CC5F0CBF-77A6-4739-8FF3-8FB7DAFF4AC8}" dt="2025-12-17T09:45:25.894" v="597"/>
        <pc:sldMkLst>
          <pc:docMk/>
          <pc:sldMk cId="223233755" sldId="400"/>
        </pc:sldMkLst>
      </pc:sldChg>
      <pc:sldChg chg="add">
        <pc:chgData name="Lalwani, Sunil" userId="95b0a425-4eed-4b84-a7cf-34664c131309" providerId="ADAL" clId="{CC5F0CBF-77A6-4739-8FF3-8FB7DAFF4AC8}" dt="2025-12-17T09:45:26.475" v="598"/>
        <pc:sldMkLst>
          <pc:docMk/>
          <pc:sldMk cId="3222782134" sldId="401"/>
        </pc:sldMkLst>
      </pc:sldChg>
      <pc:sldChg chg="add ord">
        <pc:chgData name="Lalwani, Sunil" userId="95b0a425-4eed-4b84-a7cf-34664c131309" providerId="ADAL" clId="{CC5F0CBF-77A6-4739-8FF3-8FB7DAFF4AC8}" dt="2025-12-17T09:45:26.937" v="601"/>
        <pc:sldMkLst>
          <pc:docMk/>
          <pc:sldMk cId="878090586" sldId="402"/>
        </pc:sldMkLst>
      </pc:sldChg>
      <pc:sldChg chg="add del">
        <pc:chgData name="Lalwani, Sunil" userId="95b0a425-4eed-4b84-a7cf-34664c131309" providerId="ADAL" clId="{CC5F0CBF-77A6-4739-8FF3-8FB7DAFF4AC8}" dt="2025-12-17T09:45:41.146" v="615" actId="2696"/>
        <pc:sldMkLst>
          <pc:docMk/>
          <pc:sldMk cId="1697692781" sldId="403"/>
        </pc:sldMkLst>
      </pc:sldChg>
      <pc:sldChg chg="add ord">
        <pc:chgData name="Lalwani, Sunil" userId="95b0a425-4eed-4b84-a7cf-34664c131309" providerId="ADAL" clId="{CC5F0CBF-77A6-4739-8FF3-8FB7DAFF4AC8}" dt="2025-12-17T09:45:39.659" v="610"/>
        <pc:sldMkLst>
          <pc:docMk/>
          <pc:sldMk cId="143067686" sldId="404"/>
        </pc:sldMkLst>
      </pc:sldChg>
      <pc:sldChg chg="add">
        <pc:chgData name="Lalwani, Sunil" userId="95b0a425-4eed-4b84-a7cf-34664c131309" providerId="ADAL" clId="{CC5F0CBF-77A6-4739-8FF3-8FB7DAFF4AC8}" dt="2025-12-17T09:45:40.238" v="611"/>
        <pc:sldMkLst>
          <pc:docMk/>
          <pc:sldMk cId="182975485" sldId="405"/>
        </pc:sldMkLst>
      </pc:sldChg>
      <pc:sldChg chg="add ord">
        <pc:chgData name="Lalwani, Sunil" userId="95b0a425-4eed-4b84-a7cf-34664c131309" providerId="ADAL" clId="{CC5F0CBF-77A6-4739-8FF3-8FB7DAFF4AC8}" dt="2025-12-17T09:45:40.716" v="614"/>
        <pc:sldMkLst>
          <pc:docMk/>
          <pc:sldMk cId="470516220" sldId="406"/>
        </pc:sldMkLst>
      </pc:sldChg>
      <pc:sldChg chg="add del">
        <pc:chgData name="Lalwani, Sunil" userId="95b0a425-4eed-4b84-a7cf-34664c131309" providerId="ADAL" clId="{CC5F0CBF-77A6-4739-8FF3-8FB7DAFF4AC8}" dt="2025-12-17T09:45:54.373" v="630" actId="2696"/>
        <pc:sldMkLst>
          <pc:docMk/>
          <pc:sldMk cId="666571017" sldId="407"/>
        </pc:sldMkLst>
      </pc:sldChg>
      <pc:sldChg chg="add ord">
        <pc:chgData name="Lalwani, Sunil" userId="95b0a425-4eed-4b84-a7cf-34664c131309" providerId="ADAL" clId="{CC5F0CBF-77A6-4739-8FF3-8FB7DAFF4AC8}" dt="2025-12-17T09:45:52.891" v="625"/>
        <pc:sldMkLst>
          <pc:docMk/>
          <pc:sldMk cId="1723682518" sldId="408"/>
        </pc:sldMkLst>
      </pc:sldChg>
      <pc:sldChg chg="add">
        <pc:chgData name="Lalwani, Sunil" userId="95b0a425-4eed-4b84-a7cf-34664c131309" providerId="ADAL" clId="{CC5F0CBF-77A6-4739-8FF3-8FB7DAFF4AC8}" dt="2025-12-17T09:45:53.457" v="626"/>
        <pc:sldMkLst>
          <pc:docMk/>
          <pc:sldMk cId="1290927678" sldId="409"/>
        </pc:sldMkLst>
      </pc:sldChg>
      <pc:sldChg chg="add ord">
        <pc:chgData name="Lalwani, Sunil" userId="95b0a425-4eed-4b84-a7cf-34664c131309" providerId="ADAL" clId="{CC5F0CBF-77A6-4739-8FF3-8FB7DAFF4AC8}" dt="2025-12-17T09:45:53.939" v="629"/>
        <pc:sldMkLst>
          <pc:docMk/>
          <pc:sldMk cId="2185000627" sldId="410"/>
        </pc:sldMkLst>
      </pc:sldChg>
      <pc:sldChg chg="add del">
        <pc:chgData name="Lalwani, Sunil" userId="95b0a425-4eed-4b84-a7cf-34664c131309" providerId="ADAL" clId="{CC5F0CBF-77A6-4739-8FF3-8FB7DAFF4AC8}" dt="2025-12-17T09:46:10.485" v="654" actId="2696"/>
        <pc:sldMkLst>
          <pc:docMk/>
          <pc:sldMk cId="3864626291" sldId="411"/>
        </pc:sldMkLst>
      </pc:sldChg>
      <pc:sldChg chg="add ord">
        <pc:chgData name="Lalwani, Sunil" userId="95b0a425-4eed-4b84-a7cf-34664c131309" providerId="ADAL" clId="{CC5F0CBF-77A6-4739-8FF3-8FB7DAFF4AC8}" dt="2025-12-17T09:46:09.034" v="649"/>
        <pc:sldMkLst>
          <pc:docMk/>
          <pc:sldMk cId="2983586605" sldId="412"/>
        </pc:sldMkLst>
      </pc:sldChg>
      <pc:sldChg chg="add">
        <pc:chgData name="Lalwani, Sunil" userId="95b0a425-4eed-4b84-a7cf-34664c131309" providerId="ADAL" clId="{CC5F0CBF-77A6-4739-8FF3-8FB7DAFF4AC8}" dt="2025-12-17T09:46:09.592" v="650"/>
        <pc:sldMkLst>
          <pc:docMk/>
          <pc:sldMk cId="1177740322" sldId="413"/>
        </pc:sldMkLst>
      </pc:sldChg>
      <pc:sldChg chg="add ord">
        <pc:chgData name="Lalwani, Sunil" userId="95b0a425-4eed-4b84-a7cf-34664c131309" providerId="ADAL" clId="{CC5F0CBF-77A6-4739-8FF3-8FB7DAFF4AC8}" dt="2025-12-17T09:46:10.057" v="653"/>
        <pc:sldMkLst>
          <pc:docMk/>
          <pc:sldMk cId="462990890" sldId="414"/>
        </pc:sldMkLst>
      </pc:sldChg>
      <pc:sldChg chg="add del">
        <pc:chgData name="Lalwani, Sunil" userId="95b0a425-4eed-4b84-a7cf-34664c131309" providerId="ADAL" clId="{CC5F0CBF-77A6-4739-8FF3-8FB7DAFF4AC8}" dt="2025-12-17T09:46:23.454" v="667" actId="2696"/>
        <pc:sldMkLst>
          <pc:docMk/>
          <pc:sldMk cId="3473322726" sldId="415"/>
        </pc:sldMkLst>
      </pc:sldChg>
      <pc:sldChg chg="add ord">
        <pc:chgData name="Lalwani, Sunil" userId="95b0a425-4eed-4b84-a7cf-34664c131309" providerId="ADAL" clId="{CC5F0CBF-77A6-4739-8FF3-8FB7DAFF4AC8}" dt="2025-12-17T09:46:21.958" v="662"/>
        <pc:sldMkLst>
          <pc:docMk/>
          <pc:sldMk cId="3318034302" sldId="416"/>
        </pc:sldMkLst>
      </pc:sldChg>
      <pc:sldChg chg="add">
        <pc:chgData name="Lalwani, Sunil" userId="95b0a425-4eed-4b84-a7cf-34664c131309" providerId="ADAL" clId="{CC5F0CBF-77A6-4739-8FF3-8FB7DAFF4AC8}" dt="2025-12-17T09:46:22.539" v="663"/>
        <pc:sldMkLst>
          <pc:docMk/>
          <pc:sldMk cId="3170822921" sldId="417"/>
        </pc:sldMkLst>
      </pc:sldChg>
      <pc:sldChg chg="add ord">
        <pc:chgData name="Lalwani, Sunil" userId="95b0a425-4eed-4b84-a7cf-34664c131309" providerId="ADAL" clId="{CC5F0CBF-77A6-4739-8FF3-8FB7DAFF4AC8}" dt="2025-12-17T09:46:23.006" v="666"/>
        <pc:sldMkLst>
          <pc:docMk/>
          <pc:sldMk cId="2020462217" sldId="418"/>
        </pc:sldMkLst>
      </pc:sldChg>
      <pc:sldChg chg="add del">
        <pc:chgData name="Lalwani, Sunil" userId="95b0a425-4eed-4b84-a7cf-34664c131309" providerId="ADAL" clId="{CC5F0CBF-77A6-4739-8FF3-8FB7DAFF4AC8}" dt="2025-12-17T09:46:37.958" v="680" actId="2696"/>
        <pc:sldMkLst>
          <pc:docMk/>
          <pc:sldMk cId="1402792105" sldId="419"/>
        </pc:sldMkLst>
      </pc:sldChg>
      <pc:sldChg chg="add ord">
        <pc:chgData name="Lalwani, Sunil" userId="95b0a425-4eed-4b84-a7cf-34664c131309" providerId="ADAL" clId="{CC5F0CBF-77A6-4739-8FF3-8FB7DAFF4AC8}" dt="2025-12-17T09:46:36.509" v="675"/>
        <pc:sldMkLst>
          <pc:docMk/>
          <pc:sldMk cId="3987426999" sldId="420"/>
        </pc:sldMkLst>
      </pc:sldChg>
      <pc:sldChg chg="add">
        <pc:chgData name="Lalwani, Sunil" userId="95b0a425-4eed-4b84-a7cf-34664c131309" providerId="ADAL" clId="{CC5F0CBF-77A6-4739-8FF3-8FB7DAFF4AC8}" dt="2025-12-17T09:46:37.064" v="676"/>
        <pc:sldMkLst>
          <pc:docMk/>
          <pc:sldMk cId="2734209739" sldId="421"/>
        </pc:sldMkLst>
      </pc:sldChg>
      <pc:sldChg chg="add ord">
        <pc:chgData name="Lalwani, Sunil" userId="95b0a425-4eed-4b84-a7cf-34664c131309" providerId="ADAL" clId="{CC5F0CBF-77A6-4739-8FF3-8FB7DAFF4AC8}" dt="2025-12-17T09:46:37.522" v="679"/>
        <pc:sldMkLst>
          <pc:docMk/>
          <pc:sldMk cId="3400451382" sldId="422"/>
        </pc:sldMkLst>
      </pc:sldChg>
      <pc:sldChg chg="add del">
        <pc:chgData name="Lalwani, Sunil" userId="95b0a425-4eed-4b84-a7cf-34664c131309" providerId="ADAL" clId="{CC5F0CBF-77A6-4739-8FF3-8FB7DAFF4AC8}" dt="2025-12-17T09:46:51.638" v="695" actId="2696"/>
        <pc:sldMkLst>
          <pc:docMk/>
          <pc:sldMk cId="2733665322" sldId="423"/>
        </pc:sldMkLst>
      </pc:sldChg>
      <pc:sldChg chg="add ord">
        <pc:chgData name="Lalwani, Sunil" userId="95b0a425-4eed-4b84-a7cf-34664c131309" providerId="ADAL" clId="{CC5F0CBF-77A6-4739-8FF3-8FB7DAFF4AC8}" dt="2025-12-17T09:46:50.182" v="690"/>
        <pc:sldMkLst>
          <pc:docMk/>
          <pc:sldMk cId="3356029864" sldId="424"/>
        </pc:sldMkLst>
      </pc:sldChg>
      <pc:sldChg chg="add">
        <pc:chgData name="Lalwani, Sunil" userId="95b0a425-4eed-4b84-a7cf-34664c131309" providerId="ADAL" clId="{CC5F0CBF-77A6-4739-8FF3-8FB7DAFF4AC8}" dt="2025-12-17T09:46:50.741" v="691"/>
        <pc:sldMkLst>
          <pc:docMk/>
          <pc:sldMk cId="2722411998" sldId="425"/>
        </pc:sldMkLst>
      </pc:sldChg>
      <pc:sldChg chg="add ord">
        <pc:chgData name="Lalwani, Sunil" userId="95b0a425-4eed-4b84-a7cf-34664c131309" providerId="ADAL" clId="{CC5F0CBF-77A6-4739-8FF3-8FB7DAFF4AC8}" dt="2025-12-17T09:46:51.208" v="694"/>
        <pc:sldMkLst>
          <pc:docMk/>
          <pc:sldMk cId="237145029" sldId="426"/>
        </pc:sldMkLst>
      </pc:sldChg>
      <pc:sldChg chg="add del">
        <pc:chgData name="Lalwani, Sunil" userId="95b0a425-4eed-4b84-a7cf-34664c131309" providerId="ADAL" clId="{CC5F0CBF-77A6-4739-8FF3-8FB7DAFF4AC8}" dt="2025-12-17T09:47:08.404" v="719" actId="2696"/>
        <pc:sldMkLst>
          <pc:docMk/>
          <pc:sldMk cId="1456237797" sldId="427"/>
        </pc:sldMkLst>
      </pc:sldChg>
      <pc:sldChg chg="add ord">
        <pc:chgData name="Lalwani, Sunil" userId="95b0a425-4eed-4b84-a7cf-34664c131309" providerId="ADAL" clId="{CC5F0CBF-77A6-4739-8FF3-8FB7DAFF4AC8}" dt="2025-12-17T09:47:06.907" v="714"/>
        <pc:sldMkLst>
          <pc:docMk/>
          <pc:sldMk cId="1766146260" sldId="428"/>
        </pc:sldMkLst>
      </pc:sldChg>
      <pc:sldChg chg="add">
        <pc:chgData name="Lalwani, Sunil" userId="95b0a425-4eed-4b84-a7cf-34664c131309" providerId="ADAL" clId="{CC5F0CBF-77A6-4739-8FF3-8FB7DAFF4AC8}" dt="2025-12-17T09:47:07.477" v="715"/>
        <pc:sldMkLst>
          <pc:docMk/>
          <pc:sldMk cId="1897727178" sldId="429"/>
        </pc:sldMkLst>
      </pc:sldChg>
      <pc:sldChg chg="add ord">
        <pc:chgData name="Lalwani, Sunil" userId="95b0a425-4eed-4b84-a7cf-34664c131309" providerId="ADAL" clId="{CC5F0CBF-77A6-4739-8FF3-8FB7DAFF4AC8}" dt="2025-12-17T09:47:07.972" v="718"/>
        <pc:sldMkLst>
          <pc:docMk/>
          <pc:sldMk cId="2091585853" sldId="430"/>
        </pc:sldMkLst>
      </pc:sldChg>
      <pc:sldChg chg="add del">
        <pc:chgData name="Lalwani, Sunil" userId="95b0a425-4eed-4b84-a7cf-34664c131309" providerId="ADAL" clId="{CC5F0CBF-77A6-4739-8FF3-8FB7DAFF4AC8}" dt="2025-12-17T09:47:24.497" v="732" actId="2696"/>
        <pc:sldMkLst>
          <pc:docMk/>
          <pc:sldMk cId="3520368074" sldId="431"/>
        </pc:sldMkLst>
      </pc:sldChg>
      <pc:sldChg chg="add ord">
        <pc:chgData name="Lalwani, Sunil" userId="95b0a425-4eed-4b84-a7cf-34664c131309" providerId="ADAL" clId="{CC5F0CBF-77A6-4739-8FF3-8FB7DAFF4AC8}" dt="2025-12-17T09:47:22.974" v="727"/>
        <pc:sldMkLst>
          <pc:docMk/>
          <pc:sldMk cId="2861058106" sldId="432"/>
        </pc:sldMkLst>
      </pc:sldChg>
      <pc:sldChg chg="add">
        <pc:chgData name="Lalwani, Sunil" userId="95b0a425-4eed-4b84-a7cf-34664c131309" providerId="ADAL" clId="{CC5F0CBF-77A6-4739-8FF3-8FB7DAFF4AC8}" dt="2025-12-17T09:47:23.557" v="728"/>
        <pc:sldMkLst>
          <pc:docMk/>
          <pc:sldMk cId="4271885218" sldId="433"/>
        </pc:sldMkLst>
      </pc:sldChg>
      <pc:sldChg chg="add ord">
        <pc:chgData name="Lalwani, Sunil" userId="95b0a425-4eed-4b84-a7cf-34664c131309" providerId="ADAL" clId="{CC5F0CBF-77A6-4739-8FF3-8FB7DAFF4AC8}" dt="2025-12-17T09:47:24.066" v="731"/>
        <pc:sldMkLst>
          <pc:docMk/>
          <pc:sldMk cId="397324199" sldId="434"/>
        </pc:sldMkLst>
      </pc:sldChg>
      <pc:sldChg chg="add del">
        <pc:chgData name="Lalwani, Sunil" userId="95b0a425-4eed-4b84-a7cf-34664c131309" providerId="ADAL" clId="{CC5F0CBF-77A6-4739-8FF3-8FB7DAFF4AC8}" dt="2025-12-17T09:47:40.408" v="745" actId="2696"/>
        <pc:sldMkLst>
          <pc:docMk/>
          <pc:sldMk cId="2364019691" sldId="435"/>
        </pc:sldMkLst>
      </pc:sldChg>
      <pc:sldChg chg="add ord">
        <pc:chgData name="Lalwani, Sunil" userId="95b0a425-4eed-4b84-a7cf-34664c131309" providerId="ADAL" clId="{CC5F0CBF-77A6-4739-8FF3-8FB7DAFF4AC8}" dt="2025-12-17T09:47:38.881" v="740"/>
        <pc:sldMkLst>
          <pc:docMk/>
          <pc:sldMk cId="889652952" sldId="436"/>
        </pc:sldMkLst>
      </pc:sldChg>
      <pc:sldChg chg="add">
        <pc:chgData name="Lalwani, Sunil" userId="95b0a425-4eed-4b84-a7cf-34664c131309" providerId="ADAL" clId="{CC5F0CBF-77A6-4739-8FF3-8FB7DAFF4AC8}" dt="2025-12-17T09:47:39.466" v="741"/>
        <pc:sldMkLst>
          <pc:docMk/>
          <pc:sldMk cId="3676472555" sldId="437"/>
        </pc:sldMkLst>
      </pc:sldChg>
      <pc:sldChg chg="add ord">
        <pc:chgData name="Lalwani, Sunil" userId="95b0a425-4eed-4b84-a7cf-34664c131309" providerId="ADAL" clId="{CC5F0CBF-77A6-4739-8FF3-8FB7DAFF4AC8}" dt="2025-12-17T09:47:39.966" v="744"/>
        <pc:sldMkLst>
          <pc:docMk/>
          <pc:sldMk cId="798838711" sldId="438"/>
        </pc:sldMkLst>
      </pc:sldChg>
      <pc:sldChg chg="add del">
        <pc:chgData name="Lalwani, Sunil" userId="95b0a425-4eed-4b84-a7cf-34664c131309" providerId="ADAL" clId="{CC5F0CBF-77A6-4739-8FF3-8FB7DAFF4AC8}" dt="2025-12-17T09:47:58.197" v="760" actId="2696"/>
        <pc:sldMkLst>
          <pc:docMk/>
          <pc:sldMk cId="1429060902" sldId="439"/>
        </pc:sldMkLst>
      </pc:sldChg>
      <pc:sldChg chg="add ord">
        <pc:chgData name="Lalwani, Sunil" userId="95b0a425-4eed-4b84-a7cf-34664c131309" providerId="ADAL" clId="{CC5F0CBF-77A6-4739-8FF3-8FB7DAFF4AC8}" dt="2025-12-17T09:47:56.694" v="755"/>
        <pc:sldMkLst>
          <pc:docMk/>
          <pc:sldMk cId="2919464030" sldId="440"/>
        </pc:sldMkLst>
      </pc:sldChg>
      <pc:sldChg chg="add">
        <pc:chgData name="Lalwani, Sunil" userId="95b0a425-4eed-4b84-a7cf-34664c131309" providerId="ADAL" clId="{CC5F0CBF-77A6-4739-8FF3-8FB7DAFF4AC8}" dt="2025-12-17T09:47:57.271" v="756"/>
        <pc:sldMkLst>
          <pc:docMk/>
          <pc:sldMk cId="3697678390" sldId="441"/>
        </pc:sldMkLst>
      </pc:sldChg>
      <pc:sldChg chg="add ord">
        <pc:chgData name="Lalwani, Sunil" userId="95b0a425-4eed-4b84-a7cf-34664c131309" providerId="ADAL" clId="{CC5F0CBF-77A6-4739-8FF3-8FB7DAFF4AC8}" dt="2025-12-17T09:47:57.752" v="759"/>
        <pc:sldMkLst>
          <pc:docMk/>
          <pc:sldMk cId="3197963557" sldId="442"/>
        </pc:sldMkLst>
      </pc:sldChg>
      <pc:sldChg chg="add del">
        <pc:chgData name="Lalwani, Sunil" userId="95b0a425-4eed-4b84-a7cf-34664c131309" providerId="ADAL" clId="{CC5F0CBF-77A6-4739-8FF3-8FB7DAFF4AC8}" dt="2025-12-17T09:48:17.604" v="782" actId="2696"/>
        <pc:sldMkLst>
          <pc:docMk/>
          <pc:sldMk cId="717029404" sldId="443"/>
        </pc:sldMkLst>
      </pc:sldChg>
      <pc:sldChg chg="add ord">
        <pc:chgData name="Lalwani, Sunil" userId="95b0a425-4eed-4b84-a7cf-34664c131309" providerId="ADAL" clId="{CC5F0CBF-77A6-4739-8FF3-8FB7DAFF4AC8}" dt="2025-12-17T09:48:16.119" v="777"/>
        <pc:sldMkLst>
          <pc:docMk/>
          <pc:sldMk cId="3416892756" sldId="444"/>
        </pc:sldMkLst>
      </pc:sldChg>
      <pc:sldChg chg="add">
        <pc:chgData name="Lalwani, Sunil" userId="95b0a425-4eed-4b84-a7cf-34664c131309" providerId="ADAL" clId="{CC5F0CBF-77A6-4739-8FF3-8FB7DAFF4AC8}" dt="2025-12-17T09:48:16.699" v="778"/>
        <pc:sldMkLst>
          <pc:docMk/>
          <pc:sldMk cId="2676985209" sldId="445"/>
        </pc:sldMkLst>
      </pc:sldChg>
      <pc:sldChg chg="add ord">
        <pc:chgData name="Lalwani, Sunil" userId="95b0a425-4eed-4b84-a7cf-34664c131309" providerId="ADAL" clId="{CC5F0CBF-77A6-4739-8FF3-8FB7DAFF4AC8}" dt="2025-12-17T09:48:17.174" v="781"/>
        <pc:sldMkLst>
          <pc:docMk/>
          <pc:sldMk cId="2106898492" sldId="446"/>
        </pc:sldMkLst>
      </pc:sldChg>
      <pc:sldChg chg="add del">
        <pc:chgData name="Lalwani, Sunil" userId="95b0a425-4eed-4b84-a7cf-34664c131309" providerId="ADAL" clId="{CC5F0CBF-77A6-4739-8FF3-8FB7DAFF4AC8}" dt="2025-12-17T09:48:31.933" v="795" actId="2696"/>
        <pc:sldMkLst>
          <pc:docMk/>
          <pc:sldMk cId="722002261" sldId="447"/>
        </pc:sldMkLst>
      </pc:sldChg>
      <pc:sldChg chg="add ord">
        <pc:chgData name="Lalwani, Sunil" userId="95b0a425-4eed-4b84-a7cf-34664c131309" providerId="ADAL" clId="{CC5F0CBF-77A6-4739-8FF3-8FB7DAFF4AC8}" dt="2025-12-17T09:48:30.458" v="790"/>
        <pc:sldMkLst>
          <pc:docMk/>
          <pc:sldMk cId="2189718836" sldId="448"/>
        </pc:sldMkLst>
      </pc:sldChg>
      <pc:sldChg chg="add">
        <pc:chgData name="Lalwani, Sunil" userId="95b0a425-4eed-4b84-a7cf-34664c131309" providerId="ADAL" clId="{CC5F0CBF-77A6-4739-8FF3-8FB7DAFF4AC8}" dt="2025-12-17T09:48:31.019" v="791"/>
        <pc:sldMkLst>
          <pc:docMk/>
          <pc:sldMk cId="1719329528" sldId="449"/>
        </pc:sldMkLst>
      </pc:sldChg>
      <pc:sldChg chg="add ord">
        <pc:chgData name="Lalwani, Sunil" userId="95b0a425-4eed-4b84-a7cf-34664c131309" providerId="ADAL" clId="{CC5F0CBF-77A6-4739-8FF3-8FB7DAFF4AC8}" dt="2025-12-17T09:48:31.503" v="794"/>
        <pc:sldMkLst>
          <pc:docMk/>
          <pc:sldMk cId="2646322118" sldId="450"/>
        </pc:sldMkLst>
      </pc:sldChg>
      <pc:sldChg chg="add del">
        <pc:chgData name="Lalwani, Sunil" userId="95b0a425-4eed-4b84-a7cf-34664c131309" providerId="ADAL" clId="{CC5F0CBF-77A6-4739-8FF3-8FB7DAFF4AC8}" dt="2025-12-17T09:48:49.358" v="808" actId="2696"/>
        <pc:sldMkLst>
          <pc:docMk/>
          <pc:sldMk cId="2829757535" sldId="451"/>
        </pc:sldMkLst>
      </pc:sldChg>
      <pc:sldChg chg="add ord">
        <pc:chgData name="Lalwani, Sunil" userId="95b0a425-4eed-4b84-a7cf-34664c131309" providerId="ADAL" clId="{CC5F0CBF-77A6-4739-8FF3-8FB7DAFF4AC8}" dt="2025-12-17T09:48:47.858" v="803"/>
        <pc:sldMkLst>
          <pc:docMk/>
          <pc:sldMk cId="374450837" sldId="452"/>
        </pc:sldMkLst>
      </pc:sldChg>
      <pc:sldChg chg="add">
        <pc:chgData name="Lalwani, Sunil" userId="95b0a425-4eed-4b84-a7cf-34664c131309" providerId="ADAL" clId="{CC5F0CBF-77A6-4739-8FF3-8FB7DAFF4AC8}" dt="2025-12-17T09:48:48.439" v="804"/>
        <pc:sldMkLst>
          <pc:docMk/>
          <pc:sldMk cId="2869323444" sldId="453"/>
        </pc:sldMkLst>
      </pc:sldChg>
      <pc:sldChg chg="add ord">
        <pc:chgData name="Lalwani, Sunil" userId="95b0a425-4eed-4b84-a7cf-34664c131309" providerId="ADAL" clId="{CC5F0CBF-77A6-4739-8FF3-8FB7DAFF4AC8}" dt="2025-12-17T09:48:48.929" v="807"/>
        <pc:sldMkLst>
          <pc:docMk/>
          <pc:sldMk cId="4221772966" sldId="454"/>
        </pc:sldMkLst>
      </pc:sldChg>
      <pc:sldChg chg="add del">
        <pc:chgData name="Lalwani, Sunil" userId="95b0a425-4eed-4b84-a7cf-34664c131309" providerId="ADAL" clId="{CC5F0CBF-77A6-4739-8FF3-8FB7DAFF4AC8}" dt="2025-12-17T09:49:06.706" v="821" actId="2696"/>
        <pc:sldMkLst>
          <pc:docMk/>
          <pc:sldMk cId="3392415193" sldId="455"/>
        </pc:sldMkLst>
      </pc:sldChg>
      <pc:sldChg chg="add ord">
        <pc:chgData name="Lalwani, Sunil" userId="95b0a425-4eed-4b84-a7cf-34664c131309" providerId="ADAL" clId="{CC5F0CBF-77A6-4739-8FF3-8FB7DAFF4AC8}" dt="2025-12-17T09:49:05.223" v="816"/>
        <pc:sldMkLst>
          <pc:docMk/>
          <pc:sldMk cId="384159866" sldId="456"/>
        </pc:sldMkLst>
      </pc:sldChg>
      <pc:sldChg chg="add">
        <pc:chgData name="Lalwani, Sunil" userId="95b0a425-4eed-4b84-a7cf-34664c131309" providerId="ADAL" clId="{CC5F0CBF-77A6-4739-8FF3-8FB7DAFF4AC8}" dt="2025-12-17T09:49:05.803" v="817"/>
        <pc:sldMkLst>
          <pc:docMk/>
          <pc:sldMk cId="999837893" sldId="457"/>
        </pc:sldMkLst>
      </pc:sldChg>
      <pc:sldChg chg="add ord">
        <pc:chgData name="Lalwani, Sunil" userId="95b0a425-4eed-4b84-a7cf-34664c131309" providerId="ADAL" clId="{CC5F0CBF-77A6-4739-8FF3-8FB7DAFF4AC8}" dt="2025-12-17T09:49:06.273" v="820"/>
        <pc:sldMkLst>
          <pc:docMk/>
          <pc:sldMk cId="2113987670" sldId="458"/>
        </pc:sldMkLst>
      </pc:sldChg>
      <pc:sldChg chg="add">
        <pc:chgData name="Lalwani, Sunil" userId="95b0a425-4eed-4b84-a7cf-34664c131309" providerId="ADAL" clId="{CC5F0CBF-77A6-4739-8FF3-8FB7DAFF4AC8}" dt="2025-12-17T09:49:08.045" v="823"/>
        <pc:sldMkLst>
          <pc:docMk/>
          <pc:sldMk cId="2127944032" sldId="4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40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40972621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43305780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4013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047" y="594003"/>
            <a:ext cx="7631906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Omnichannel Fulfillment Excellence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6047" y="2268141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25567" y="2268141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3946" y="2514600"/>
            <a:ext cx="278332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Seamless Integration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65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94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52453B7-A763-D0C1-0F4E-3C19EBFE2C4D}"/>
              </a:ext>
            </a:extLst>
          </p:cNvPr>
          <p:cNvGrpSpPr/>
          <p:nvPr/>
        </p:nvGrpSpPr>
        <p:grpSpPr>
          <a:xfrm>
            <a:off x="725567" y="0"/>
            <a:ext cx="4572000" cy="1371600"/>
            <a:chOff x="725567" y="0"/>
            <a:chExt cx="7446406" cy="7335679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5EFF91F-6DE5-26AA-D9B9-1DE2F8BB9764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6569868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9A3F345-401A-1A81-D781-42A55CCE2D4B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662386" cy="7637979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400F67B-9C06-EA0F-5B93-B85FD33EB061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415927" cy="5539740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51895C54-07DC-8436-6B66-A56EFF9390BA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4719161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A0D1881F-210F-A178-62F9-688D0B1B48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572000" cy="5786200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FC72768D-97CD-2BED-AC09-880652E37C5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7662386" cy="5786200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F009A634-74E9-8C1A-3200-1F6D35C768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7415927" cy="3672721"/>
                        </a:xfrm>
                        <a:grpFill/>
                      </p:grpSpPr>
                      <p:grpSp>
                        <p:nvGrpSpPr>
                          <p:cNvPr id="18" name="Group 17">
                            <a:extLst>
                              <a:ext uri="{FF2B5EF4-FFF2-40B4-BE49-F238E27FC236}">
                                <a16:creationId xmlns:a16="http://schemas.microsoft.com/office/drawing/2014/main" id="{74C32901-D5AD-76E8-0EAD-A89F94B259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5567" y="0"/>
                            <a:ext cx="4572000" cy="1371600"/>
                            <a:chOff x="725567" y="0"/>
                            <a:chExt cx="4572000" cy="2852142"/>
                          </a:xfrm>
                          <a:grpFill/>
                        </p:grpSpPr>
                        <p:grpSp>
                          <p:nvGrpSpPr>
                            <p:cNvPr id="17" name="Group 16">
                              <a:extLst>
                                <a:ext uri="{FF2B5EF4-FFF2-40B4-BE49-F238E27FC236}">
                                  <a16:creationId xmlns:a16="http://schemas.microsoft.com/office/drawing/2014/main" id="{74F0512B-F33A-2280-39AF-905564E674C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25567" y="0"/>
                              <a:ext cx="4572000" cy="1371600"/>
                              <a:chOff x="725567" y="0"/>
                              <a:chExt cx="4602480" cy="3919181"/>
                            </a:xfrm>
                            <a:grpFill/>
                          </p:grpSpPr>
                          <p:grpSp>
                            <p:nvGrpSpPr>
                              <p:cNvPr id="16" name="Group 15">
                                <a:extLst>
                                  <a:ext uri="{FF2B5EF4-FFF2-40B4-BE49-F238E27FC236}">
                                    <a16:creationId xmlns:a16="http://schemas.microsoft.com/office/drawing/2014/main" id="{A5AD70DA-DBF9-8433-EFA1-303EB5AC9AA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6047" y="0"/>
                                <a:ext cx="4572000" cy="1371600"/>
                                <a:chOff x="756047" y="0"/>
                                <a:chExt cx="7631906" cy="3919181"/>
                              </a:xfrm>
                              <a:grpFill/>
                            </p:grpSpPr>
                            <p:grpSp>
                              <p:nvGrpSpPr>
                                <p:cNvPr id="15" name="Group 14">
                                  <a:extLst>
                                    <a:ext uri="{FF2B5EF4-FFF2-40B4-BE49-F238E27FC236}">
                                      <a16:creationId xmlns:a16="http://schemas.microsoft.com/office/drawing/2014/main" id="{F0287565-AE79-766A-186D-6F22A7BB839D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56047" y="0"/>
                                  <a:ext cx="4572000" cy="1371600"/>
                                  <a:chOff x="756047" y="0"/>
                                  <a:chExt cx="9302089" cy="1944172"/>
                                </a:xfrm>
                                <a:grpFill/>
                              </p:grpSpPr>
                              <p:pic>
                                <p:nvPicPr>
                                  <p:cNvPr id="2" name="Image 0" descr="preencoded.png"/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3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9144000" y="0"/>
                                    <a:ext cx="914136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</p:pic>
                              <p:sp>
                                <p:nvSpPr>
                                  <p:cNvPr id="3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56047" y="594003"/>
                                    <a:ext cx="7631906" cy="1350169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30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Omnichannel Fulfillment Excellence</a:t>
                                    </a:r>
                                    <a:endParaRPr lang="en-US" sz="42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Shape 1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756047" y="2268141"/>
                                  <a:ext cx="7631906" cy="1651040"/>
                                </a:xfrm>
                                <a:prstGeom prst="roundRect">
                                  <a:avLst>
                                    <a:gd name="adj" fmla="val 8861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Shape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25567" y="2268141"/>
                                <a:ext cx="121920" cy="1651040"/>
                              </a:xfrm>
                              <a:prstGeom prst="roundRect">
                                <a:avLst>
                                  <a:gd name="adj" fmla="val 74419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6" name="Text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1093946" y="2514600"/>
                              <a:ext cx="2783324" cy="337542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650"/>
                                </a:lnSpc>
                                <a:buNone/>
                              </a:pPr>
                              <a:r>
                                <a:rPr lang="en-US" sz="21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Seamless Integration</a:t>
                              </a:r>
                              <a:endParaRPr lang="en-US" sz="21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" name="Text 4" descr="Decorative – no critical information"/>
                          <p:cNvSpPr/>
                          <p:nvPr/>
                        </p:nvSpPr>
                        <p:spPr>
                          <a:xfrm>
                            <a:off x="1093946" y="2981682"/>
                            <a:ext cx="7047548" cy="69103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00"/>
                              </a:lnSpc>
                              <a:buNone/>
                            </a:pPr>
                            <a:r>
                              <a:rPr lang="en-US" sz="17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Online and offline channels converge to create unified customer experiences with consistent service quality</a:t>
                            </a:r>
                            <a:endParaRPr lang="en-US" sz="17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Shape 5" descr="Decorative – no critical information"/>
                        <p:cNvSpPr/>
                        <p:nvPr/>
                      </p:nvSpPr>
                      <p:spPr>
                        <a:xfrm>
                          <a:off x="756047" y="4135160"/>
                          <a:ext cx="7631906" cy="1651040"/>
                        </a:xfrm>
                        <a:prstGeom prst="roundRect">
                          <a:avLst>
                            <a:gd name="adj" fmla="val 8861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" name="Shape 6" descr="Decorative – no critical information"/>
                      <p:cNvSpPr/>
                      <p:nvPr/>
                    </p:nvSpPr>
                    <p:spPr>
                      <a:xfrm>
                        <a:off x="725567" y="4135160"/>
                        <a:ext cx="121920" cy="1651040"/>
                      </a:xfrm>
                      <a:prstGeom prst="roundRect">
                        <a:avLst>
                          <a:gd name="adj" fmla="val 7441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0" name="Text 7" descr="Decorative – no critical information"/>
                    <p:cNvSpPr/>
                    <p:nvPr/>
                  </p:nvSpPr>
                  <p:spPr>
                    <a:xfrm>
                      <a:off x="1093946" y="4381619"/>
                      <a:ext cx="2700218" cy="337542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65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Flexible Fulfillment</a:t>
                      </a:r>
                      <a:endParaRPr lang="en-US" sz="2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Text 8" descr="Decorative – no critical information"/>
                  <p:cNvSpPr/>
                  <p:nvPr/>
                </p:nvSpPr>
                <p:spPr>
                  <a:xfrm>
                    <a:off x="1093946" y="4848701"/>
                    <a:ext cx="7047548" cy="6910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700"/>
                      </a:lnSpc>
                      <a:buNone/>
                    </a:pPr>
                    <a:r>
                      <a:rPr lang="en-US" sz="17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Buy online pickup in-store, ship from store, curbside delivery—customers choose their preferred method</a:t>
                    </a:r>
                    <a:endParaRPr lang="en-US" sz="17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Shape 9" descr="Decorative – no critical information"/>
                <p:cNvSpPr/>
                <p:nvPr/>
              </p:nvSpPr>
              <p:spPr>
                <a:xfrm>
                  <a:off x="756047" y="6029206"/>
                  <a:ext cx="7631906" cy="1608773"/>
                </a:xfrm>
                <a:prstGeom prst="roundRect">
                  <a:avLst>
                    <a:gd name="adj" fmla="val 5640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3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026" y="6353889"/>
                <a:ext cx="269915" cy="21597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4" name="Text 10" descr="Decorative – no critical information"/>
            <p:cNvSpPr/>
            <p:nvPr/>
          </p:nvSpPr>
          <p:spPr>
            <a:xfrm>
              <a:off x="1457920" y="6299121"/>
              <a:ext cx="6714053" cy="1036558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Home Depot Excellence:</a:t>
              </a:r>
              <a:r>
                <a:rPr lang="en-US" sz="17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E-commerce fulfillment centers handling 100,000+ SKUs with same-day delivery capabilities in major markets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561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82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82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140ABF5-7B8C-48DD-C1F9-D94B21BE043A}"/>
              </a:ext>
            </a:extLst>
          </p:cNvPr>
          <p:cNvGrpSpPr/>
          <p:nvPr/>
        </p:nvGrpSpPr>
        <p:grpSpPr>
          <a:xfrm>
            <a:off x="756047" y="0"/>
            <a:ext cx="7631906" cy="3919181"/>
            <a:chOff x="756047" y="0"/>
            <a:chExt cx="7631906" cy="3919181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B2694F9-56E3-B294-1628-8024B97344CB}"/>
                </a:ext>
              </a:extLst>
            </p:cNvPr>
            <p:cNvGrpSpPr/>
            <p:nvPr/>
          </p:nvGrpSpPr>
          <p:grpSpPr>
            <a:xfrm>
              <a:off x="756047" y="0"/>
              <a:ext cx="4572000" cy="1371600"/>
              <a:chOff x="756047" y="0"/>
              <a:chExt cx="9302089" cy="1944172"/>
            </a:xfrm>
            <a:grpFill/>
          </p:grpSpPr>
          <p:pic>
            <p:nvPicPr>
              <p:cNvPr id="5" name="Image 0" descr="preencoded.png">
                <a:extLst>
                  <a:ext uri="{FF2B5EF4-FFF2-40B4-BE49-F238E27FC236}">
                    <a16:creationId xmlns:a16="http://schemas.microsoft.com/office/drawing/2014/main" id="{83C0B342-008D-913A-B08A-8A5A3A409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0" y="0"/>
                <a:ext cx="914136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6" name="Text 0">
                <a:extLst>
                  <a:ext uri="{FF2B5EF4-FFF2-40B4-BE49-F238E27FC236}">
                    <a16:creationId xmlns:a16="http://schemas.microsoft.com/office/drawing/2014/main" id="{07B209CF-5743-E6DC-D928-35762A2A0C4A}"/>
                  </a:ext>
                </a:extLst>
              </p:cNvPr>
              <p:cNvSpPr/>
              <p:nvPr/>
            </p:nvSpPr>
            <p:spPr>
              <a:xfrm>
                <a:off x="756047" y="594003"/>
                <a:ext cx="7631906" cy="13501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3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Omnichannel Fulfillment Excellence</a:t>
                </a:r>
                <a:endParaRPr lang="en-US" sz="42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1" descr="Decorative – no critical information">
              <a:extLst>
                <a:ext uri="{FF2B5EF4-FFF2-40B4-BE49-F238E27FC236}">
                  <a16:creationId xmlns:a16="http://schemas.microsoft.com/office/drawing/2014/main" id="{953D89C9-8048-3F35-7E56-9C0EA598D71D}"/>
                </a:ext>
              </a:extLst>
            </p:cNvPr>
            <p:cNvSpPr/>
            <p:nvPr/>
          </p:nvSpPr>
          <p:spPr>
            <a:xfrm>
              <a:off x="756047" y="2268141"/>
              <a:ext cx="7631906" cy="1651040"/>
            </a:xfrm>
            <a:prstGeom prst="roundRect">
              <a:avLst>
                <a:gd name="adj" fmla="val 8861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D2AF039-89D1-8AFD-2DE9-78D401AD9647}"/>
              </a:ext>
            </a:extLst>
          </p:cNvPr>
          <p:cNvGrpSpPr/>
          <p:nvPr/>
        </p:nvGrpSpPr>
        <p:grpSpPr>
          <a:xfrm>
            <a:off x="725567" y="0"/>
            <a:ext cx="4602480" cy="3919181"/>
            <a:chOff x="725567" y="0"/>
            <a:chExt cx="4602480" cy="3919181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B55649E-2882-4DE6-5077-562907D987E4}"/>
                </a:ext>
              </a:extLst>
            </p:cNvPr>
            <p:cNvGrpSpPr/>
            <p:nvPr/>
          </p:nvGrpSpPr>
          <p:grpSpPr>
            <a:xfrm>
              <a:off x="756047" y="0"/>
              <a:ext cx="4572000" cy="1371600"/>
              <a:chOff x="756047" y="0"/>
              <a:chExt cx="7631906" cy="3919181"/>
            </a:xfrm>
            <a:grpFill/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78A82AF-6B11-6715-876B-380E6A9C7D77}"/>
                  </a:ext>
                </a:extLst>
              </p:cNvPr>
              <p:cNvGrpSpPr/>
              <p:nvPr/>
            </p:nvGrpSpPr>
            <p:grpSpPr>
              <a:xfrm>
                <a:off x="756047" y="0"/>
                <a:ext cx="4572000" cy="1371600"/>
                <a:chOff x="756047" y="0"/>
                <a:chExt cx="9302089" cy="1944172"/>
              </a:xfrm>
              <a:grpFill/>
            </p:grpSpPr>
            <p:pic>
              <p:nvPicPr>
                <p:cNvPr id="12" name="Image 0" descr="preencoded.png">
                  <a:extLst>
                    <a:ext uri="{FF2B5EF4-FFF2-40B4-BE49-F238E27FC236}">
                      <a16:creationId xmlns:a16="http://schemas.microsoft.com/office/drawing/2014/main" id="{D61E86F7-C3EA-43F8-F324-C8E1981C8F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44000" y="0"/>
                  <a:ext cx="914136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13" name="Text 0">
                  <a:extLst>
                    <a:ext uri="{FF2B5EF4-FFF2-40B4-BE49-F238E27FC236}">
                      <a16:creationId xmlns:a16="http://schemas.microsoft.com/office/drawing/2014/main" id="{DC66B53D-0305-3297-EE37-850C194225A5}"/>
                    </a:ext>
                  </a:extLst>
                </p:cNvPr>
                <p:cNvSpPr/>
                <p:nvPr/>
              </p:nvSpPr>
              <p:spPr>
                <a:xfrm>
                  <a:off x="756047" y="594003"/>
                  <a:ext cx="7631906" cy="13501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3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Omnichannel Fulfillment Excellence</a:t>
                  </a:r>
                  <a:endParaRPr lang="en-US" sz="42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Shape 1" descr="Decorative – no critical information">
                <a:extLst>
                  <a:ext uri="{FF2B5EF4-FFF2-40B4-BE49-F238E27FC236}">
                    <a16:creationId xmlns:a16="http://schemas.microsoft.com/office/drawing/2014/main" id="{C0BFE6DE-F383-43EA-A6B5-F7CB5A948040}"/>
                  </a:ext>
                </a:extLst>
              </p:cNvPr>
              <p:cNvSpPr/>
              <p:nvPr/>
            </p:nvSpPr>
            <p:spPr>
              <a:xfrm>
                <a:off x="756047" y="2268141"/>
                <a:ext cx="7631906" cy="1651040"/>
              </a:xfrm>
              <a:prstGeom prst="roundRect">
                <a:avLst>
                  <a:gd name="adj" fmla="val 8861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Shape 2" descr="Decorative – no critical information">
              <a:extLst>
                <a:ext uri="{FF2B5EF4-FFF2-40B4-BE49-F238E27FC236}">
                  <a16:creationId xmlns:a16="http://schemas.microsoft.com/office/drawing/2014/main" id="{CC0EB2D8-D377-D76B-FD74-3C0D096817DC}"/>
                </a:ext>
              </a:extLst>
            </p:cNvPr>
            <p:cNvSpPr/>
            <p:nvPr/>
          </p:nvSpPr>
          <p:spPr>
            <a:xfrm>
              <a:off x="725567" y="2268141"/>
              <a:ext cx="121920" cy="1651040"/>
            </a:xfrm>
            <a:prstGeom prst="roundRect">
              <a:avLst>
                <a:gd name="adj" fmla="val 74419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10C377-265F-172F-5148-070920AA216D}"/>
              </a:ext>
            </a:extLst>
          </p:cNvPr>
          <p:cNvGrpSpPr/>
          <p:nvPr/>
        </p:nvGrpSpPr>
        <p:grpSpPr>
          <a:xfrm>
            <a:off x="725567" y="0"/>
            <a:ext cx="4572000" cy="2852142"/>
            <a:chOff x="725567" y="0"/>
            <a:chExt cx="4572000" cy="2852142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601DC77-6CE2-E54D-39F6-C0CD8361A927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602480" cy="3919181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9E5A761-8ACB-C1CD-CECB-D8C038E4A10A}"/>
                  </a:ext>
                </a:extLst>
              </p:cNvPr>
              <p:cNvGrpSpPr/>
              <p:nvPr/>
            </p:nvGrpSpPr>
            <p:grpSpPr>
              <a:xfrm>
                <a:off x="756047" y="0"/>
                <a:ext cx="4572000" cy="1371600"/>
                <a:chOff x="756047" y="0"/>
                <a:chExt cx="7631906" cy="3919181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7EF8F15D-3FF2-0452-8ED9-FD3D90F8BB47}"/>
                    </a:ext>
                  </a:extLst>
                </p:cNvPr>
                <p:cNvGrpSpPr/>
                <p:nvPr/>
              </p:nvGrpSpPr>
              <p:grpSpPr>
                <a:xfrm>
                  <a:off x="756047" y="0"/>
                  <a:ext cx="4572000" cy="1371600"/>
                  <a:chOff x="756047" y="0"/>
                  <a:chExt cx="9302089" cy="1944172"/>
                </a:xfrm>
                <a:grpFill/>
              </p:grpSpPr>
              <p:pic>
                <p:nvPicPr>
                  <p:cNvPr id="21" name="Image 0" descr="preencoded.png">
                    <a:extLst>
                      <a:ext uri="{FF2B5EF4-FFF2-40B4-BE49-F238E27FC236}">
                        <a16:creationId xmlns:a16="http://schemas.microsoft.com/office/drawing/2014/main" id="{DD01CD7B-E618-CD23-700E-6D88838193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0" y="0"/>
                    <a:ext cx="914136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22" name="Text 0">
                    <a:extLst>
                      <a:ext uri="{FF2B5EF4-FFF2-40B4-BE49-F238E27FC236}">
                        <a16:creationId xmlns:a16="http://schemas.microsoft.com/office/drawing/2014/main" id="{9E6BCB5C-4460-3690-E933-171B138C1D4C}"/>
                      </a:ext>
                    </a:extLst>
                  </p:cNvPr>
                  <p:cNvSpPr/>
                  <p:nvPr/>
                </p:nvSpPr>
                <p:spPr>
                  <a:xfrm>
                    <a:off x="756047" y="594003"/>
                    <a:ext cx="7631906" cy="13501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3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Omnichannel Fulfillment Excellence</a:t>
                    </a:r>
                    <a:endParaRPr lang="en-US" sz="42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0" name="Shape 1" descr="Decorative – no critical information">
                  <a:extLst>
                    <a:ext uri="{FF2B5EF4-FFF2-40B4-BE49-F238E27FC236}">
                      <a16:creationId xmlns:a16="http://schemas.microsoft.com/office/drawing/2014/main" id="{2354D2B3-FFA1-2C5E-0077-300835A1C49B}"/>
                    </a:ext>
                  </a:extLst>
                </p:cNvPr>
                <p:cNvSpPr/>
                <p:nvPr/>
              </p:nvSpPr>
              <p:spPr>
                <a:xfrm>
                  <a:off x="756047" y="2268141"/>
                  <a:ext cx="7631906" cy="1651040"/>
                </a:xfrm>
                <a:prstGeom prst="roundRect">
                  <a:avLst>
                    <a:gd name="adj" fmla="val 8861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" name="Shape 2" descr="Decorative – no critical information">
                <a:extLst>
                  <a:ext uri="{FF2B5EF4-FFF2-40B4-BE49-F238E27FC236}">
                    <a16:creationId xmlns:a16="http://schemas.microsoft.com/office/drawing/2014/main" id="{E242E2FC-026D-49FA-2DE9-0DB02BE9ACB5}"/>
                  </a:ext>
                </a:extLst>
              </p:cNvPr>
              <p:cNvSpPr/>
              <p:nvPr/>
            </p:nvSpPr>
            <p:spPr>
              <a:xfrm>
                <a:off x="725567" y="2268141"/>
                <a:ext cx="121920" cy="1651040"/>
              </a:xfrm>
              <a:prstGeom prst="roundRect">
                <a:avLst>
                  <a:gd name="adj" fmla="val 74419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" name="Text 3" descr="Decorative – no critical information">
              <a:extLst>
                <a:ext uri="{FF2B5EF4-FFF2-40B4-BE49-F238E27FC236}">
                  <a16:creationId xmlns:a16="http://schemas.microsoft.com/office/drawing/2014/main" id="{0701D125-0FC6-7066-5B10-361875720D74}"/>
                </a:ext>
              </a:extLst>
            </p:cNvPr>
            <p:cNvSpPr/>
            <p:nvPr/>
          </p:nvSpPr>
          <p:spPr>
            <a:xfrm>
              <a:off x="1093946" y="2514600"/>
              <a:ext cx="2783324" cy="337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Seamless Integration</a:t>
              </a:r>
              <a:endParaRPr lang="en-US" sz="21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1D506B-25EA-6D2A-769D-B52911E1F178}"/>
              </a:ext>
            </a:extLst>
          </p:cNvPr>
          <p:cNvGrpSpPr/>
          <p:nvPr/>
        </p:nvGrpSpPr>
        <p:grpSpPr>
          <a:xfrm>
            <a:off x="725567" y="0"/>
            <a:ext cx="7415927" cy="3672721"/>
            <a:chOff x="725567" y="0"/>
            <a:chExt cx="7415927" cy="3672721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9D1C962-C375-A44C-D188-20DFC897832E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2852142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2E9AC8F-5599-3E6C-64F4-A92D674C35F1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602480" cy="3919181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12065818-2F03-A40D-90DA-229D22A25D0C}"/>
                    </a:ext>
                  </a:extLst>
                </p:cNvPr>
                <p:cNvGrpSpPr/>
                <p:nvPr/>
              </p:nvGrpSpPr>
              <p:grpSpPr>
                <a:xfrm>
                  <a:off x="756047" y="0"/>
                  <a:ext cx="4572000" cy="1371600"/>
                  <a:chOff x="756047" y="0"/>
                  <a:chExt cx="7631906" cy="3919181"/>
                </a:xfrm>
                <a:grpFill/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000E2FD9-B548-A681-BC57-6D4A88ECDAF8}"/>
                      </a:ext>
                    </a:extLst>
                  </p:cNvPr>
                  <p:cNvGrpSpPr/>
                  <p:nvPr/>
                </p:nvGrpSpPr>
                <p:grpSpPr>
                  <a:xfrm>
                    <a:off x="756047" y="0"/>
                    <a:ext cx="4572000" cy="1371600"/>
                    <a:chOff x="756047" y="0"/>
                    <a:chExt cx="9302089" cy="1944172"/>
                  </a:xfrm>
                  <a:grpFill/>
                </p:grpSpPr>
                <p:pic>
                  <p:nvPicPr>
                    <p:cNvPr id="32" name="Image 0" descr="preencoded.png">
                      <a:extLst>
                        <a:ext uri="{FF2B5EF4-FFF2-40B4-BE49-F238E27FC236}">
                          <a16:creationId xmlns:a16="http://schemas.microsoft.com/office/drawing/2014/main" id="{7FD36F2D-3708-92EF-35AD-F18D685CA3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9144000" y="0"/>
                      <a:ext cx="914136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  <p:sp>
                  <p:nvSpPr>
                    <p:cNvPr id="33" name="Text 0">
                      <a:extLst>
                        <a:ext uri="{FF2B5EF4-FFF2-40B4-BE49-F238E27FC236}">
                          <a16:creationId xmlns:a16="http://schemas.microsoft.com/office/drawing/2014/main" id="{89DF602E-8B5F-803D-8204-7B27FB595F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047" y="594003"/>
                      <a:ext cx="7631906" cy="13501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53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Omnichannel Fulfillment Excellence</a:t>
                      </a:r>
                      <a:endParaRPr lang="en-US" sz="42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1" name="Shape 1" descr="Decorative – no critical information">
                    <a:extLst>
                      <a:ext uri="{FF2B5EF4-FFF2-40B4-BE49-F238E27FC236}">
                        <a16:creationId xmlns:a16="http://schemas.microsoft.com/office/drawing/2014/main" id="{2DFF02FA-E97C-73E8-62B4-BFEA2F3EC974}"/>
                      </a:ext>
                    </a:extLst>
                  </p:cNvPr>
                  <p:cNvSpPr/>
                  <p:nvPr/>
                </p:nvSpPr>
                <p:spPr>
                  <a:xfrm>
                    <a:off x="756047" y="2268141"/>
                    <a:ext cx="7631906" cy="1651040"/>
                  </a:xfrm>
                  <a:prstGeom prst="roundRect">
                    <a:avLst>
                      <a:gd name="adj" fmla="val 8861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9" name="Shape 2" descr="Decorative – no critical information">
                  <a:extLst>
                    <a:ext uri="{FF2B5EF4-FFF2-40B4-BE49-F238E27FC236}">
                      <a16:creationId xmlns:a16="http://schemas.microsoft.com/office/drawing/2014/main" id="{3D7C3B6D-3B7F-D41A-9B0A-364F390D667B}"/>
                    </a:ext>
                  </a:extLst>
                </p:cNvPr>
                <p:cNvSpPr/>
                <p:nvPr/>
              </p:nvSpPr>
              <p:spPr>
                <a:xfrm>
                  <a:off x="725567" y="2268141"/>
                  <a:ext cx="121920" cy="1651040"/>
                </a:xfrm>
                <a:prstGeom prst="roundRect">
                  <a:avLst>
                    <a:gd name="adj" fmla="val 74419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" name="Text 3" descr="Decorative – no critical information">
                <a:extLst>
                  <a:ext uri="{FF2B5EF4-FFF2-40B4-BE49-F238E27FC236}">
                    <a16:creationId xmlns:a16="http://schemas.microsoft.com/office/drawing/2014/main" id="{722BE244-CC76-D687-153F-E9556F99498A}"/>
                  </a:ext>
                </a:extLst>
              </p:cNvPr>
              <p:cNvSpPr/>
              <p:nvPr/>
            </p:nvSpPr>
            <p:spPr>
              <a:xfrm>
                <a:off x="1093946" y="2514600"/>
                <a:ext cx="2783324" cy="337542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650"/>
                  </a:lnSpc>
                  <a:buNone/>
                </a:pPr>
                <a:r>
                  <a:rPr lang="en-US" sz="2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Seamless Integration</a:t>
                </a:r>
                <a:endParaRPr lang="en-US" sz="2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5" name="Text 4" descr="Decorative – no critical information">
              <a:extLst>
                <a:ext uri="{FF2B5EF4-FFF2-40B4-BE49-F238E27FC236}">
                  <a16:creationId xmlns:a16="http://schemas.microsoft.com/office/drawing/2014/main" id="{FE6D1CBE-B372-935A-B5B3-338EACA65E64}"/>
                </a:ext>
              </a:extLst>
            </p:cNvPr>
            <p:cNvSpPr/>
            <p:nvPr/>
          </p:nvSpPr>
          <p:spPr>
            <a:xfrm>
              <a:off x="1093946" y="2981682"/>
              <a:ext cx="7047548" cy="6910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Online and offline channels converge to create unified customer experiences with consistent service quality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E2107AF-1E63-EC45-7E5E-A6721BC9035A}"/>
              </a:ext>
            </a:extLst>
          </p:cNvPr>
          <p:cNvGrpSpPr/>
          <p:nvPr/>
        </p:nvGrpSpPr>
        <p:grpSpPr>
          <a:xfrm>
            <a:off x="725567" y="0"/>
            <a:ext cx="7662386" cy="5786200"/>
            <a:chOff x="725567" y="0"/>
            <a:chExt cx="7662386" cy="5786200"/>
          </a:xfrm>
          <a:solidFill>
            <a:srgbClr val="C07000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FBD382A-D28A-8FFA-6B19-7B84461312AF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415927" cy="3672721"/>
            </a:xfrm>
            <a:grpFill/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FF99D16-0EF0-4771-1EBC-055A6E8A71F0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2852142"/>
              </a:xfrm>
              <a:grpFill/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4FB580D7-331D-DF23-BEE2-07F0988CE8FE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602480" cy="3919181"/>
                </a:xfrm>
                <a:grpFill/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FA76F8C2-5E09-2C04-44F6-B85ED1DD8195}"/>
                      </a:ext>
                    </a:extLst>
                  </p:cNvPr>
                  <p:cNvGrpSpPr/>
                  <p:nvPr/>
                </p:nvGrpSpPr>
                <p:grpSpPr>
                  <a:xfrm>
                    <a:off x="756047" y="0"/>
                    <a:ext cx="4572000" cy="1371600"/>
                    <a:chOff x="756047" y="0"/>
                    <a:chExt cx="7631906" cy="3919181"/>
                  </a:xfrm>
                  <a:grpFill/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C35139F8-7762-40AD-26B8-94E281C071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6047" y="0"/>
                      <a:ext cx="4572000" cy="1371600"/>
                      <a:chOff x="756047" y="0"/>
                      <a:chExt cx="9302089" cy="1944172"/>
                    </a:xfrm>
                    <a:grpFill/>
                  </p:grpSpPr>
                  <p:pic>
                    <p:nvPicPr>
                      <p:cNvPr id="45" name="Image 0" descr="preencoded.png">
                        <a:extLst>
                          <a:ext uri="{FF2B5EF4-FFF2-40B4-BE49-F238E27FC236}">
                            <a16:creationId xmlns:a16="http://schemas.microsoft.com/office/drawing/2014/main" id="{B989833E-F5DA-598F-644B-6C9A42CB914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0" y="0"/>
                        <a:ext cx="914136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  <p:sp>
                    <p:nvSpPr>
                      <p:cNvPr id="46" name="Text 0">
                        <a:extLst>
                          <a:ext uri="{FF2B5EF4-FFF2-40B4-BE49-F238E27FC236}">
                            <a16:creationId xmlns:a16="http://schemas.microsoft.com/office/drawing/2014/main" id="{2EAED3DA-F304-0A9E-14C3-387F795841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6047" y="594003"/>
                        <a:ext cx="7631906" cy="13501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53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Omnichannel Fulfillment Excellence</a:t>
                        </a:r>
                        <a:endParaRPr lang="en-US" sz="42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4" name="Shape 1" descr="Decorative – no critical information">
                      <a:extLst>
                        <a:ext uri="{FF2B5EF4-FFF2-40B4-BE49-F238E27FC236}">
                          <a16:creationId xmlns:a16="http://schemas.microsoft.com/office/drawing/2014/main" id="{1093D72C-3315-B206-3AE9-A357B50935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047" y="2268141"/>
                      <a:ext cx="7631906" cy="1651040"/>
                    </a:xfrm>
                    <a:prstGeom prst="roundRect">
                      <a:avLst>
                        <a:gd name="adj" fmla="val 8861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2" name="Shape 2" descr="Decorative – no critical information">
                    <a:extLst>
                      <a:ext uri="{FF2B5EF4-FFF2-40B4-BE49-F238E27FC236}">
                        <a16:creationId xmlns:a16="http://schemas.microsoft.com/office/drawing/2014/main" id="{F371541C-5077-3147-8277-C06733D8AD83}"/>
                      </a:ext>
                    </a:extLst>
                  </p:cNvPr>
                  <p:cNvSpPr/>
                  <p:nvPr/>
                </p:nvSpPr>
                <p:spPr>
                  <a:xfrm>
                    <a:off x="725567" y="2268141"/>
                    <a:ext cx="121920" cy="1651040"/>
                  </a:xfrm>
                  <a:prstGeom prst="roundRect">
                    <a:avLst>
                      <a:gd name="adj" fmla="val 74419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0" name="Text 3" descr="Decorative – no critical information">
                  <a:extLst>
                    <a:ext uri="{FF2B5EF4-FFF2-40B4-BE49-F238E27FC236}">
                      <a16:creationId xmlns:a16="http://schemas.microsoft.com/office/drawing/2014/main" id="{EB410485-F110-309D-A8A0-5EC85911807D}"/>
                    </a:ext>
                  </a:extLst>
                </p:cNvPr>
                <p:cNvSpPr/>
                <p:nvPr/>
              </p:nvSpPr>
              <p:spPr>
                <a:xfrm>
                  <a:off x="1093946" y="2514600"/>
                  <a:ext cx="2783324" cy="337542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650"/>
                    </a:lnSpc>
                    <a:buNone/>
                  </a:pPr>
                  <a:r>
                    <a:rPr lang="en-US" sz="2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Seamless Integration</a:t>
                  </a:r>
                  <a:endParaRPr lang="en-US" sz="2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8" name="Text 4" descr="Decorative – no critical information">
                <a:extLst>
                  <a:ext uri="{FF2B5EF4-FFF2-40B4-BE49-F238E27FC236}">
                    <a16:creationId xmlns:a16="http://schemas.microsoft.com/office/drawing/2014/main" id="{50E710A0-C044-FB26-3374-0115B8DFF181}"/>
                  </a:ext>
                </a:extLst>
              </p:cNvPr>
              <p:cNvSpPr/>
              <p:nvPr/>
            </p:nvSpPr>
            <p:spPr>
              <a:xfrm>
                <a:off x="1093946" y="2981682"/>
                <a:ext cx="7047548" cy="6910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17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Online and offline channels converge to create unified customer experiences with consistent service quality</a:t>
                </a:r>
                <a:endParaRPr lang="en-US" sz="17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6" name="Shape 5" descr="Decorative – no critical information">
              <a:extLst>
                <a:ext uri="{FF2B5EF4-FFF2-40B4-BE49-F238E27FC236}">
                  <a16:creationId xmlns:a16="http://schemas.microsoft.com/office/drawing/2014/main" id="{E2A5486B-7F73-957D-72D9-8DC56AFDEEDA}"/>
                </a:ext>
              </a:extLst>
            </p:cNvPr>
            <p:cNvSpPr/>
            <p:nvPr/>
          </p:nvSpPr>
          <p:spPr>
            <a:xfrm>
              <a:off x="756047" y="4135160"/>
              <a:ext cx="7631906" cy="1651040"/>
            </a:xfrm>
            <a:prstGeom prst="roundRect">
              <a:avLst>
                <a:gd name="adj" fmla="val 8861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EE8E7B2-9797-0344-CD13-36AEB3CACFD0}"/>
              </a:ext>
            </a:extLst>
          </p:cNvPr>
          <p:cNvGrpSpPr/>
          <p:nvPr/>
        </p:nvGrpSpPr>
        <p:grpSpPr>
          <a:xfrm>
            <a:off x="725567" y="0"/>
            <a:ext cx="4572000" cy="5786200"/>
            <a:chOff x="725567" y="0"/>
            <a:chExt cx="4572000" cy="5786200"/>
          </a:xfrm>
          <a:solidFill>
            <a:srgbClr val="C07000"/>
          </a:solidFill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5F8CCBB-9B41-BB54-DB7D-360E34017E91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662386" cy="5786200"/>
            </a:xfrm>
            <a:grpFill/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F5C1D8A-DA2E-A4F7-ED7B-07466CC3F18D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415927" cy="3672721"/>
              </a:xfrm>
              <a:grpFill/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2929C430-3CD8-5F57-7285-C5EF2FCD0646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2852142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9B3138D1-E565-C894-59B6-79916A9672B2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602480" cy="3919181"/>
                  </a:xfrm>
                  <a:grpFill/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94912326-AE9C-8362-CD16-A4409A5CC7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6047" y="0"/>
                      <a:ext cx="4572000" cy="1371600"/>
                      <a:chOff x="756047" y="0"/>
                      <a:chExt cx="7631906" cy="3919181"/>
                    </a:xfrm>
                    <a:grpFill/>
                  </p:grpSpPr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AD1D60A1-F020-CCBA-9396-67059CF707D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56047" y="0"/>
                        <a:ext cx="4572000" cy="1371600"/>
                        <a:chOff x="756047" y="0"/>
                        <a:chExt cx="9302089" cy="1944172"/>
                      </a:xfrm>
                      <a:grpFill/>
                    </p:grpSpPr>
                    <p:pic>
                      <p:nvPicPr>
                        <p:cNvPr id="60" name="Image 0" descr="preencoded.png">
                          <a:extLst>
                            <a:ext uri="{FF2B5EF4-FFF2-40B4-BE49-F238E27FC236}">
                              <a16:creationId xmlns:a16="http://schemas.microsoft.com/office/drawing/2014/main" id="{8A78776C-93E5-968A-26BE-E2365D49A3E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144000" y="0"/>
                          <a:ext cx="914136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  <p:sp>
                      <p:nvSpPr>
                        <p:cNvPr id="61" name="Text 0">
                          <a:extLst>
                            <a:ext uri="{FF2B5EF4-FFF2-40B4-BE49-F238E27FC236}">
                              <a16:creationId xmlns:a16="http://schemas.microsoft.com/office/drawing/2014/main" id="{209E9C8E-62EC-C6CB-EFA9-9523E131DC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6047" y="594003"/>
                          <a:ext cx="7631906" cy="13501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53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Omnichannel Fulfillment Excellence</a:t>
                          </a:r>
                          <a:endParaRPr lang="en-US" sz="42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9" name="Shape 1" descr="Decorative – no critical information">
                        <a:extLst>
                          <a:ext uri="{FF2B5EF4-FFF2-40B4-BE49-F238E27FC236}">
                            <a16:creationId xmlns:a16="http://schemas.microsoft.com/office/drawing/2014/main" id="{A318C221-C150-31BA-F361-EB15E6896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6047" y="2268141"/>
                        <a:ext cx="7631906" cy="1651040"/>
                      </a:xfrm>
                      <a:prstGeom prst="roundRect">
                        <a:avLst>
                          <a:gd name="adj" fmla="val 8861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7" name="Shape 2" descr="Decorative – no critical information">
                      <a:extLst>
                        <a:ext uri="{FF2B5EF4-FFF2-40B4-BE49-F238E27FC236}">
                          <a16:creationId xmlns:a16="http://schemas.microsoft.com/office/drawing/2014/main" id="{B0175CF7-72A5-3D99-59FE-45FA1EED0C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567" y="2268141"/>
                      <a:ext cx="121920" cy="1651040"/>
                    </a:xfrm>
                    <a:prstGeom prst="roundRect">
                      <a:avLst>
                        <a:gd name="adj" fmla="val 7441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5" name="Text 3" descr="Decorative – no critical information">
                    <a:extLst>
                      <a:ext uri="{FF2B5EF4-FFF2-40B4-BE49-F238E27FC236}">
                        <a16:creationId xmlns:a16="http://schemas.microsoft.com/office/drawing/2014/main" id="{AC6F21E5-FD5D-61F2-FA4C-8DD0F7D8E7F3}"/>
                      </a:ext>
                    </a:extLst>
                  </p:cNvPr>
                  <p:cNvSpPr/>
                  <p:nvPr/>
                </p:nvSpPr>
                <p:spPr>
                  <a:xfrm>
                    <a:off x="1093946" y="2514600"/>
                    <a:ext cx="2783324" cy="337542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650"/>
                      </a:lnSpc>
                      <a:buNone/>
                    </a:pPr>
                    <a:r>
                      <a:rPr lang="en-US" sz="2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Seamless Integration</a:t>
                    </a:r>
                    <a:endParaRPr lang="en-US" sz="2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3" name="Text 4" descr="Decorative – no critical information">
                  <a:extLst>
                    <a:ext uri="{FF2B5EF4-FFF2-40B4-BE49-F238E27FC236}">
                      <a16:creationId xmlns:a16="http://schemas.microsoft.com/office/drawing/2014/main" id="{B635553B-ADBF-DD2D-009F-927B03FEC95F}"/>
                    </a:ext>
                  </a:extLst>
                </p:cNvPr>
                <p:cNvSpPr/>
                <p:nvPr/>
              </p:nvSpPr>
              <p:spPr>
                <a:xfrm>
                  <a:off x="1093946" y="2981682"/>
                  <a:ext cx="7047548" cy="6910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700"/>
                    </a:lnSpc>
                    <a:buNone/>
                  </a:pPr>
                  <a:r>
                    <a:rPr lang="en-US" sz="17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Online and offline channels converge to create unified customer experiences with consistent service quality</a:t>
                  </a:r>
                  <a:endParaRPr lang="en-US" sz="17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1" name="Shape 5" descr="Decorative – no critical information">
                <a:extLst>
                  <a:ext uri="{FF2B5EF4-FFF2-40B4-BE49-F238E27FC236}">
                    <a16:creationId xmlns:a16="http://schemas.microsoft.com/office/drawing/2014/main" id="{39BED2B0-11A9-843D-A217-4DFA54224E1F}"/>
                  </a:ext>
                </a:extLst>
              </p:cNvPr>
              <p:cNvSpPr/>
              <p:nvPr/>
            </p:nvSpPr>
            <p:spPr>
              <a:xfrm>
                <a:off x="756047" y="4135160"/>
                <a:ext cx="7631906" cy="1651040"/>
              </a:xfrm>
              <a:prstGeom prst="roundRect">
                <a:avLst>
                  <a:gd name="adj" fmla="val 8861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" name="Shape 6" descr="Decorative – no critical information">
              <a:extLst>
                <a:ext uri="{FF2B5EF4-FFF2-40B4-BE49-F238E27FC236}">
                  <a16:creationId xmlns:a16="http://schemas.microsoft.com/office/drawing/2014/main" id="{801F7B5F-30BD-B50B-7E41-C27D897468F6}"/>
                </a:ext>
              </a:extLst>
            </p:cNvPr>
            <p:cNvSpPr/>
            <p:nvPr/>
          </p:nvSpPr>
          <p:spPr>
            <a:xfrm>
              <a:off x="725567" y="4135160"/>
              <a:ext cx="121920" cy="1651040"/>
            </a:xfrm>
            <a:prstGeom prst="roundRect">
              <a:avLst>
                <a:gd name="adj" fmla="val 74419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688875-0B58-1C24-15DF-8829B1BC91B0}"/>
              </a:ext>
            </a:extLst>
          </p:cNvPr>
          <p:cNvGrpSpPr/>
          <p:nvPr/>
        </p:nvGrpSpPr>
        <p:grpSpPr>
          <a:xfrm>
            <a:off x="725567" y="0"/>
            <a:ext cx="4572000" cy="4719161"/>
            <a:chOff x="725567" y="0"/>
            <a:chExt cx="4572000" cy="4719161"/>
          </a:xfrm>
          <a:solidFill>
            <a:srgbClr val="C07000"/>
          </a:solidFill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8AF6EF6-CD22-4B05-9290-087BB89B8783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5786200"/>
            </a:xfrm>
            <a:grpFill/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3BFCB3F9-CEC1-3689-7894-148CEF243926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662386" cy="5786200"/>
              </a:xfrm>
              <a:grpFill/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3CD0FDD1-802F-E97D-33DB-F367DC491789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415927" cy="3672721"/>
                </a:xfrm>
                <a:grpFill/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5DC5B1FA-FFEC-A9DF-7D94-1775A3B8A71C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2852142"/>
                  </a:xfrm>
                  <a:grpFill/>
                </p:grpSpPr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8B7FCECE-FF58-55FB-2743-FE05B1E49F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602480" cy="3919181"/>
                    </a:xfrm>
                    <a:grpFill/>
                  </p:grpSpPr>
                  <p:grpSp>
                    <p:nvGrpSpPr>
                      <p:cNvPr id="73" name="Group 72">
                        <a:extLst>
                          <a:ext uri="{FF2B5EF4-FFF2-40B4-BE49-F238E27FC236}">
                            <a16:creationId xmlns:a16="http://schemas.microsoft.com/office/drawing/2014/main" id="{1C943E60-D82F-8989-93FA-2D623A1A81E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56047" y="0"/>
                        <a:ext cx="4572000" cy="1371600"/>
                        <a:chOff x="756047" y="0"/>
                        <a:chExt cx="7631906" cy="3919181"/>
                      </a:xfrm>
                      <a:grpFill/>
                    </p:grpSpPr>
                    <p:grpSp>
                      <p:nvGrpSpPr>
                        <p:cNvPr id="75" name="Group 74">
                          <a:extLst>
                            <a:ext uri="{FF2B5EF4-FFF2-40B4-BE49-F238E27FC236}">
                              <a16:creationId xmlns:a16="http://schemas.microsoft.com/office/drawing/2014/main" id="{BEDD6DB8-DB5A-05C5-E183-DC68E68C14C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6047" y="0"/>
                          <a:ext cx="4572000" cy="1371600"/>
                          <a:chOff x="756047" y="0"/>
                          <a:chExt cx="9302089" cy="1944172"/>
                        </a:xfrm>
                        <a:grpFill/>
                      </p:grpSpPr>
                      <p:pic>
                        <p:nvPicPr>
                          <p:cNvPr id="77" name="Image 0" descr="preencoded.png">
                            <a:extLst>
                              <a:ext uri="{FF2B5EF4-FFF2-40B4-BE49-F238E27FC236}">
                                <a16:creationId xmlns:a16="http://schemas.microsoft.com/office/drawing/2014/main" id="{8D0CFBCC-6B29-801F-0CB7-D771951308B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144000" y="0"/>
                            <a:ext cx="914136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  <p:sp>
                        <p:nvSpPr>
                          <p:cNvPr id="78" name="Text 0">
                            <a:extLst>
                              <a:ext uri="{FF2B5EF4-FFF2-40B4-BE49-F238E27FC236}">
                                <a16:creationId xmlns:a16="http://schemas.microsoft.com/office/drawing/2014/main" id="{C842A2DB-F0BD-802E-469D-6A188D0C2C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56047" y="594003"/>
                            <a:ext cx="7631906" cy="13501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3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Omnichannel Fulfillment Excellence</a:t>
                            </a:r>
                            <a:endParaRPr lang="en-US" sz="42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6" name="Shape 1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672BB0EE-0ADB-7A24-620E-B0F547897A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6047" y="2268141"/>
                          <a:ext cx="7631906" cy="1651040"/>
                        </a:xfrm>
                        <a:prstGeom prst="roundRect">
                          <a:avLst>
                            <a:gd name="adj" fmla="val 8861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74" name="Shape 2" descr="Decorative – no critical information">
                        <a:extLst>
                          <a:ext uri="{FF2B5EF4-FFF2-40B4-BE49-F238E27FC236}">
                            <a16:creationId xmlns:a16="http://schemas.microsoft.com/office/drawing/2014/main" id="{EC44E621-3ADC-B1C8-AA55-FF9B1DB259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5567" y="2268141"/>
                        <a:ext cx="121920" cy="1651040"/>
                      </a:xfrm>
                      <a:prstGeom prst="roundRect">
                        <a:avLst>
                          <a:gd name="adj" fmla="val 7441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72" name="Text 3" descr="Decorative – no critical information">
                      <a:extLst>
                        <a:ext uri="{FF2B5EF4-FFF2-40B4-BE49-F238E27FC236}">
                          <a16:creationId xmlns:a16="http://schemas.microsoft.com/office/drawing/2014/main" id="{F3F3ED16-3181-8A85-5992-D93F3EF17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946" y="2514600"/>
                      <a:ext cx="2783324" cy="337542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65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Seamless Integration</a:t>
                      </a:r>
                      <a:endParaRPr lang="en-US" sz="2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0" name="Text 4" descr="Decorative – no critical information">
                    <a:extLst>
                      <a:ext uri="{FF2B5EF4-FFF2-40B4-BE49-F238E27FC236}">
                        <a16:creationId xmlns:a16="http://schemas.microsoft.com/office/drawing/2014/main" id="{8620DBF0-6CFC-3755-05F1-AD1549283715}"/>
                      </a:ext>
                    </a:extLst>
                  </p:cNvPr>
                  <p:cNvSpPr/>
                  <p:nvPr/>
                </p:nvSpPr>
                <p:spPr>
                  <a:xfrm>
                    <a:off x="1093946" y="2981682"/>
                    <a:ext cx="7047548" cy="6910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700"/>
                      </a:lnSpc>
                      <a:buNone/>
                    </a:pPr>
                    <a:r>
                      <a:rPr lang="en-US" sz="17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Online and offline channels converge to create unified customer experiences with consistent service quality</a:t>
                    </a:r>
                    <a:endParaRPr lang="en-US" sz="17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8" name="Shape 5" descr="Decorative – no critical information">
                  <a:extLst>
                    <a:ext uri="{FF2B5EF4-FFF2-40B4-BE49-F238E27FC236}">
                      <a16:creationId xmlns:a16="http://schemas.microsoft.com/office/drawing/2014/main" id="{9F036156-4F02-2482-A271-F6334F11828C}"/>
                    </a:ext>
                  </a:extLst>
                </p:cNvPr>
                <p:cNvSpPr/>
                <p:nvPr/>
              </p:nvSpPr>
              <p:spPr>
                <a:xfrm>
                  <a:off x="756047" y="4135160"/>
                  <a:ext cx="7631906" cy="1651040"/>
                </a:xfrm>
                <a:prstGeom prst="roundRect">
                  <a:avLst>
                    <a:gd name="adj" fmla="val 8861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6" name="Shape 6" descr="Decorative – no critical information">
                <a:extLst>
                  <a:ext uri="{FF2B5EF4-FFF2-40B4-BE49-F238E27FC236}">
                    <a16:creationId xmlns:a16="http://schemas.microsoft.com/office/drawing/2014/main" id="{9B408688-1D30-C482-453E-2E5DCE5CFF2A}"/>
                  </a:ext>
                </a:extLst>
              </p:cNvPr>
              <p:cNvSpPr/>
              <p:nvPr/>
            </p:nvSpPr>
            <p:spPr>
              <a:xfrm>
                <a:off x="725567" y="4135160"/>
                <a:ext cx="121920" cy="1651040"/>
              </a:xfrm>
              <a:prstGeom prst="roundRect">
                <a:avLst>
                  <a:gd name="adj" fmla="val 74419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4" name="Text 7" descr="Decorative – no critical information">
              <a:extLst>
                <a:ext uri="{FF2B5EF4-FFF2-40B4-BE49-F238E27FC236}">
                  <a16:creationId xmlns:a16="http://schemas.microsoft.com/office/drawing/2014/main" id="{CC4128F2-380D-881F-33F0-947D06E0B44C}"/>
                </a:ext>
              </a:extLst>
            </p:cNvPr>
            <p:cNvSpPr/>
            <p:nvPr/>
          </p:nvSpPr>
          <p:spPr>
            <a:xfrm>
              <a:off x="1093946" y="4381619"/>
              <a:ext cx="2700218" cy="337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Flexible Fulfillment</a:t>
              </a:r>
              <a:endParaRPr lang="en-US" sz="21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614ADE7-26F4-2C31-B895-40DC1BB50819}"/>
              </a:ext>
            </a:extLst>
          </p:cNvPr>
          <p:cNvGrpSpPr/>
          <p:nvPr/>
        </p:nvGrpSpPr>
        <p:grpSpPr>
          <a:xfrm>
            <a:off x="725567" y="0"/>
            <a:ext cx="7415927" cy="5539740"/>
            <a:chOff x="725567" y="0"/>
            <a:chExt cx="7415927" cy="5539740"/>
          </a:xfrm>
          <a:solidFill>
            <a:srgbClr val="C07000"/>
          </a:solidFill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0A0F12A-DC4D-0C42-9B99-F2B34253810D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4719161"/>
            </a:xfrm>
            <a:grpFill/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73F5CFB9-8A25-EED0-AF99-207A609D586C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5786200"/>
              </a:xfrm>
              <a:grpFill/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4C3F2767-B28A-951D-A53A-12F62A24E34C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662386" cy="5786200"/>
                </a:xfrm>
                <a:grpFill/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FC8042AB-B1B3-8865-F4D3-B37298841E15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7415927" cy="3672721"/>
                  </a:xfrm>
                  <a:grpFill/>
                </p:grpSpPr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5F770ACA-F233-31D9-8DB2-D35556DC91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572000" cy="2852142"/>
                    </a:xfrm>
                    <a:grpFill/>
                  </p:grpSpPr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0CDE00A0-28EE-507E-1023-8C7EFA7BA0B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4602480" cy="3919181"/>
                      </a:xfrm>
                      <a:grpFill/>
                    </p:grpSpPr>
                    <p:grpSp>
                      <p:nvGrpSpPr>
                        <p:cNvPr id="92" name="Group 91">
                          <a:extLst>
                            <a:ext uri="{FF2B5EF4-FFF2-40B4-BE49-F238E27FC236}">
                              <a16:creationId xmlns:a16="http://schemas.microsoft.com/office/drawing/2014/main" id="{F2B20D8F-CBF1-CD35-769D-F2A168DB106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6047" y="0"/>
                          <a:ext cx="4572000" cy="1371600"/>
                          <a:chOff x="756047" y="0"/>
                          <a:chExt cx="7631906" cy="3919181"/>
                        </a:xfrm>
                        <a:grpFill/>
                      </p:grpSpPr>
                      <p:grpSp>
                        <p:nvGrpSpPr>
                          <p:cNvPr id="94" name="Group 93">
                            <a:extLst>
                              <a:ext uri="{FF2B5EF4-FFF2-40B4-BE49-F238E27FC236}">
                                <a16:creationId xmlns:a16="http://schemas.microsoft.com/office/drawing/2014/main" id="{1CA0B032-C2E4-1DA8-2616-6351B847AB0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6047" y="0"/>
                            <a:ext cx="4572000" cy="1371600"/>
                            <a:chOff x="756047" y="0"/>
                            <a:chExt cx="9302089" cy="1944172"/>
                          </a:xfrm>
                          <a:grpFill/>
                        </p:grpSpPr>
                        <p:pic>
                          <p:nvPicPr>
                            <p:cNvPr id="96" name="Image 0" descr="preencoded.png">
                              <a:extLst>
                                <a:ext uri="{FF2B5EF4-FFF2-40B4-BE49-F238E27FC236}">
                                  <a16:creationId xmlns:a16="http://schemas.microsoft.com/office/drawing/2014/main" id="{8EFD2AED-52B2-566F-52B9-8ED7C99649A7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144000" y="0"/>
                              <a:ext cx="914136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  <p:sp>
                          <p:nvSpPr>
                            <p:cNvPr id="97" name="Text 0">
                              <a:extLst>
                                <a:ext uri="{FF2B5EF4-FFF2-40B4-BE49-F238E27FC236}">
                                  <a16:creationId xmlns:a16="http://schemas.microsoft.com/office/drawing/2014/main" id="{3D7123FE-7008-57C7-293D-3FC457981AA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56047" y="594003"/>
                              <a:ext cx="7631906" cy="135016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3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Omnichannel Fulfillment Excellence</a:t>
                              </a:r>
                              <a:endParaRPr lang="en-US" sz="42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95" name="Shape 1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A53A351E-D9A1-93AC-0899-2CFEA5DDDC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56047" y="2268141"/>
                            <a:ext cx="7631906" cy="1651040"/>
                          </a:xfrm>
                          <a:prstGeom prst="roundRect">
                            <a:avLst>
                              <a:gd name="adj" fmla="val 8861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93" name="Shape 2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37C0D3C1-2ADA-EF41-1F63-761DE40C90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5567" y="2268141"/>
                          <a:ext cx="121920" cy="1651040"/>
                        </a:xfrm>
                        <a:prstGeom prst="roundRect">
                          <a:avLst>
                            <a:gd name="adj" fmla="val 7441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1" name="Text 3" descr="Decorative – no critical information">
                        <a:extLst>
                          <a:ext uri="{FF2B5EF4-FFF2-40B4-BE49-F238E27FC236}">
                            <a16:creationId xmlns:a16="http://schemas.microsoft.com/office/drawing/2014/main" id="{0AC5F2A6-11E3-715F-B286-70B92D2D59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3946" y="2514600"/>
                        <a:ext cx="2783324" cy="337542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650"/>
                          </a:lnSpc>
                          <a:buNone/>
                        </a:pPr>
                        <a:r>
                          <a:rPr lang="en-US" sz="2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Seamless Integration</a:t>
                        </a:r>
                        <a:endParaRPr lang="en-US" sz="2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9" name="Text 4" descr="Decorative – no critical information">
                      <a:extLst>
                        <a:ext uri="{FF2B5EF4-FFF2-40B4-BE49-F238E27FC236}">
                          <a16:creationId xmlns:a16="http://schemas.microsoft.com/office/drawing/2014/main" id="{E25F9C52-D004-0526-51F1-5739041126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946" y="2981682"/>
                      <a:ext cx="7047548" cy="69103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Online and offline channels converge to create unified customer experiences with consistent service quality</a:t>
                      </a:r>
                      <a:endParaRPr lang="en-US" sz="17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7" name="Shape 5" descr="Decorative – no critical information">
                    <a:extLst>
                      <a:ext uri="{FF2B5EF4-FFF2-40B4-BE49-F238E27FC236}">
                        <a16:creationId xmlns:a16="http://schemas.microsoft.com/office/drawing/2014/main" id="{202CDDF2-996D-D9E8-FE6F-F10FF867BCFF}"/>
                      </a:ext>
                    </a:extLst>
                  </p:cNvPr>
                  <p:cNvSpPr/>
                  <p:nvPr/>
                </p:nvSpPr>
                <p:spPr>
                  <a:xfrm>
                    <a:off x="756047" y="4135160"/>
                    <a:ext cx="7631906" cy="1651040"/>
                  </a:xfrm>
                  <a:prstGeom prst="roundRect">
                    <a:avLst>
                      <a:gd name="adj" fmla="val 8861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5" name="Shape 6" descr="Decorative – no critical information">
                  <a:extLst>
                    <a:ext uri="{FF2B5EF4-FFF2-40B4-BE49-F238E27FC236}">
                      <a16:creationId xmlns:a16="http://schemas.microsoft.com/office/drawing/2014/main" id="{52F5279B-420C-409F-25ED-70DB4F7BDAAD}"/>
                    </a:ext>
                  </a:extLst>
                </p:cNvPr>
                <p:cNvSpPr/>
                <p:nvPr/>
              </p:nvSpPr>
              <p:spPr>
                <a:xfrm>
                  <a:off x="725567" y="4135160"/>
                  <a:ext cx="121920" cy="1651040"/>
                </a:xfrm>
                <a:prstGeom prst="roundRect">
                  <a:avLst>
                    <a:gd name="adj" fmla="val 74419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3" name="Text 7" descr="Decorative – no critical information">
                <a:extLst>
                  <a:ext uri="{FF2B5EF4-FFF2-40B4-BE49-F238E27FC236}">
                    <a16:creationId xmlns:a16="http://schemas.microsoft.com/office/drawing/2014/main" id="{8BAA106D-33FF-A0DE-1378-FDA59743F1DA}"/>
                  </a:ext>
                </a:extLst>
              </p:cNvPr>
              <p:cNvSpPr/>
              <p:nvPr/>
            </p:nvSpPr>
            <p:spPr>
              <a:xfrm>
                <a:off x="1093946" y="4381619"/>
                <a:ext cx="2700218" cy="337542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650"/>
                  </a:lnSpc>
                  <a:buNone/>
                </a:pPr>
                <a:r>
                  <a:rPr lang="en-US" sz="2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Flexible Fulfillment</a:t>
                </a:r>
                <a:endParaRPr lang="en-US" sz="2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1" name="Text 8" descr="Decorative – no critical information">
              <a:extLst>
                <a:ext uri="{FF2B5EF4-FFF2-40B4-BE49-F238E27FC236}">
                  <a16:creationId xmlns:a16="http://schemas.microsoft.com/office/drawing/2014/main" id="{DCCF7410-2D04-1D9B-4657-544F4D953E32}"/>
                </a:ext>
              </a:extLst>
            </p:cNvPr>
            <p:cNvSpPr/>
            <p:nvPr/>
          </p:nvSpPr>
          <p:spPr>
            <a:xfrm>
              <a:off x="1093946" y="4848701"/>
              <a:ext cx="7047548" cy="6910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Buy online pickup in-store, ship from store, curbside delivery—customers choose their preferred method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B144EE6-24BC-A29B-049C-C77434AE0AE2}"/>
              </a:ext>
            </a:extLst>
          </p:cNvPr>
          <p:cNvGrpSpPr/>
          <p:nvPr/>
        </p:nvGrpSpPr>
        <p:grpSpPr>
          <a:xfrm>
            <a:off x="725567" y="0"/>
            <a:ext cx="7662386" cy="7637979"/>
            <a:chOff x="725567" y="0"/>
            <a:chExt cx="7662386" cy="7637979"/>
          </a:xfrm>
          <a:solidFill>
            <a:srgbClr val="C07000"/>
          </a:solidFill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19A6F73-8F10-08B9-38E6-815A9B5959A0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415927" cy="5539740"/>
            </a:xfrm>
            <a:grpFill/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202D6B2C-01A6-E92D-03CE-88184679041F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4719161"/>
              </a:xfrm>
              <a:grpFill/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A87596B-534A-F61F-3CA7-B2A116CF6EA0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5786200"/>
                </a:xfrm>
                <a:grpFill/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A705733D-5767-BAB0-BE78-D02E57692B9B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7662386" cy="5786200"/>
                  </a:xfrm>
                  <a:grpFill/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EF778D30-E577-AA0D-B7DD-165C2D5B99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7415927" cy="3672721"/>
                    </a:xfrm>
                    <a:grpFill/>
                  </p:grpSpPr>
                  <p:grpSp>
                    <p:nvGrpSpPr>
                      <p:cNvPr id="109" name="Group 108">
                        <a:extLst>
                          <a:ext uri="{FF2B5EF4-FFF2-40B4-BE49-F238E27FC236}">
                            <a16:creationId xmlns:a16="http://schemas.microsoft.com/office/drawing/2014/main" id="{78725BDB-3704-7841-3DBD-2935F553F51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4572000" cy="2852142"/>
                      </a:xfrm>
                      <a:grpFill/>
                    </p:grpSpPr>
                    <p:grpSp>
                      <p:nvGrpSpPr>
                        <p:cNvPr id="111" name="Group 110">
                          <a:extLst>
                            <a:ext uri="{FF2B5EF4-FFF2-40B4-BE49-F238E27FC236}">
                              <a16:creationId xmlns:a16="http://schemas.microsoft.com/office/drawing/2014/main" id="{3163B5AB-96CF-58CA-C6BE-F49BE044CE6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4602480" cy="3919181"/>
                        </a:xfrm>
                        <a:grpFill/>
                      </p:grpSpPr>
                      <p:grpSp>
                        <p:nvGrpSpPr>
                          <p:cNvPr id="113" name="Group 112">
                            <a:extLst>
                              <a:ext uri="{FF2B5EF4-FFF2-40B4-BE49-F238E27FC236}">
                                <a16:creationId xmlns:a16="http://schemas.microsoft.com/office/drawing/2014/main" id="{2849A73E-B385-A33C-607E-9B6F04FDAF7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6047" y="0"/>
                            <a:ext cx="4572000" cy="1371600"/>
                            <a:chOff x="756047" y="0"/>
                            <a:chExt cx="7631906" cy="3919181"/>
                          </a:xfrm>
                          <a:grpFill/>
                        </p:grpSpPr>
                        <p:grpSp>
                          <p:nvGrpSpPr>
                            <p:cNvPr id="115" name="Group 114">
                              <a:extLst>
                                <a:ext uri="{FF2B5EF4-FFF2-40B4-BE49-F238E27FC236}">
                                  <a16:creationId xmlns:a16="http://schemas.microsoft.com/office/drawing/2014/main" id="{16EFBE16-765D-7711-ACE3-35C9DD9F3A0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56047" y="0"/>
                              <a:ext cx="4572000" cy="1371600"/>
                              <a:chOff x="756047" y="0"/>
                              <a:chExt cx="9302089" cy="1944172"/>
                            </a:xfrm>
                            <a:grpFill/>
                          </p:grpSpPr>
                          <p:pic>
                            <p:nvPicPr>
                              <p:cNvPr id="117" name="Image 0" descr="preencoded.png">
                                <a:extLst>
                                  <a:ext uri="{FF2B5EF4-FFF2-40B4-BE49-F238E27FC236}">
                                    <a16:creationId xmlns:a16="http://schemas.microsoft.com/office/drawing/2014/main" id="{3E6F6926-66A1-E528-3E27-E67F4B7F5854}"/>
                                  </a:ext>
                                </a:extLst>
                              </p:cNvPr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144000" y="0"/>
                                <a:ext cx="914136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</p:pic>
                          <p:sp>
                            <p:nvSpPr>
                              <p:cNvPr id="118" name="Text 0">
                                <a:extLst>
                                  <a:ext uri="{FF2B5EF4-FFF2-40B4-BE49-F238E27FC236}">
                                    <a16:creationId xmlns:a16="http://schemas.microsoft.com/office/drawing/2014/main" id="{2541BAF1-70C5-7F4E-7ADB-114173DDE2C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56047" y="594003"/>
                                <a:ext cx="7631906" cy="1350169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3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Omnichannel Fulfillment Excellence</a:t>
                                </a:r>
                                <a:endParaRPr lang="en-US" sz="42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16" name="Shape 1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11925264-4884-9FA3-E15E-FB179F2208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56047" y="2268141"/>
                              <a:ext cx="7631906" cy="1651040"/>
                            </a:xfrm>
                            <a:prstGeom prst="roundRect">
                              <a:avLst>
                                <a:gd name="adj" fmla="val 8861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114" name="Shape 2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FEBE22DB-7EB4-BBEB-EDCB-A5E85772BB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25567" y="2268141"/>
                            <a:ext cx="121920" cy="1651040"/>
                          </a:xfrm>
                          <a:prstGeom prst="roundRect">
                            <a:avLst>
                              <a:gd name="adj" fmla="val 74419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12" name="Text 3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F9BEFEE1-94FA-B9B9-4AE5-5FDA9944194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93946" y="2514600"/>
                          <a:ext cx="2783324" cy="337542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65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Seamless Integration</a:t>
                          </a:r>
                          <a:endParaRPr lang="en-US" sz="21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10" name="Text 4" descr="Decorative – no critical information">
                        <a:extLst>
                          <a:ext uri="{FF2B5EF4-FFF2-40B4-BE49-F238E27FC236}">
                            <a16:creationId xmlns:a16="http://schemas.microsoft.com/office/drawing/2014/main" id="{A71F2338-9ECD-3B17-9DDE-A16A317C8E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3946" y="2981682"/>
                        <a:ext cx="7047548" cy="69103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700"/>
                          </a:lnSpc>
                          <a:buNone/>
                        </a:pPr>
                        <a:r>
                          <a:rPr lang="en-US" sz="17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Online and offline channels converge to create unified customer experiences with consistent service quality</a:t>
                        </a:r>
                        <a:endParaRPr lang="en-US" sz="17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8" name="Shape 5" descr="Decorative – no critical information">
                      <a:extLst>
                        <a:ext uri="{FF2B5EF4-FFF2-40B4-BE49-F238E27FC236}">
                          <a16:creationId xmlns:a16="http://schemas.microsoft.com/office/drawing/2014/main" id="{788E05DE-A906-F006-AB11-154D46526C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047" y="4135160"/>
                      <a:ext cx="7631906" cy="1651040"/>
                    </a:xfrm>
                    <a:prstGeom prst="roundRect">
                      <a:avLst>
                        <a:gd name="adj" fmla="val 8861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6" name="Shape 6" descr="Decorative – no critical information">
                    <a:extLst>
                      <a:ext uri="{FF2B5EF4-FFF2-40B4-BE49-F238E27FC236}">
                        <a16:creationId xmlns:a16="http://schemas.microsoft.com/office/drawing/2014/main" id="{F8FBDA69-3F0B-CFD2-ECE4-F034A7E33877}"/>
                      </a:ext>
                    </a:extLst>
                  </p:cNvPr>
                  <p:cNvSpPr/>
                  <p:nvPr/>
                </p:nvSpPr>
                <p:spPr>
                  <a:xfrm>
                    <a:off x="725567" y="4135160"/>
                    <a:ext cx="121920" cy="1651040"/>
                  </a:xfrm>
                  <a:prstGeom prst="roundRect">
                    <a:avLst>
                      <a:gd name="adj" fmla="val 74419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4" name="Text 7" descr="Decorative – no critical information">
                  <a:extLst>
                    <a:ext uri="{FF2B5EF4-FFF2-40B4-BE49-F238E27FC236}">
                      <a16:creationId xmlns:a16="http://schemas.microsoft.com/office/drawing/2014/main" id="{8B1FB73C-F0A1-E43A-85B2-EAD908DCFD7C}"/>
                    </a:ext>
                  </a:extLst>
                </p:cNvPr>
                <p:cNvSpPr/>
                <p:nvPr/>
              </p:nvSpPr>
              <p:spPr>
                <a:xfrm>
                  <a:off x="1093946" y="4381619"/>
                  <a:ext cx="2700218" cy="337542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650"/>
                    </a:lnSpc>
                    <a:buNone/>
                  </a:pPr>
                  <a:r>
                    <a:rPr lang="en-US" sz="2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Flexible Fulfillment</a:t>
                  </a:r>
                  <a:endParaRPr lang="en-US" sz="2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02" name="Text 8" descr="Decorative – no critical information">
                <a:extLst>
                  <a:ext uri="{FF2B5EF4-FFF2-40B4-BE49-F238E27FC236}">
                    <a16:creationId xmlns:a16="http://schemas.microsoft.com/office/drawing/2014/main" id="{EACBC3DA-F912-29F6-7562-4DF62ECAD306}"/>
                  </a:ext>
                </a:extLst>
              </p:cNvPr>
              <p:cNvSpPr/>
              <p:nvPr/>
            </p:nvSpPr>
            <p:spPr>
              <a:xfrm>
                <a:off x="1093946" y="4848701"/>
                <a:ext cx="7047548" cy="6910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17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Buy online pickup in-store, ship from store, curbside delivery—customers choose their preferred method</a:t>
                </a:r>
                <a:endParaRPr lang="en-US" sz="17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00" name="Shape 9" descr="Decorative – no critical information">
              <a:extLst>
                <a:ext uri="{FF2B5EF4-FFF2-40B4-BE49-F238E27FC236}">
                  <a16:creationId xmlns:a16="http://schemas.microsoft.com/office/drawing/2014/main" id="{B559FD2A-5EA7-D879-64A7-8BC20667288D}"/>
                </a:ext>
              </a:extLst>
            </p:cNvPr>
            <p:cNvSpPr/>
            <p:nvPr/>
          </p:nvSpPr>
          <p:spPr>
            <a:xfrm>
              <a:off x="756047" y="6029206"/>
              <a:ext cx="7631906" cy="1608773"/>
            </a:xfrm>
            <a:prstGeom prst="roundRect">
              <a:avLst>
                <a:gd name="adj" fmla="val 5640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69278E6-3AF8-2201-6F42-BE95916ED357}"/>
              </a:ext>
            </a:extLst>
          </p:cNvPr>
          <p:cNvGrpSpPr/>
          <p:nvPr/>
        </p:nvGrpSpPr>
        <p:grpSpPr>
          <a:xfrm>
            <a:off x="725567" y="0"/>
            <a:ext cx="4572000" cy="6569868"/>
            <a:chOff x="725567" y="0"/>
            <a:chExt cx="4572000" cy="6569868"/>
          </a:xfrm>
          <a:solidFill>
            <a:srgbClr val="C07000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07A69656-85C2-A919-31CB-BB28F11C2FF2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662386" cy="7637979"/>
            </a:xfrm>
            <a:grpFill/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3052A084-6493-3F6C-BC36-EDC72BD1E77E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415927" cy="5539740"/>
              </a:xfrm>
              <a:grpFill/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9DEEF68B-833D-2817-52BC-78A9471956F6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4719161"/>
                </a:xfrm>
                <a:grpFill/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B37479B8-9508-2AAC-7561-E9991990E426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5786200"/>
                  </a:xfrm>
                  <a:grpFill/>
                </p:grpSpPr>
                <p:grpSp>
                  <p:nvGrpSpPr>
                    <p:cNvPr id="128" name="Group 127">
                      <a:extLst>
                        <a:ext uri="{FF2B5EF4-FFF2-40B4-BE49-F238E27FC236}">
                          <a16:creationId xmlns:a16="http://schemas.microsoft.com/office/drawing/2014/main" id="{3C91E3D3-B935-8302-FD0D-B44355947B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7662386" cy="5786200"/>
                    </a:xfrm>
                    <a:grpFill/>
                  </p:grpSpPr>
                  <p:grpSp>
                    <p:nvGrpSpPr>
                      <p:cNvPr id="130" name="Group 129">
                        <a:extLst>
                          <a:ext uri="{FF2B5EF4-FFF2-40B4-BE49-F238E27FC236}">
                            <a16:creationId xmlns:a16="http://schemas.microsoft.com/office/drawing/2014/main" id="{8DA232FD-6658-FDF9-725F-169CC82BD1C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7415927" cy="3672721"/>
                      </a:xfrm>
                      <a:grpFill/>
                    </p:grpSpPr>
                    <p:grpSp>
                      <p:nvGrpSpPr>
                        <p:cNvPr id="132" name="Group 131">
                          <a:extLst>
                            <a:ext uri="{FF2B5EF4-FFF2-40B4-BE49-F238E27FC236}">
                              <a16:creationId xmlns:a16="http://schemas.microsoft.com/office/drawing/2014/main" id="{6733E362-C77E-BE77-9B40-9BDA0AC22B9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4572000" cy="2852142"/>
                        </a:xfrm>
                        <a:grpFill/>
                      </p:grpSpPr>
                      <p:grpSp>
                        <p:nvGrpSpPr>
                          <p:cNvPr id="134" name="Group 133">
                            <a:extLst>
                              <a:ext uri="{FF2B5EF4-FFF2-40B4-BE49-F238E27FC236}">
                                <a16:creationId xmlns:a16="http://schemas.microsoft.com/office/drawing/2014/main" id="{905DDB3B-3AD4-5ED0-EBC7-15138946570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5567" y="0"/>
                            <a:ext cx="4572000" cy="1371600"/>
                            <a:chOff x="725567" y="0"/>
                            <a:chExt cx="4602480" cy="3919181"/>
                          </a:xfrm>
                          <a:grpFill/>
                        </p:grpSpPr>
                        <p:grpSp>
                          <p:nvGrpSpPr>
                            <p:cNvPr id="136" name="Group 135">
                              <a:extLst>
                                <a:ext uri="{FF2B5EF4-FFF2-40B4-BE49-F238E27FC236}">
                                  <a16:creationId xmlns:a16="http://schemas.microsoft.com/office/drawing/2014/main" id="{5C23A71D-4DB5-5374-1DFE-C50D5F96EEE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56047" y="0"/>
                              <a:ext cx="4572000" cy="1371600"/>
                              <a:chOff x="756047" y="0"/>
                              <a:chExt cx="7631906" cy="3919181"/>
                            </a:xfrm>
                            <a:grpFill/>
                          </p:grpSpPr>
                          <p:grpSp>
                            <p:nvGrpSpPr>
                              <p:cNvPr id="138" name="Group 137">
                                <a:extLst>
                                  <a:ext uri="{FF2B5EF4-FFF2-40B4-BE49-F238E27FC236}">
                                    <a16:creationId xmlns:a16="http://schemas.microsoft.com/office/drawing/2014/main" id="{89AA543E-EBA5-684D-E14E-87964F747D0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6047" y="0"/>
                                <a:ext cx="4572000" cy="1371600"/>
                                <a:chOff x="756047" y="0"/>
                                <a:chExt cx="9302089" cy="1944172"/>
                              </a:xfrm>
                              <a:grpFill/>
                            </p:grpSpPr>
                            <p:pic>
                              <p:nvPicPr>
                                <p:cNvPr id="140" name="Image 0" descr="preencoded.png">
                                  <a:extLst>
                                    <a:ext uri="{FF2B5EF4-FFF2-40B4-BE49-F238E27FC236}">
                                      <a16:creationId xmlns:a16="http://schemas.microsoft.com/office/drawing/2014/main" id="{2B124F80-6655-EF33-9C62-73380021351D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9144000" y="0"/>
                                  <a:ext cx="914136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</p:pic>
                            <p:sp>
                              <p:nvSpPr>
                                <p:cNvPr id="141" name="Text 0">
                                  <a:extLst>
                                    <a:ext uri="{FF2B5EF4-FFF2-40B4-BE49-F238E27FC236}">
                                      <a16:creationId xmlns:a16="http://schemas.microsoft.com/office/drawing/2014/main" id="{28D3FEE5-DAA4-53C2-0071-9021C4C4FF54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56047" y="594003"/>
                                  <a:ext cx="7631906" cy="1350169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squar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30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Omnichannel Fulfillment Excellence</a:t>
                                  </a:r>
                                  <a:endParaRPr lang="en-US" sz="42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39" name="Shape 1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A05C6474-B0CB-A584-E17A-6B229ECF81F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56047" y="2268141"/>
                                <a:ext cx="7631906" cy="1651040"/>
                              </a:xfrm>
                              <a:prstGeom prst="roundRect">
                                <a:avLst>
                                  <a:gd name="adj" fmla="val 8861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137" name="Shape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EAD9AF88-E1BE-8FFD-9288-F6D92DC0D0A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25567" y="2268141"/>
                              <a:ext cx="121920" cy="1651040"/>
                            </a:xfrm>
                            <a:prstGeom prst="roundRect">
                              <a:avLst>
                                <a:gd name="adj" fmla="val 74419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135" name="Text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A71A1F85-19B5-BC09-6E4F-6E658A1339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3946" y="2514600"/>
                            <a:ext cx="2783324" cy="337542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650"/>
                              </a:lnSpc>
                              <a:buNone/>
                            </a:pPr>
                            <a:r>
                              <a:rPr lang="en-US" sz="21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Seamless Integration</a:t>
                            </a:r>
                            <a:endParaRPr lang="en-US" sz="21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33" name="Text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83555064-A776-D183-4DA4-F7F9E6519D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93946" y="2981682"/>
                          <a:ext cx="7047548" cy="69103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17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Online and offline channels converge to create unified customer experiences with consistent service quality</a:t>
                          </a:r>
                          <a:endParaRPr lang="en-US" sz="17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31" name="Shape 5" descr="Decorative – no critical information">
                        <a:extLst>
                          <a:ext uri="{FF2B5EF4-FFF2-40B4-BE49-F238E27FC236}">
                            <a16:creationId xmlns:a16="http://schemas.microsoft.com/office/drawing/2014/main" id="{C4A32C53-981F-BD43-941E-F85CDF3F44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6047" y="4135160"/>
                        <a:ext cx="7631906" cy="1651040"/>
                      </a:xfrm>
                      <a:prstGeom prst="roundRect">
                        <a:avLst>
                          <a:gd name="adj" fmla="val 8861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29" name="Shape 6" descr="Decorative – no critical information">
                      <a:extLst>
                        <a:ext uri="{FF2B5EF4-FFF2-40B4-BE49-F238E27FC236}">
                          <a16:creationId xmlns:a16="http://schemas.microsoft.com/office/drawing/2014/main" id="{BBE110F1-6112-E443-7B71-AA7F728156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567" y="4135160"/>
                      <a:ext cx="121920" cy="1651040"/>
                    </a:xfrm>
                    <a:prstGeom prst="roundRect">
                      <a:avLst>
                        <a:gd name="adj" fmla="val 7441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7" name="Text 7" descr="Decorative – no critical information">
                    <a:extLst>
                      <a:ext uri="{FF2B5EF4-FFF2-40B4-BE49-F238E27FC236}">
                        <a16:creationId xmlns:a16="http://schemas.microsoft.com/office/drawing/2014/main" id="{78011E37-9522-D1ED-7AA9-B918BC0EAA55}"/>
                      </a:ext>
                    </a:extLst>
                  </p:cNvPr>
                  <p:cNvSpPr/>
                  <p:nvPr/>
                </p:nvSpPr>
                <p:spPr>
                  <a:xfrm>
                    <a:off x="1093946" y="4381619"/>
                    <a:ext cx="2700218" cy="337542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650"/>
                      </a:lnSpc>
                      <a:buNone/>
                    </a:pPr>
                    <a:r>
                      <a:rPr lang="en-US" sz="2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Flexible Fulfillment</a:t>
                    </a:r>
                    <a:endParaRPr lang="en-US" sz="2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5" name="Text 8" descr="Decorative – no critical information">
                  <a:extLst>
                    <a:ext uri="{FF2B5EF4-FFF2-40B4-BE49-F238E27FC236}">
                      <a16:creationId xmlns:a16="http://schemas.microsoft.com/office/drawing/2014/main" id="{A6EB34B1-D9AA-38BE-7CA5-C8E31C9DFBB4}"/>
                    </a:ext>
                  </a:extLst>
                </p:cNvPr>
                <p:cNvSpPr/>
                <p:nvPr/>
              </p:nvSpPr>
              <p:spPr>
                <a:xfrm>
                  <a:off x="1093946" y="4848701"/>
                  <a:ext cx="7047548" cy="6910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700"/>
                    </a:lnSpc>
                    <a:buNone/>
                  </a:pPr>
                  <a:r>
                    <a:rPr lang="en-US" sz="17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Buy online pickup in-store, ship from store, curbside delivery—customers choose their preferred method</a:t>
                  </a:r>
                  <a:endParaRPr lang="en-US" sz="17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3" name="Shape 9" descr="Decorative – no critical information">
                <a:extLst>
                  <a:ext uri="{FF2B5EF4-FFF2-40B4-BE49-F238E27FC236}">
                    <a16:creationId xmlns:a16="http://schemas.microsoft.com/office/drawing/2014/main" id="{897D984C-8921-0B44-5266-3A85E20A38DC}"/>
                  </a:ext>
                </a:extLst>
              </p:cNvPr>
              <p:cNvSpPr/>
              <p:nvPr/>
            </p:nvSpPr>
            <p:spPr>
              <a:xfrm>
                <a:off x="756047" y="6029206"/>
                <a:ext cx="7631906" cy="1608773"/>
              </a:xfrm>
              <a:prstGeom prst="roundRect">
                <a:avLst>
                  <a:gd name="adj" fmla="val 5640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21" name="Image 1" descr="Decorative – no critical information">
              <a:extLst>
                <a:ext uri="{FF2B5EF4-FFF2-40B4-BE49-F238E27FC236}">
                  <a16:creationId xmlns:a16="http://schemas.microsoft.com/office/drawing/2014/main" id="{E9FA1612-B997-8C5D-8ED2-1E8C30864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026" y="6353889"/>
              <a:ext cx="269915" cy="21597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0D7A5A8-9EC2-6B8C-4F06-5E83FDFB545B}"/>
              </a:ext>
            </a:extLst>
          </p:cNvPr>
          <p:cNvGrpSpPr/>
          <p:nvPr/>
        </p:nvGrpSpPr>
        <p:grpSpPr>
          <a:xfrm>
            <a:off x="725567" y="0"/>
            <a:ext cx="7446406" cy="7335679"/>
            <a:chOff x="725567" y="0"/>
            <a:chExt cx="7446406" cy="7335679"/>
          </a:xfrm>
          <a:solidFill>
            <a:srgbClr val="C07000"/>
          </a:solidFill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A72140E8-35ED-E8AF-44DA-83EF4EDD8278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6569868"/>
            </a:xfrm>
            <a:grpFill/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4DA3C086-840C-1F65-BA1E-A63F0B082C70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662386" cy="7637979"/>
              </a:xfrm>
              <a:grpFill/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87EE728B-5394-E522-CDC9-7D5BE06A9715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415927" cy="5539740"/>
                </a:xfrm>
                <a:grpFill/>
              </p:grpSpPr>
              <p:grpSp>
                <p:nvGrpSpPr>
                  <p:cNvPr id="149" name="Group 148">
                    <a:extLst>
                      <a:ext uri="{FF2B5EF4-FFF2-40B4-BE49-F238E27FC236}">
                        <a16:creationId xmlns:a16="http://schemas.microsoft.com/office/drawing/2014/main" id="{898588C1-4A2C-36BE-17C5-A61A8021C1D0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4719161"/>
                  </a:xfrm>
                  <a:grpFill/>
                </p:grpSpPr>
                <p:grpSp>
                  <p:nvGrpSpPr>
                    <p:cNvPr id="151" name="Group 150">
                      <a:extLst>
                        <a:ext uri="{FF2B5EF4-FFF2-40B4-BE49-F238E27FC236}">
                          <a16:creationId xmlns:a16="http://schemas.microsoft.com/office/drawing/2014/main" id="{4A556DE0-34B2-2158-2A84-A5EC0794EB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572000" cy="5786200"/>
                    </a:xfrm>
                    <a:grpFill/>
                  </p:grpSpPr>
                  <p:grpSp>
                    <p:nvGrpSpPr>
                      <p:cNvPr id="153" name="Group 152">
                        <a:extLst>
                          <a:ext uri="{FF2B5EF4-FFF2-40B4-BE49-F238E27FC236}">
                            <a16:creationId xmlns:a16="http://schemas.microsoft.com/office/drawing/2014/main" id="{20F4AD8D-A2E8-320F-DF71-DADA349A962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7662386" cy="5786200"/>
                      </a:xfrm>
                      <a:grpFill/>
                    </p:grpSpPr>
                    <p:grpSp>
                      <p:nvGrpSpPr>
                        <p:cNvPr id="155" name="Group 154">
                          <a:extLst>
                            <a:ext uri="{FF2B5EF4-FFF2-40B4-BE49-F238E27FC236}">
                              <a16:creationId xmlns:a16="http://schemas.microsoft.com/office/drawing/2014/main" id="{7A61C0D9-FAFF-C1ED-A2B2-0862DEE5750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7415927" cy="3672721"/>
                        </a:xfrm>
                        <a:grpFill/>
                      </p:grpSpPr>
                      <p:grpSp>
                        <p:nvGrpSpPr>
                          <p:cNvPr id="157" name="Group 156">
                            <a:extLst>
                              <a:ext uri="{FF2B5EF4-FFF2-40B4-BE49-F238E27FC236}">
                                <a16:creationId xmlns:a16="http://schemas.microsoft.com/office/drawing/2014/main" id="{B97652CA-7C16-9BFD-CF8A-D39E9E199AF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5567" y="0"/>
                            <a:ext cx="4572000" cy="1371600"/>
                            <a:chOff x="725567" y="0"/>
                            <a:chExt cx="4572000" cy="2852142"/>
                          </a:xfrm>
                          <a:grpFill/>
                        </p:grpSpPr>
                        <p:grpSp>
                          <p:nvGrpSpPr>
                            <p:cNvPr id="159" name="Group 158">
                              <a:extLst>
                                <a:ext uri="{FF2B5EF4-FFF2-40B4-BE49-F238E27FC236}">
                                  <a16:creationId xmlns:a16="http://schemas.microsoft.com/office/drawing/2014/main" id="{2556AB2F-D45A-2C48-612F-CBC17C828F6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25567" y="0"/>
                              <a:ext cx="4572000" cy="1371600"/>
                              <a:chOff x="725567" y="0"/>
                              <a:chExt cx="4602480" cy="3919181"/>
                            </a:xfrm>
                            <a:grpFill/>
                          </p:grpSpPr>
                          <p:grpSp>
                            <p:nvGrpSpPr>
                              <p:cNvPr id="161" name="Group 160">
                                <a:extLst>
                                  <a:ext uri="{FF2B5EF4-FFF2-40B4-BE49-F238E27FC236}">
                                    <a16:creationId xmlns:a16="http://schemas.microsoft.com/office/drawing/2014/main" id="{CF1ACDBF-F938-2F8F-4717-19537A08E838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6047" y="0"/>
                                <a:ext cx="4572000" cy="1371600"/>
                                <a:chOff x="756047" y="0"/>
                                <a:chExt cx="7631906" cy="3919181"/>
                              </a:xfrm>
                              <a:grpFill/>
                            </p:grpSpPr>
                            <p:grpSp>
                              <p:nvGrpSpPr>
                                <p:cNvPr id="163" name="Group 162">
                                  <a:extLst>
                                    <a:ext uri="{FF2B5EF4-FFF2-40B4-BE49-F238E27FC236}">
                                      <a16:creationId xmlns:a16="http://schemas.microsoft.com/office/drawing/2014/main" id="{4CBA62AD-CCD8-FEA4-9A8F-5F80F96A4108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56047" y="0"/>
                                  <a:ext cx="4572000" cy="1371600"/>
                                  <a:chOff x="756047" y="0"/>
                                  <a:chExt cx="9302089" cy="1944172"/>
                                </a:xfrm>
                                <a:grpFill/>
                              </p:grpSpPr>
                              <p:pic>
                                <p:nvPicPr>
                                  <p:cNvPr id="165" name="Image 0" descr="preencoded.png">
                                    <a:extLst>
                                      <a:ext uri="{FF2B5EF4-FFF2-40B4-BE49-F238E27FC236}">
                                        <a16:creationId xmlns:a16="http://schemas.microsoft.com/office/drawing/2014/main" id="{83962697-1ACC-E1CA-77FA-82F889A7652F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3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9144000" y="0"/>
                                    <a:ext cx="914136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</p:pic>
                              <p:sp>
                                <p:nvSpPr>
                                  <p:cNvPr id="166" name="Text 0">
                                    <a:extLst>
                                      <a:ext uri="{FF2B5EF4-FFF2-40B4-BE49-F238E27FC236}">
                                        <a16:creationId xmlns:a16="http://schemas.microsoft.com/office/drawing/2014/main" id="{36733E96-E5C2-1140-D907-AC8A14A27031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56047" y="594003"/>
                                    <a:ext cx="7631906" cy="1350169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30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Omnichannel Fulfillment Excellence</a:t>
                                    </a:r>
                                    <a:endParaRPr lang="en-US" sz="42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64" name="Shape 1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93E16294-9C9A-D913-1C1C-49D227894A5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56047" y="2268141"/>
                                  <a:ext cx="7631906" cy="1651040"/>
                                </a:xfrm>
                                <a:prstGeom prst="roundRect">
                                  <a:avLst>
                                    <a:gd name="adj" fmla="val 8861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162" name="Shape 2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B8ED715F-6B4D-F27E-CCA6-F55997195F6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25567" y="2268141"/>
                                <a:ext cx="121920" cy="1651040"/>
                              </a:xfrm>
                              <a:prstGeom prst="roundRect">
                                <a:avLst>
                                  <a:gd name="adj" fmla="val 74419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160" name="Text 3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F4022618-0E15-22C2-A954-DAF2F9AD93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93946" y="2514600"/>
                              <a:ext cx="2783324" cy="337542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650"/>
                                </a:lnSpc>
                                <a:buNone/>
                              </a:pPr>
                              <a:r>
                                <a:rPr lang="en-US" sz="21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Seamless Integration</a:t>
                              </a:r>
                              <a:endParaRPr lang="en-US" sz="21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8" name="Text 4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1336A07F-A277-C578-3694-1622B7A34A5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3946" y="2981682"/>
                            <a:ext cx="7047548" cy="69103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00"/>
                              </a:lnSpc>
                              <a:buNone/>
                            </a:pPr>
                            <a:r>
                              <a:rPr lang="en-US" sz="17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Online and offline channels converge to create unified customer experiences with consistent service quality</a:t>
                            </a:r>
                            <a:endParaRPr lang="en-US" sz="17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56" name="Shape 5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F208A4DD-CD04-ACA1-256F-DEF948A1C4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6047" y="4135160"/>
                          <a:ext cx="7631906" cy="1651040"/>
                        </a:xfrm>
                        <a:prstGeom prst="roundRect">
                          <a:avLst>
                            <a:gd name="adj" fmla="val 8861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54" name="Shape 6" descr="Decorative – no critical information">
                        <a:extLst>
                          <a:ext uri="{FF2B5EF4-FFF2-40B4-BE49-F238E27FC236}">
                            <a16:creationId xmlns:a16="http://schemas.microsoft.com/office/drawing/2014/main" id="{150516A3-AC2F-9E28-5245-22ED9E1726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5567" y="4135160"/>
                        <a:ext cx="121920" cy="1651040"/>
                      </a:xfrm>
                      <a:prstGeom prst="roundRect">
                        <a:avLst>
                          <a:gd name="adj" fmla="val 7441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2" name="Text 7" descr="Decorative – no critical information">
                      <a:extLst>
                        <a:ext uri="{FF2B5EF4-FFF2-40B4-BE49-F238E27FC236}">
                          <a16:creationId xmlns:a16="http://schemas.microsoft.com/office/drawing/2014/main" id="{B2A6DE7F-73DD-E3C7-F0FF-6D70EE2BD0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946" y="4381619"/>
                      <a:ext cx="2700218" cy="337542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65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Flexible Fulfillment</a:t>
                      </a:r>
                      <a:endParaRPr lang="en-US" sz="2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50" name="Text 8" descr="Decorative – no critical information">
                    <a:extLst>
                      <a:ext uri="{FF2B5EF4-FFF2-40B4-BE49-F238E27FC236}">
                        <a16:creationId xmlns:a16="http://schemas.microsoft.com/office/drawing/2014/main" id="{DA5EBF5A-18CF-6FE5-7A6D-11ED6CE25597}"/>
                      </a:ext>
                    </a:extLst>
                  </p:cNvPr>
                  <p:cNvSpPr/>
                  <p:nvPr/>
                </p:nvSpPr>
                <p:spPr>
                  <a:xfrm>
                    <a:off x="1093946" y="4848701"/>
                    <a:ext cx="7047548" cy="6910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700"/>
                      </a:lnSpc>
                      <a:buNone/>
                    </a:pPr>
                    <a:r>
                      <a:rPr lang="en-US" sz="17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Buy online pickup in-store, ship from store, curbside delivery—customers choose their preferred method</a:t>
                    </a:r>
                    <a:endParaRPr lang="en-US" sz="17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48" name="Shape 9" descr="Decorative – no critical information">
                  <a:extLst>
                    <a:ext uri="{FF2B5EF4-FFF2-40B4-BE49-F238E27FC236}">
                      <a16:creationId xmlns:a16="http://schemas.microsoft.com/office/drawing/2014/main" id="{787FAA51-4713-C0FA-6550-71EF83E6E0C6}"/>
                    </a:ext>
                  </a:extLst>
                </p:cNvPr>
                <p:cNvSpPr/>
                <p:nvPr/>
              </p:nvSpPr>
              <p:spPr>
                <a:xfrm>
                  <a:off x="756047" y="6029206"/>
                  <a:ext cx="7631906" cy="1608773"/>
                </a:xfrm>
                <a:prstGeom prst="roundRect">
                  <a:avLst>
                    <a:gd name="adj" fmla="val 5640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46" name="Image 1" descr="Decorative – no critical information">
                <a:extLst>
                  <a:ext uri="{FF2B5EF4-FFF2-40B4-BE49-F238E27FC236}">
                    <a16:creationId xmlns:a16="http://schemas.microsoft.com/office/drawing/2014/main" id="{9084E5AC-0DC5-139D-1B25-41D4D71696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026" y="6353889"/>
                <a:ext cx="269915" cy="21597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44" name="Text 10" descr="Decorative – no critical information">
              <a:extLst>
                <a:ext uri="{FF2B5EF4-FFF2-40B4-BE49-F238E27FC236}">
                  <a16:creationId xmlns:a16="http://schemas.microsoft.com/office/drawing/2014/main" id="{717BEE22-BBA5-85F9-3F61-25DDA2C90D22}"/>
                </a:ext>
              </a:extLst>
            </p:cNvPr>
            <p:cNvSpPr/>
            <p:nvPr/>
          </p:nvSpPr>
          <p:spPr>
            <a:xfrm>
              <a:off x="1457920" y="6299121"/>
              <a:ext cx="6714053" cy="10365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Home Depot Excellence:</a:t>
              </a:r>
              <a:r>
                <a:rPr lang="en-US" sz="17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E-commerce fulfillment centers handling 100,000+ SKUs with same-day delivery capabilities in major markets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04244AC-6DCC-EC99-4B70-545B8FE6BE24}"/>
              </a:ext>
            </a:extLst>
          </p:cNvPr>
          <p:cNvGrpSpPr/>
          <p:nvPr/>
        </p:nvGrpSpPr>
        <p:grpSpPr>
          <a:xfrm>
            <a:off x="877967" y="152400"/>
            <a:ext cx="4572000" cy="1371600"/>
            <a:chOff x="725567" y="0"/>
            <a:chExt cx="7446406" cy="7335679"/>
          </a:xfrm>
          <a:solidFill>
            <a:srgbClr val="C07000"/>
          </a:solidFill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B3D556E-6AB2-5CEB-7B70-C10A3D26F394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6569868"/>
            </a:xfrm>
            <a:grpFill/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97A6DC1-4F82-BBBC-A77B-B01A51F4A80B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662386" cy="7637979"/>
              </a:xfrm>
              <a:grpFill/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A7CF2C00-30DD-37B0-54BA-F02E7A310589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415927" cy="5539740"/>
                </a:xfrm>
                <a:grpFill/>
              </p:grpSpPr>
              <p:grpSp>
                <p:nvGrpSpPr>
                  <p:cNvPr id="174" name="Group 173">
                    <a:extLst>
                      <a:ext uri="{FF2B5EF4-FFF2-40B4-BE49-F238E27FC236}">
                        <a16:creationId xmlns:a16="http://schemas.microsoft.com/office/drawing/2014/main" id="{652636ED-D965-C542-BBAA-B9DF756D3748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4719161"/>
                  </a:xfrm>
                  <a:grpFill/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FCDC3F58-D197-F0C1-A13A-A177599954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572000" cy="5786200"/>
                    </a:xfrm>
                    <a:grpFill/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B2478879-27CC-8D8E-93F6-9DC0F08724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7662386" cy="5786200"/>
                      </a:xfrm>
                      <a:grpFill/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3EC9ED0-949B-1037-F241-2A5CEF1722F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7415927" cy="3672721"/>
                        </a:xfrm>
                        <a:grpFill/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32DEACD6-684B-8F30-1CB1-E1C7AEDF634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5567" y="0"/>
                            <a:ext cx="4572000" cy="1371600"/>
                            <a:chOff x="725567" y="0"/>
                            <a:chExt cx="4572000" cy="2852142"/>
                          </a:xfrm>
                          <a:grpFill/>
                        </p:grpSpPr>
                        <p:grpSp>
                          <p:nvGrpSpPr>
                            <p:cNvPr id="184" name="Group 183">
                              <a:extLst>
                                <a:ext uri="{FF2B5EF4-FFF2-40B4-BE49-F238E27FC236}">
                                  <a16:creationId xmlns:a16="http://schemas.microsoft.com/office/drawing/2014/main" id="{A11F976D-35B2-717B-DD68-900E38A0709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25567" y="0"/>
                              <a:ext cx="4572000" cy="1371600"/>
                              <a:chOff x="725567" y="0"/>
                              <a:chExt cx="4602480" cy="3919181"/>
                            </a:xfrm>
                            <a:grpFill/>
                          </p:grpSpPr>
                          <p:grpSp>
                            <p:nvGrpSpPr>
                              <p:cNvPr id="186" name="Group 185">
                                <a:extLst>
                                  <a:ext uri="{FF2B5EF4-FFF2-40B4-BE49-F238E27FC236}">
                                    <a16:creationId xmlns:a16="http://schemas.microsoft.com/office/drawing/2014/main" id="{6F24AF2C-E0A5-00B4-8DCE-3BEFE6A6633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6047" y="0"/>
                                <a:ext cx="4572000" cy="1371600"/>
                                <a:chOff x="756047" y="0"/>
                                <a:chExt cx="7631906" cy="3919181"/>
                              </a:xfrm>
                              <a:grpFill/>
                            </p:grpSpPr>
                            <p:grpSp>
                              <p:nvGrpSpPr>
                                <p:cNvPr id="188" name="Group 187">
                                  <a:extLst>
                                    <a:ext uri="{FF2B5EF4-FFF2-40B4-BE49-F238E27FC236}">
                                      <a16:creationId xmlns:a16="http://schemas.microsoft.com/office/drawing/2014/main" id="{F6B5F000-0202-48F9-2357-B3A1C6717EE0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56047" y="0"/>
                                  <a:ext cx="4572000" cy="1371600"/>
                                  <a:chOff x="756047" y="0"/>
                                  <a:chExt cx="9302089" cy="1944172"/>
                                </a:xfrm>
                                <a:grpFill/>
                              </p:grpSpPr>
                              <p:pic>
                                <p:nvPicPr>
                                  <p:cNvPr id="190" name="Image 0" descr="preencoded.png">
                                    <a:extLst>
                                      <a:ext uri="{FF2B5EF4-FFF2-40B4-BE49-F238E27FC236}">
                                        <a16:creationId xmlns:a16="http://schemas.microsoft.com/office/drawing/2014/main" id="{59695DEB-31F4-A67D-7F04-1081A52BACE0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3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9144000" y="0"/>
                                    <a:ext cx="914136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</p:pic>
                              <p:sp>
                                <p:nvSpPr>
                                  <p:cNvPr id="191" name="Text 0">
                                    <a:extLst>
                                      <a:ext uri="{FF2B5EF4-FFF2-40B4-BE49-F238E27FC236}">
                                        <a16:creationId xmlns:a16="http://schemas.microsoft.com/office/drawing/2014/main" id="{3E791D61-7573-9DED-6707-08F115B6F06B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56047" y="594003"/>
                                    <a:ext cx="7631906" cy="1350169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30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Omnichannel Fulfillment Excellence</a:t>
                                    </a:r>
                                    <a:endParaRPr lang="en-US" sz="42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89" name="Shape 1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B9371B6B-FD9E-F70C-7E9E-19D4CADAC5F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56047" y="2268141"/>
                                  <a:ext cx="7631906" cy="1651040"/>
                                </a:xfrm>
                                <a:prstGeom prst="roundRect">
                                  <a:avLst>
                                    <a:gd name="adj" fmla="val 8861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187" name="Shape 2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3975C544-A989-6BA0-E4EB-7116DC2B5C6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25567" y="2268141"/>
                                <a:ext cx="121920" cy="1651040"/>
                              </a:xfrm>
                              <a:prstGeom prst="roundRect">
                                <a:avLst>
                                  <a:gd name="adj" fmla="val 74419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185" name="Text 3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75CF165B-C6B9-2E3F-47F7-9CAF3887BB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93946" y="2514600"/>
                              <a:ext cx="2783324" cy="337542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650"/>
                                </a:lnSpc>
                                <a:buNone/>
                              </a:pPr>
                              <a:r>
                                <a:rPr lang="en-US" sz="21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Seamless Integration</a:t>
                              </a:r>
                              <a:endParaRPr lang="en-US" sz="21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3" name="Text 4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76CCCFE1-9CB9-EFE7-8792-754C73986E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93946" y="2981682"/>
                            <a:ext cx="7047548" cy="69103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00"/>
                              </a:lnSpc>
                              <a:buNone/>
                            </a:pPr>
                            <a:r>
                              <a:rPr lang="en-US" sz="17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Online and offline channels converge to create unified customer experiences with consistent service quality</a:t>
                            </a:r>
                            <a:endParaRPr lang="en-US" sz="17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81" name="Shape 5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20E86D85-33BE-FE71-19D2-B51D76E8EE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6047" y="4135160"/>
                          <a:ext cx="7631906" cy="1651040"/>
                        </a:xfrm>
                        <a:prstGeom prst="roundRect">
                          <a:avLst>
                            <a:gd name="adj" fmla="val 8861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79" name="Shape 6" descr="Decorative – no critical information">
                        <a:extLst>
                          <a:ext uri="{FF2B5EF4-FFF2-40B4-BE49-F238E27FC236}">
                            <a16:creationId xmlns:a16="http://schemas.microsoft.com/office/drawing/2014/main" id="{F7BD1C9C-986E-B8A9-1CB4-477C73735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5567" y="4135160"/>
                        <a:ext cx="121920" cy="1651040"/>
                      </a:xfrm>
                      <a:prstGeom prst="roundRect">
                        <a:avLst>
                          <a:gd name="adj" fmla="val 7441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77" name="Text 7" descr="Decorative – no critical information">
                      <a:extLst>
                        <a:ext uri="{FF2B5EF4-FFF2-40B4-BE49-F238E27FC236}">
                          <a16:creationId xmlns:a16="http://schemas.microsoft.com/office/drawing/2014/main" id="{C2D7A161-26D3-8179-0116-E095492648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946" y="4381619"/>
                      <a:ext cx="2700218" cy="337542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65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Flexible Fulfillment</a:t>
                      </a:r>
                      <a:endParaRPr lang="en-US" sz="2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75" name="Text 8" descr="Decorative – no critical information">
                    <a:extLst>
                      <a:ext uri="{FF2B5EF4-FFF2-40B4-BE49-F238E27FC236}">
                        <a16:creationId xmlns:a16="http://schemas.microsoft.com/office/drawing/2014/main" id="{1E687800-E4AA-9157-2D4B-44EEFF62AFA6}"/>
                      </a:ext>
                    </a:extLst>
                  </p:cNvPr>
                  <p:cNvSpPr/>
                  <p:nvPr/>
                </p:nvSpPr>
                <p:spPr>
                  <a:xfrm>
                    <a:off x="1093946" y="4848701"/>
                    <a:ext cx="7047548" cy="6910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700"/>
                      </a:lnSpc>
                      <a:buNone/>
                    </a:pPr>
                    <a:r>
                      <a:rPr lang="en-US" sz="17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Buy online pickup in-store, ship from store, curbside delivery—customers choose their preferred method</a:t>
                    </a:r>
                    <a:endParaRPr lang="en-US" sz="17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73" name="Shape 9" descr="Decorative – no critical information">
                  <a:extLst>
                    <a:ext uri="{FF2B5EF4-FFF2-40B4-BE49-F238E27FC236}">
                      <a16:creationId xmlns:a16="http://schemas.microsoft.com/office/drawing/2014/main" id="{7B5CF62E-248B-5509-F07E-0EDAC4EE7350}"/>
                    </a:ext>
                  </a:extLst>
                </p:cNvPr>
                <p:cNvSpPr/>
                <p:nvPr/>
              </p:nvSpPr>
              <p:spPr>
                <a:xfrm>
                  <a:off x="756047" y="6029206"/>
                  <a:ext cx="7631906" cy="1608773"/>
                </a:xfrm>
                <a:prstGeom prst="roundRect">
                  <a:avLst>
                    <a:gd name="adj" fmla="val 5640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71" name="Image 1" descr="Decorative – no critical information">
                <a:extLst>
                  <a:ext uri="{FF2B5EF4-FFF2-40B4-BE49-F238E27FC236}">
                    <a16:creationId xmlns:a16="http://schemas.microsoft.com/office/drawing/2014/main" id="{67573D76-4916-3B84-68D8-179F283B3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026" y="6353889"/>
                <a:ext cx="269915" cy="21597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69" name="Text 10" descr="Decorative – no critical information">
              <a:extLst>
                <a:ext uri="{FF2B5EF4-FFF2-40B4-BE49-F238E27FC236}">
                  <a16:creationId xmlns:a16="http://schemas.microsoft.com/office/drawing/2014/main" id="{88EB6934-04E5-594D-09DC-3FDD11E73209}"/>
                </a:ext>
              </a:extLst>
            </p:cNvPr>
            <p:cNvSpPr/>
            <p:nvPr/>
          </p:nvSpPr>
          <p:spPr>
            <a:xfrm>
              <a:off x="1457920" y="6299121"/>
              <a:ext cx="6714053" cy="1036558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Home Depot Excellence:</a:t>
              </a:r>
              <a:r>
                <a:rPr lang="en-US" sz="17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E-commerce fulfillment centers handling 100,000+ SKUs with same-day delivery capabilities in major markets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406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662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34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97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32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0287565-AE79-766A-186D-6F22A7BB839D}"/>
              </a:ext>
            </a:extLst>
          </p:cNvPr>
          <p:cNvGrpSpPr/>
          <p:nvPr/>
        </p:nvGrpSpPr>
        <p:grpSpPr>
          <a:xfrm>
            <a:off x="756047" y="0"/>
            <a:ext cx="9302089" cy="1944172"/>
            <a:chOff x="756047" y="0"/>
            <a:chExt cx="9302089" cy="1944172"/>
          </a:xfrm>
          <a:solidFill>
            <a:srgbClr val="C07000"/>
          </a:solidFill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0" y="0"/>
              <a:ext cx="914136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  <p:sp>
          <p:nvSpPr>
            <p:cNvPr id="3" name="Text 0"/>
            <p:cNvSpPr/>
            <p:nvPr/>
          </p:nvSpPr>
          <p:spPr>
            <a:xfrm>
              <a:off x="756047" y="594003"/>
              <a:ext cx="7631906" cy="13501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30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Omnichannel Fulfillment Excellence</a:t>
              </a:r>
              <a:endParaRPr lang="en-US" sz="425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Shape 1" descr="Decorative – no critical information"/>
          <p:cNvSpPr/>
          <p:nvPr/>
        </p:nvSpPr>
        <p:spPr>
          <a:xfrm>
            <a:off x="756047" y="2268141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25567" y="2268141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3946" y="2514600"/>
            <a:ext cx="278332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Seamless Integration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23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0287565-AE79-766A-186D-6F22A7BB839D}"/>
              </a:ext>
            </a:extLst>
          </p:cNvPr>
          <p:cNvGrpSpPr/>
          <p:nvPr/>
        </p:nvGrpSpPr>
        <p:grpSpPr>
          <a:xfrm>
            <a:off x="756047" y="0"/>
            <a:ext cx="9302089" cy="1944172"/>
            <a:chOff x="756047" y="0"/>
            <a:chExt cx="9302089" cy="1944172"/>
          </a:xfrm>
          <a:solidFill>
            <a:srgbClr val="C07000"/>
          </a:solidFill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0" y="0"/>
              <a:ext cx="914136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  <p:sp>
          <p:nvSpPr>
            <p:cNvPr id="3" name="Text 0"/>
            <p:cNvSpPr/>
            <p:nvPr/>
          </p:nvSpPr>
          <p:spPr>
            <a:xfrm>
              <a:off x="756047" y="594003"/>
              <a:ext cx="7631906" cy="13501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30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Omnichannel Fulfillment Excellence</a:t>
              </a:r>
              <a:endParaRPr lang="en-US" sz="425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Shape 1" descr="Decorative – no critical information"/>
          <p:cNvSpPr/>
          <p:nvPr/>
        </p:nvSpPr>
        <p:spPr>
          <a:xfrm>
            <a:off x="756047" y="2268141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25567" y="2268141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3946" y="2514600"/>
            <a:ext cx="278332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Seamless Integration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68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486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196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634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081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852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032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820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346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876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851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5AD70DA-DBF9-8433-EFA1-303EB5AC9AAB}"/>
              </a:ext>
            </a:extLst>
          </p:cNvPr>
          <p:cNvGrpSpPr/>
          <p:nvPr/>
        </p:nvGrpSpPr>
        <p:grpSpPr>
          <a:xfrm>
            <a:off x="756047" y="0"/>
            <a:ext cx="7631906" cy="3919181"/>
            <a:chOff x="756047" y="0"/>
            <a:chExt cx="7631906" cy="3919181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0287565-AE79-766A-186D-6F22A7BB839D}"/>
                </a:ext>
              </a:extLst>
            </p:cNvPr>
            <p:cNvGrpSpPr/>
            <p:nvPr/>
          </p:nvGrpSpPr>
          <p:grpSpPr>
            <a:xfrm>
              <a:off x="756047" y="0"/>
              <a:ext cx="4572000" cy="1371600"/>
              <a:chOff x="756047" y="0"/>
              <a:chExt cx="9302089" cy="1944172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0" y="0"/>
                <a:ext cx="914136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756047" y="594003"/>
                <a:ext cx="7631906" cy="13501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3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Omnichannel Fulfillment Excellence</a:t>
                </a:r>
                <a:endParaRPr lang="en-US" sz="42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1" descr="Decorative – no critical information"/>
            <p:cNvSpPr/>
            <p:nvPr/>
          </p:nvSpPr>
          <p:spPr>
            <a:xfrm>
              <a:off x="756047" y="2268141"/>
              <a:ext cx="7631906" cy="1651040"/>
            </a:xfrm>
            <a:prstGeom prst="roundRect">
              <a:avLst>
                <a:gd name="adj" fmla="val 8861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hape 2" descr="Decorative – no critical information"/>
          <p:cNvSpPr/>
          <p:nvPr/>
        </p:nvSpPr>
        <p:spPr>
          <a:xfrm>
            <a:off x="725567" y="2268141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3946" y="2514600"/>
            <a:ext cx="278332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Seamless Integration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548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5AD70DA-DBF9-8433-EFA1-303EB5AC9AAB}"/>
              </a:ext>
            </a:extLst>
          </p:cNvPr>
          <p:cNvGrpSpPr/>
          <p:nvPr/>
        </p:nvGrpSpPr>
        <p:grpSpPr>
          <a:xfrm>
            <a:off x="756047" y="0"/>
            <a:ext cx="7631906" cy="3919181"/>
            <a:chOff x="756047" y="0"/>
            <a:chExt cx="7631906" cy="3919181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0287565-AE79-766A-186D-6F22A7BB839D}"/>
                </a:ext>
              </a:extLst>
            </p:cNvPr>
            <p:cNvGrpSpPr/>
            <p:nvPr/>
          </p:nvGrpSpPr>
          <p:grpSpPr>
            <a:xfrm>
              <a:off x="756047" y="0"/>
              <a:ext cx="4572000" cy="1371600"/>
              <a:chOff x="756047" y="0"/>
              <a:chExt cx="9302089" cy="1944172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0" y="0"/>
                <a:ext cx="914136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756047" y="594003"/>
                <a:ext cx="7631906" cy="13501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3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Omnichannel Fulfillment Excellence</a:t>
                </a:r>
                <a:endParaRPr lang="en-US" sz="42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Shape 1" descr="Decorative – no critical information"/>
            <p:cNvSpPr/>
            <p:nvPr/>
          </p:nvSpPr>
          <p:spPr>
            <a:xfrm>
              <a:off x="756047" y="2268141"/>
              <a:ext cx="7631906" cy="1651040"/>
            </a:xfrm>
            <a:prstGeom prst="roundRect">
              <a:avLst>
                <a:gd name="adj" fmla="val 8861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hape 2" descr="Decorative – no critical information"/>
          <p:cNvSpPr/>
          <p:nvPr/>
        </p:nvSpPr>
        <p:spPr>
          <a:xfrm>
            <a:off x="725567" y="2268141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3946" y="2514600"/>
            <a:ext cx="278332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Seamless Integration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130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130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995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608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232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300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663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02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428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591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411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4F0512B-F33A-2280-39AF-905564E674C4}"/>
              </a:ext>
            </a:extLst>
          </p:cNvPr>
          <p:cNvGrpSpPr/>
          <p:nvPr/>
        </p:nvGrpSpPr>
        <p:grpSpPr>
          <a:xfrm>
            <a:off x="725567" y="0"/>
            <a:ext cx="4602480" cy="3919181"/>
            <a:chOff x="725567" y="0"/>
            <a:chExt cx="4602480" cy="3919181"/>
          </a:xfrm>
          <a:solidFill>
            <a:srgbClr val="C07000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5AD70DA-DBF9-8433-EFA1-303EB5AC9AAB}"/>
                </a:ext>
              </a:extLst>
            </p:cNvPr>
            <p:cNvGrpSpPr/>
            <p:nvPr/>
          </p:nvGrpSpPr>
          <p:grpSpPr>
            <a:xfrm>
              <a:off x="756047" y="0"/>
              <a:ext cx="4572000" cy="1371600"/>
              <a:chOff x="756047" y="0"/>
              <a:chExt cx="7631906" cy="3919181"/>
            </a:xfrm>
            <a:grpFill/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0287565-AE79-766A-186D-6F22A7BB839D}"/>
                  </a:ext>
                </a:extLst>
              </p:cNvPr>
              <p:cNvGrpSpPr/>
              <p:nvPr/>
            </p:nvGrpSpPr>
            <p:grpSpPr>
              <a:xfrm>
                <a:off x="756047" y="0"/>
                <a:ext cx="4572000" cy="1371600"/>
                <a:chOff x="756047" y="0"/>
                <a:chExt cx="9302089" cy="1944172"/>
              </a:xfrm>
              <a:grpFill/>
            </p:grpSpPr>
            <p:pic>
              <p:nvPicPr>
                <p:cNvPr id="2" name="Image 0" descr="preencoded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44000" y="0"/>
                  <a:ext cx="914136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3" name="Text 0"/>
                <p:cNvSpPr/>
                <p:nvPr/>
              </p:nvSpPr>
              <p:spPr>
                <a:xfrm>
                  <a:off x="756047" y="594003"/>
                  <a:ext cx="7631906" cy="13501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3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Omnichannel Fulfillment Excellence</a:t>
                  </a:r>
                  <a:endParaRPr lang="en-US" sz="42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Shape 1" descr="Decorative – no critical information"/>
              <p:cNvSpPr/>
              <p:nvPr/>
            </p:nvSpPr>
            <p:spPr>
              <a:xfrm>
                <a:off x="756047" y="2268141"/>
                <a:ext cx="7631906" cy="1651040"/>
              </a:xfrm>
              <a:prstGeom prst="roundRect">
                <a:avLst>
                  <a:gd name="adj" fmla="val 8861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Shape 2" descr="Decorative – no critical information"/>
            <p:cNvSpPr/>
            <p:nvPr/>
          </p:nvSpPr>
          <p:spPr>
            <a:xfrm>
              <a:off x="725567" y="2268141"/>
              <a:ext cx="121920" cy="1651040"/>
            </a:xfrm>
            <a:prstGeom prst="roundRect">
              <a:avLst>
                <a:gd name="adj" fmla="val 74419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 3" descr="Decorative – no critical information"/>
          <p:cNvSpPr/>
          <p:nvPr/>
        </p:nvSpPr>
        <p:spPr>
          <a:xfrm>
            <a:off x="1093946" y="2514600"/>
            <a:ext cx="278332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Seamless Integration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296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4F0512B-F33A-2280-39AF-905564E674C4}"/>
              </a:ext>
            </a:extLst>
          </p:cNvPr>
          <p:cNvGrpSpPr/>
          <p:nvPr/>
        </p:nvGrpSpPr>
        <p:grpSpPr>
          <a:xfrm>
            <a:off x="725567" y="0"/>
            <a:ext cx="4602480" cy="3919181"/>
            <a:chOff x="725567" y="0"/>
            <a:chExt cx="4602480" cy="3919181"/>
          </a:xfrm>
          <a:solidFill>
            <a:srgbClr val="C07000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5AD70DA-DBF9-8433-EFA1-303EB5AC9AAB}"/>
                </a:ext>
              </a:extLst>
            </p:cNvPr>
            <p:cNvGrpSpPr/>
            <p:nvPr/>
          </p:nvGrpSpPr>
          <p:grpSpPr>
            <a:xfrm>
              <a:off x="756047" y="0"/>
              <a:ext cx="4572000" cy="1371600"/>
              <a:chOff x="756047" y="0"/>
              <a:chExt cx="7631906" cy="3919181"/>
            </a:xfrm>
            <a:grpFill/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0287565-AE79-766A-186D-6F22A7BB839D}"/>
                  </a:ext>
                </a:extLst>
              </p:cNvPr>
              <p:cNvGrpSpPr/>
              <p:nvPr/>
            </p:nvGrpSpPr>
            <p:grpSpPr>
              <a:xfrm>
                <a:off x="756047" y="0"/>
                <a:ext cx="4572000" cy="1371600"/>
                <a:chOff x="756047" y="0"/>
                <a:chExt cx="9302089" cy="1944172"/>
              </a:xfrm>
              <a:grpFill/>
            </p:grpSpPr>
            <p:pic>
              <p:nvPicPr>
                <p:cNvPr id="2" name="Image 0" descr="preencoded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44000" y="0"/>
                  <a:ext cx="914136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3" name="Text 0"/>
                <p:cNvSpPr/>
                <p:nvPr/>
              </p:nvSpPr>
              <p:spPr>
                <a:xfrm>
                  <a:off x="756047" y="594003"/>
                  <a:ext cx="7631906" cy="13501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3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Omnichannel Fulfillment Excellence</a:t>
                  </a:r>
                  <a:endParaRPr lang="en-US" sz="42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Shape 1" descr="Decorative – no critical information"/>
              <p:cNvSpPr/>
              <p:nvPr/>
            </p:nvSpPr>
            <p:spPr>
              <a:xfrm>
                <a:off x="756047" y="2268141"/>
                <a:ext cx="7631906" cy="1651040"/>
              </a:xfrm>
              <a:prstGeom prst="roundRect">
                <a:avLst>
                  <a:gd name="adj" fmla="val 8861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Shape 2" descr="Decorative – no critical information"/>
            <p:cNvSpPr/>
            <p:nvPr/>
          </p:nvSpPr>
          <p:spPr>
            <a:xfrm>
              <a:off x="725567" y="2268141"/>
              <a:ext cx="121920" cy="1651040"/>
            </a:xfrm>
            <a:prstGeom prst="roundRect">
              <a:avLst>
                <a:gd name="adj" fmla="val 74419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 3" descr="Decorative – no critical information"/>
          <p:cNvSpPr/>
          <p:nvPr/>
        </p:nvSpPr>
        <p:spPr>
          <a:xfrm>
            <a:off x="1093946" y="2514600"/>
            <a:ext cx="278332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Seamless Integration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86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309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729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8746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014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9977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767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797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0692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588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6871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4C32901-D5AD-76E8-0EAD-A89F94B259CF}"/>
              </a:ext>
            </a:extLst>
          </p:cNvPr>
          <p:cNvGrpSpPr/>
          <p:nvPr/>
        </p:nvGrpSpPr>
        <p:grpSpPr>
          <a:xfrm>
            <a:off x="725567" y="0"/>
            <a:ext cx="4572000" cy="2852142"/>
            <a:chOff x="725567" y="0"/>
            <a:chExt cx="4572000" cy="2852142"/>
          </a:xfrm>
          <a:solidFill>
            <a:srgbClr val="C07000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4F0512B-F33A-2280-39AF-905564E674C4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602480" cy="3919181"/>
            </a:xfrm>
            <a:grpFill/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5AD70DA-DBF9-8433-EFA1-303EB5AC9AAB}"/>
                  </a:ext>
                </a:extLst>
              </p:cNvPr>
              <p:cNvGrpSpPr/>
              <p:nvPr/>
            </p:nvGrpSpPr>
            <p:grpSpPr>
              <a:xfrm>
                <a:off x="756047" y="0"/>
                <a:ext cx="4572000" cy="1371600"/>
                <a:chOff x="756047" y="0"/>
                <a:chExt cx="7631906" cy="3919181"/>
              </a:xfrm>
              <a:grpFill/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F0287565-AE79-766A-186D-6F22A7BB839D}"/>
                    </a:ext>
                  </a:extLst>
                </p:cNvPr>
                <p:cNvGrpSpPr/>
                <p:nvPr/>
              </p:nvGrpSpPr>
              <p:grpSpPr>
                <a:xfrm>
                  <a:off x="756047" y="0"/>
                  <a:ext cx="4572000" cy="1371600"/>
                  <a:chOff x="756047" y="0"/>
                  <a:chExt cx="9302089" cy="1944172"/>
                </a:xfrm>
                <a:grpFill/>
              </p:grpSpPr>
              <p:pic>
                <p:nvPicPr>
                  <p:cNvPr id="2" name="Image 0" descr="preencoded.png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0" y="0"/>
                    <a:ext cx="914136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3" name="Text 0"/>
                  <p:cNvSpPr/>
                  <p:nvPr/>
                </p:nvSpPr>
                <p:spPr>
                  <a:xfrm>
                    <a:off x="756047" y="594003"/>
                    <a:ext cx="7631906" cy="13501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3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Omnichannel Fulfillment Excellence</a:t>
                    </a:r>
                    <a:endParaRPr lang="en-US" sz="42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Shape 1" descr="Decorative – no critical information"/>
                <p:cNvSpPr/>
                <p:nvPr/>
              </p:nvSpPr>
              <p:spPr>
                <a:xfrm>
                  <a:off x="756047" y="2268141"/>
                  <a:ext cx="7631906" cy="1651040"/>
                </a:xfrm>
                <a:prstGeom prst="roundRect">
                  <a:avLst>
                    <a:gd name="adj" fmla="val 8861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" name="Shape 2" descr="Decorative – no critical information"/>
              <p:cNvSpPr/>
              <p:nvPr/>
            </p:nvSpPr>
            <p:spPr>
              <a:xfrm>
                <a:off x="725567" y="2268141"/>
                <a:ext cx="121920" cy="1651040"/>
              </a:xfrm>
              <a:prstGeom prst="roundRect">
                <a:avLst>
                  <a:gd name="adj" fmla="val 74419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Text 3" descr="Decorative – no critical information"/>
            <p:cNvSpPr/>
            <p:nvPr/>
          </p:nvSpPr>
          <p:spPr>
            <a:xfrm>
              <a:off x="1093946" y="2514600"/>
              <a:ext cx="2783324" cy="337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Seamless Integration</a:t>
              </a:r>
              <a:endParaRPr lang="en-US" sz="2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4" descr="Decorative – no critical information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5251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4C32901-D5AD-76E8-0EAD-A89F94B259CF}"/>
              </a:ext>
            </a:extLst>
          </p:cNvPr>
          <p:cNvGrpSpPr/>
          <p:nvPr/>
        </p:nvGrpSpPr>
        <p:grpSpPr>
          <a:xfrm>
            <a:off x="725567" y="0"/>
            <a:ext cx="4572000" cy="2852142"/>
            <a:chOff x="725567" y="0"/>
            <a:chExt cx="4572000" cy="2852142"/>
          </a:xfrm>
          <a:solidFill>
            <a:srgbClr val="C07000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4F0512B-F33A-2280-39AF-905564E674C4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602480" cy="3919181"/>
            </a:xfrm>
            <a:grpFill/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5AD70DA-DBF9-8433-EFA1-303EB5AC9AAB}"/>
                  </a:ext>
                </a:extLst>
              </p:cNvPr>
              <p:cNvGrpSpPr/>
              <p:nvPr/>
            </p:nvGrpSpPr>
            <p:grpSpPr>
              <a:xfrm>
                <a:off x="756047" y="0"/>
                <a:ext cx="4572000" cy="1371600"/>
                <a:chOff x="756047" y="0"/>
                <a:chExt cx="7631906" cy="3919181"/>
              </a:xfrm>
              <a:grpFill/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F0287565-AE79-766A-186D-6F22A7BB839D}"/>
                    </a:ext>
                  </a:extLst>
                </p:cNvPr>
                <p:cNvGrpSpPr/>
                <p:nvPr/>
              </p:nvGrpSpPr>
              <p:grpSpPr>
                <a:xfrm>
                  <a:off x="756047" y="0"/>
                  <a:ext cx="4572000" cy="1371600"/>
                  <a:chOff x="756047" y="0"/>
                  <a:chExt cx="9302089" cy="1944172"/>
                </a:xfrm>
                <a:grpFill/>
              </p:grpSpPr>
              <p:pic>
                <p:nvPicPr>
                  <p:cNvPr id="2" name="Image 0" descr="preencoded.png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0" y="0"/>
                    <a:ext cx="914136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3" name="Text 0"/>
                  <p:cNvSpPr/>
                  <p:nvPr/>
                </p:nvSpPr>
                <p:spPr>
                  <a:xfrm>
                    <a:off x="756047" y="594003"/>
                    <a:ext cx="7631906" cy="13501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3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Omnichannel Fulfillment Excellence</a:t>
                    </a:r>
                    <a:endParaRPr lang="en-US" sz="42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Shape 1" descr="Decorative – no critical information"/>
                <p:cNvSpPr/>
                <p:nvPr/>
              </p:nvSpPr>
              <p:spPr>
                <a:xfrm>
                  <a:off x="756047" y="2268141"/>
                  <a:ext cx="7631906" cy="1651040"/>
                </a:xfrm>
                <a:prstGeom prst="roundRect">
                  <a:avLst>
                    <a:gd name="adj" fmla="val 8861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" name="Shape 2" descr="Decorative – no critical information"/>
              <p:cNvSpPr/>
              <p:nvPr/>
            </p:nvSpPr>
            <p:spPr>
              <a:xfrm>
                <a:off x="725567" y="2268141"/>
                <a:ext cx="121920" cy="1651040"/>
              </a:xfrm>
              <a:prstGeom prst="roundRect">
                <a:avLst>
                  <a:gd name="adj" fmla="val 74419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Text 3" descr="Decorative – no critical information"/>
            <p:cNvSpPr/>
            <p:nvPr/>
          </p:nvSpPr>
          <p:spPr>
            <a:xfrm>
              <a:off x="1093946" y="2514600"/>
              <a:ext cx="2783324" cy="337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Seamless Integration</a:t>
              </a:r>
              <a:endParaRPr lang="en-US" sz="2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4" descr="Decorative – no critical information"/>
          <p:cNvSpPr/>
          <p:nvPr/>
        </p:nvSpPr>
        <p:spPr>
          <a:xfrm>
            <a:off x="1093946" y="2981682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Online and offline channels converge to create unified customer experiences with consistent service quality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535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2357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4353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1440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833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2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7694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1109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0088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9350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2437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F009A634-74E9-8C1A-3200-1F6D35C76876}"/>
              </a:ext>
            </a:extLst>
          </p:cNvPr>
          <p:cNvGrpSpPr/>
          <p:nvPr/>
        </p:nvGrpSpPr>
        <p:grpSpPr>
          <a:xfrm>
            <a:off x="725567" y="0"/>
            <a:ext cx="7415927" cy="3672721"/>
            <a:chOff x="725567" y="0"/>
            <a:chExt cx="7415927" cy="3672721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4C32901-D5AD-76E8-0EAD-A89F94B259CF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2852142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4F0512B-F33A-2280-39AF-905564E674C4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602480" cy="3919181"/>
              </a:xfrm>
              <a:grpFill/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A5AD70DA-DBF9-8433-EFA1-303EB5AC9AAB}"/>
                    </a:ext>
                  </a:extLst>
                </p:cNvPr>
                <p:cNvGrpSpPr/>
                <p:nvPr/>
              </p:nvGrpSpPr>
              <p:grpSpPr>
                <a:xfrm>
                  <a:off x="756047" y="0"/>
                  <a:ext cx="4572000" cy="1371600"/>
                  <a:chOff x="756047" y="0"/>
                  <a:chExt cx="7631906" cy="3919181"/>
                </a:xfrm>
                <a:grpFill/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F0287565-AE79-766A-186D-6F22A7BB839D}"/>
                      </a:ext>
                    </a:extLst>
                  </p:cNvPr>
                  <p:cNvGrpSpPr/>
                  <p:nvPr/>
                </p:nvGrpSpPr>
                <p:grpSpPr>
                  <a:xfrm>
                    <a:off x="756047" y="0"/>
                    <a:ext cx="4572000" cy="1371600"/>
                    <a:chOff x="756047" y="0"/>
                    <a:chExt cx="9302089" cy="1944172"/>
                  </a:xfrm>
                  <a:grpFill/>
                </p:grpSpPr>
                <p:pic>
                  <p:nvPicPr>
                    <p:cNvPr id="2" name="Image 0" descr="preencoded.png"/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9144000" y="0"/>
                      <a:ext cx="914136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  <p:sp>
                  <p:nvSpPr>
                    <p:cNvPr id="3" name="Text 0"/>
                    <p:cNvSpPr/>
                    <p:nvPr/>
                  </p:nvSpPr>
                  <p:spPr>
                    <a:xfrm>
                      <a:off x="756047" y="594003"/>
                      <a:ext cx="7631906" cy="13501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53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Omnichannel Fulfillment Excellence</a:t>
                      </a:r>
                      <a:endParaRPr lang="en-US" sz="42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Shape 1" descr="Decorative – no critical information"/>
                  <p:cNvSpPr/>
                  <p:nvPr/>
                </p:nvSpPr>
                <p:spPr>
                  <a:xfrm>
                    <a:off x="756047" y="2268141"/>
                    <a:ext cx="7631906" cy="1651040"/>
                  </a:xfrm>
                  <a:prstGeom prst="roundRect">
                    <a:avLst>
                      <a:gd name="adj" fmla="val 8861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" name="Shape 2" descr="Decorative – no critical information"/>
                <p:cNvSpPr/>
                <p:nvPr/>
              </p:nvSpPr>
              <p:spPr>
                <a:xfrm>
                  <a:off x="725567" y="2268141"/>
                  <a:ext cx="121920" cy="1651040"/>
                </a:xfrm>
                <a:prstGeom prst="roundRect">
                  <a:avLst>
                    <a:gd name="adj" fmla="val 74419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" name="Text 3" descr="Decorative – no critical information"/>
              <p:cNvSpPr/>
              <p:nvPr/>
            </p:nvSpPr>
            <p:spPr>
              <a:xfrm>
                <a:off x="1093946" y="2514600"/>
                <a:ext cx="2783324" cy="337542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650"/>
                  </a:lnSpc>
                  <a:buNone/>
                </a:pPr>
                <a:r>
                  <a:rPr lang="en-US" sz="2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Seamless Integration</a:t>
                </a:r>
                <a:endParaRPr lang="en-US" sz="2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 4" descr="Decorative – no critical information"/>
            <p:cNvSpPr/>
            <p:nvPr/>
          </p:nvSpPr>
          <p:spPr>
            <a:xfrm>
              <a:off x="1093946" y="2981682"/>
              <a:ext cx="7047548" cy="6910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Online and offline channels converge to create unified customer experiences with consistent service quality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Shape 5" descr="Decorative – no critical information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98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F009A634-74E9-8C1A-3200-1F6D35C76876}"/>
              </a:ext>
            </a:extLst>
          </p:cNvPr>
          <p:cNvGrpSpPr/>
          <p:nvPr/>
        </p:nvGrpSpPr>
        <p:grpSpPr>
          <a:xfrm>
            <a:off x="725567" y="0"/>
            <a:ext cx="7415927" cy="3672721"/>
            <a:chOff x="725567" y="0"/>
            <a:chExt cx="7415927" cy="3672721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4C32901-D5AD-76E8-0EAD-A89F94B259CF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2852142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4F0512B-F33A-2280-39AF-905564E674C4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602480" cy="3919181"/>
              </a:xfrm>
              <a:grpFill/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A5AD70DA-DBF9-8433-EFA1-303EB5AC9AAB}"/>
                    </a:ext>
                  </a:extLst>
                </p:cNvPr>
                <p:cNvGrpSpPr/>
                <p:nvPr/>
              </p:nvGrpSpPr>
              <p:grpSpPr>
                <a:xfrm>
                  <a:off x="756047" y="0"/>
                  <a:ext cx="4572000" cy="1371600"/>
                  <a:chOff x="756047" y="0"/>
                  <a:chExt cx="7631906" cy="3919181"/>
                </a:xfrm>
                <a:grpFill/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F0287565-AE79-766A-186D-6F22A7BB839D}"/>
                      </a:ext>
                    </a:extLst>
                  </p:cNvPr>
                  <p:cNvGrpSpPr/>
                  <p:nvPr/>
                </p:nvGrpSpPr>
                <p:grpSpPr>
                  <a:xfrm>
                    <a:off x="756047" y="0"/>
                    <a:ext cx="4572000" cy="1371600"/>
                    <a:chOff x="756047" y="0"/>
                    <a:chExt cx="9302089" cy="1944172"/>
                  </a:xfrm>
                  <a:grpFill/>
                </p:grpSpPr>
                <p:pic>
                  <p:nvPicPr>
                    <p:cNvPr id="2" name="Image 0" descr="preencoded.png"/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9144000" y="0"/>
                      <a:ext cx="914136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  <p:sp>
                  <p:nvSpPr>
                    <p:cNvPr id="3" name="Text 0"/>
                    <p:cNvSpPr/>
                    <p:nvPr/>
                  </p:nvSpPr>
                  <p:spPr>
                    <a:xfrm>
                      <a:off x="756047" y="594003"/>
                      <a:ext cx="7631906" cy="13501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53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Omnichannel Fulfillment Excellence</a:t>
                      </a:r>
                      <a:endParaRPr lang="en-US" sz="42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Shape 1" descr="Decorative – no critical information"/>
                  <p:cNvSpPr/>
                  <p:nvPr/>
                </p:nvSpPr>
                <p:spPr>
                  <a:xfrm>
                    <a:off x="756047" y="2268141"/>
                    <a:ext cx="7631906" cy="1651040"/>
                  </a:xfrm>
                  <a:prstGeom prst="roundRect">
                    <a:avLst>
                      <a:gd name="adj" fmla="val 8861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" name="Shape 2" descr="Decorative – no critical information"/>
                <p:cNvSpPr/>
                <p:nvPr/>
              </p:nvSpPr>
              <p:spPr>
                <a:xfrm>
                  <a:off x="725567" y="2268141"/>
                  <a:ext cx="121920" cy="1651040"/>
                </a:xfrm>
                <a:prstGeom prst="roundRect">
                  <a:avLst>
                    <a:gd name="adj" fmla="val 74419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" name="Text 3" descr="Decorative – no critical information"/>
              <p:cNvSpPr/>
              <p:nvPr/>
            </p:nvSpPr>
            <p:spPr>
              <a:xfrm>
                <a:off x="1093946" y="2514600"/>
                <a:ext cx="2783324" cy="337542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650"/>
                  </a:lnSpc>
                  <a:buNone/>
                </a:pPr>
                <a:r>
                  <a:rPr lang="en-US" sz="2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Seamless Integration</a:t>
                </a:r>
                <a:endParaRPr lang="en-US" sz="2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 4" descr="Decorative – no critical information"/>
            <p:cNvSpPr/>
            <p:nvPr/>
          </p:nvSpPr>
          <p:spPr>
            <a:xfrm>
              <a:off x="1093946" y="2981682"/>
              <a:ext cx="7047548" cy="6910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Online and offline channels converge to create unified customer experiences with consistent service quality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Shape 5" descr="Decorative – no critical information"/>
          <p:cNvSpPr/>
          <p:nvPr/>
        </p:nvSpPr>
        <p:spPr>
          <a:xfrm>
            <a:off x="756047" y="4135160"/>
            <a:ext cx="7631906" cy="1651040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3645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101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8100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2892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8748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5316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8070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4536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9875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6028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8837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C72768D-97CD-2BED-AC09-880652E37C50}"/>
              </a:ext>
            </a:extLst>
          </p:cNvPr>
          <p:cNvGrpSpPr/>
          <p:nvPr/>
        </p:nvGrpSpPr>
        <p:grpSpPr>
          <a:xfrm>
            <a:off x="725567" y="0"/>
            <a:ext cx="7662386" cy="5786200"/>
            <a:chOff x="725567" y="0"/>
            <a:chExt cx="7662386" cy="5786200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09A634-74E9-8C1A-3200-1F6D35C76876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415927" cy="3672721"/>
            </a:xfrm>
            <a:grp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4C32901-D5AD-76E8-0EAD-A89F94B259CF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2852142"/>
              </a:xfrm>
              <a:grp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74F0512B-F33A-2280-39AF-905564E674C4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602480" cy="3919181"/>
                </a:xfrm>
                <a:grpFill/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A5AD70DA-DBF9-8433-EFA1-303EB5AC9AAB}"/>
                      </a:ext>
                    </a:extLst>
                  </p:cNvPr>
                  <p:cNvGrpSpPr/>
                  <p:nvPr/>
                </p:nvGrpSpPr>
                <p:grpSpPr>
                  <a:xfrm>
                    <a:off x="756047" y="0"/>
                    <a:ext cx="4572000" cy="1371600"/>
                    <a:chOff x="756047" y="0"/>
                    <a:chExt cx="7631906" cy="3919181"/>
                  </a:xfrm>
                  <a:grpFill/>
                </p:grpSpPr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id="{F0287565-AE79-766A-186D-6F22A7BB83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6047" y="0"/>
                      <a:ext cx="4572000" cy="1371600"/>
                      <a:chOff x="756047" y="0"/>
                      <a:chExt cx="9302089" cy="1944172"/>
                    </a:xfrm>
                    <a:grpFill/>
                  </p:grpSpPr>
                  <p:pic>
                    <p:nvPicPr>
                      <p:cNvPr id="2" name="Image 0" descr="preencoded.png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0" y="0"/>
                        <a:ext cx="914136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  <p:sp>
                    <p:nvSpPr>
                      <p:cNvPr id="3" name="Text 0"/>
                      <p:cNvSpPr/>
                      <p:nvPr/>
                    </p:nvSpPr>
                    <p:spPr>
                      <a:xfrm>
                        <a:off x="756047" y="594003"/>
                        <a:ext cx="7631906" cy="13501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53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Omnichannel Fulfillment Excellence</a:t>
                        </a:r>
                        <a:endParaRPr lang="en-US" sz="42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Shape 1" descr="Decorative – no critical information"/>
                    <p:cNvSpPr/>
                    <p:nvPr/>
                  </p:nvSpPr>
                  <p:spPr>
                    <a:xfrm>
                      <a:off x="756047" y="2268141"/>
                      <a:ext cx="7631906" cy="1651040"/>
                    </a:xfrm>
                    <a:prstGeom prst="roundRect">
                      <a:avLst>
                        <a:gd name="adj" fmla="val 8861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" name="Shape 2" descr="Decorative – no critical information"/>
                  <p:cNvSpPr/>
                  <p:nvPr/>
                </p:nvSpPr>
                <p:spPr>
                  <a:xfrm>
                    <a:off x="725567" y="2268141"/>
                    <a:ext cx="121920" cy="1651040"/>
                  </a:xfrm>
                  <a:prstGeom prst="roundRect">
                    <a:avLst>
                      <a:gd name="adj" fmla="val 74419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" name="Text 3" descr="Decorative – no critical information"/>
                <p:cNvSpPr/>
                <p:nvPr/>
              </p:nvSpPr>
              <p:spPr>
                <a:xfrm>
                  <a:off x="1093946" y="2514600"/>
                  <a:ext cx="2783324" cy="337542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650"/>
                    </a:lnSpc>
                    <a:buNone/>
                  </a:pPr>
                  <a:r>
                    <a:rPr lang="en-US" sz="2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Seamless Integration</a:t>
                  </a:r>
                  <a:endParaRPr lang="en-US" sz="2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Text 4" descr="Decorative – no critical information"/>
              <p:cNvSpPr/>
              <p:nvPr/>
            </p:nvSpPr>
            <p:spPr>
              <a:xfrm>
                <a:off x="1093946" y="2981682"/>
                <a:ext cx="7047548" cy="6910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17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Online and offline channels converge to create unified customer experiences with consistent service quality</a:t>
                </a:r>
                <a:endParaRPr lang="en-US" sz="17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Shape 5" descr="Decorative – no critical information"/>
            <p:cNvSpPr/>
            <p:nvPr/>
          </p:nvSpPr>
          <p:spPr>
            <a:xfrm>
              <a:off x="756047" y="4135160"/>
              <a:ext cx="7631906" cy="1651040"/>
            </a:xfrm>
            <a:prstGeom prst="roundRect">
              <a:avLst>
                <a:gd name="adj" fmla="val 8861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Shape 6" descr="Decorative – no critical information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5601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C72768D-97CD-2BED-AC09-880652E37C50}"/>
              </a:ext>
            </a:extLst>
          </p:cNvPr>
          <p:cNvGrpSpPr/>
          <p:nvPr/>
        </p:nvGrpSpPr>
        <p:grpSpPr>
          <a:xfrm>
            <a:off x="725567" y="0"/>
            <a:ext cx="7662386" cy="5786200"/>
            <a:chOff x="725567" y="0"/>
            <a:chExt cx="7662386" cy="5786200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09A634-74E9-8C1A-3200-1F6D35C76876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415927" cy="3672721"/>
            </a:xfrm>
            <a:grp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4C32901-D5AD-76E8-0EAD-A89F94B259CF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2852142"/>
              </a:xfrm>
              <a:grp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74F0512B-F33A-2280-39AF-905564E674C4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602480" cy="3919181"/>
                </a:xfrm>
                <a:grpFill/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A5AD70DA-DBF9-8433-EFA1-303EB5AC9AAB}"/>
                      </a:ext>
                    </a:extLst>
                  </p:cNvPr>
                  <p:cNvGrpSpPr/>
                  <p:nvPr/>
                </p:nvGrpSpPr>
                <p:grpSpPr>
                  <a:xfrm>
                    <a:off x="756047" y="0"/>
                    <a:ext cx="4572000" cy="1371600"/>
                    <a:chOff x="756047" y="0"/>
                    <a:chExt cx="7631906" cy="3919181"/>
                  </a:xfrm>
                  <a:grpFill/>
                </p:grpSpPr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id="{F0287565-AE79-766A-186D-6F22A7BB83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6047" y="0"/>
                      <a:ext cx="4572000" cy="1371600"/>
                      <a:chOff x="756047" y="0"/>
                      <a:chExt cx="9302089" cy="1944172"/>
                    </a:xfrm>
                    <a:grpFill/>
                  </p:grpSpPr>
                  <p:pic>
                    <p:nvPicPr>
                      <p:cNvPr id="2" name="Image 0" descr="preencoded.png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0" y="0"/>
                        <a:ext cx="914136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  <p:sp>
                    <p:nvSpPr>
                      <p:cNvPr id="3" name="Text 0"/>
                      <p:cNvSpPr/>
                      <p:nvPr/>
                    </p:nvSpPr>
                    <p:spPr>
                      <a:xfrm>
                        <a:off x="756047" y="594003"/>
                        <a:ext cx="7631906" cy="13501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53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Omnichannel Fulfillment Excellence</a:t>
                        </a:r>
                        <a:endParaRPr lang="en-US" sz="42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Shape 1" descr="Decorative – no critical information"/>
                    <p:cNvSpPr/>
                    <p:nvPr/>
                  </p:nvSpPr>
                  <p:spPr>
                    <a:xfrm>
                      <a:off x="756047" y="2268141"/>
                      <a:ext cx="7631906" cy="1651040"/>
                    </a:xfrm>
                    <a:prstGeom prst="roundRect">
                      <a:avLst>
                        <a:gd name="adj" fmla="val 8861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" name="Shape 2" descr="Decorative – no critical information"/>
                  <p:cNvSpPr/>
                  <p:nvPr/>
                </p:nvSpPr>
                <p:spPr>
                  <a:xfrm>
                    <a:off x="725567" y="2268141"/>
                    <a:ext cx="121920" cy="1651040"/>
                  </a:xfrm>
                  <a:prstGeom prst="roundRect">
                    <a:avLst>
                      <a:gd name="adj" fmla="val 74419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" name="Text 3" descr="Decorative – no critical information"/>
                <p:cNvSpPr/>
                <p:nvPr/>
              </p:nvSpPr>
              <p:spPr>
                <a:xfrm>
                  <a:off x="1093946" y="2514600"/>
                  <a:ext cx="2783324" cy="337542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650"/>
                    </a:lnSpc>
                    <a:buNone/>
                  </a:pPr>
                  <a:r>
                    <a:rPr lang="en-US" sz="2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Seamless Integration</a:t>
                  </a:r>
                  <a:endParaRPr lang="en-US" sz="2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Text 4" descr="Decorative – no critical information"/>
              <p:cNvSpPr/>
              <p:nvPr/>
            </p:nvSpPr>
            <p:spPr>
              <a:xfrm>
                <a:off x="1093946" y="2981682"/>
                <a:ext cx="7047548" cy="6910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17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Online and offline channels converge to create unified customer experiences with consistent service quality</a:t>
                </a:r>
                <a:endParaRPr lang="en-US" sz="17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Shape 5" descr="Decorative – no critical information"/>
            <p:cNvSpPr/>
            <p:nvPr/>
          </p:nvSpPr>
          <p:spPr>
            <a:xfrm>
              <a:off x="756047" y="4135160"/>
              <a:ext cx="7631906" cy="1651040"/>
            </a:xfrm>
            <a:prstGeom prst="roundRect">
              <a:avLst>
                <a:gd name="adj" fmla="val 8861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Shape 6" descr="Decorative – no critical information"/>
          <p:cNvSpPr/>
          <p:nvPr/>
        </p:nvSpPr>
        <p:spPr>
          <a:xfrm>
            <a:off x="725567" y="4135160"/>
            <a:ext cx="121920" cy="1651040"/>
          </a:xfrm>
          <a:prstGeom prst="roundRect">
            <a:avLst>
              <a:gd name="adj" fmla="val 7441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6242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0659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9857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3885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3195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7135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871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5275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3569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3445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80114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0D1881F-210F-A178-62F9-688D0B1B483F}"/>
              </a:ext>
            </a:extLst>
          </p:cNvPr>
          <p:cNvGrpSpPr/>
          <p:nvPr/>
        </p:nvGrpSpPr>
        <p:grpSpPr>
          <a:xfrm>
            <a:off x="725567" y="0"/>
            <a:ext cx="4572000" cy="5786200"/>
            <a:chOff x="725567" y="0"/>
            <a:chExt cx="4572000" cy="5786200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C72768D-97CD-2BED-AC09-880652E37C50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662386" cy="5786200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009A634-74E9-8C1A-3200-1F6D35C76876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415927" cy="3672721"/>
              </a:xfrm>
              <a:grpFill/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74C32901-D5AD-76E8-0EAD-A89F94B259CF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2852142"/>
                </a:xfrm>
                <a:grpFill/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74F0512B-F33A-2280-39AF-905564E674C4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602480" cy="3919181"/>
                  </a:xfrm>
                  <a:grpFill/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A5AD70DA-DBF9-8433-EFA1-303EB5AC9A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6047" y="0"/>
                      <a:ext cx="4572000" cy="1371600"/>
                      <a:chOff x="756047" y="0"/>
                      <a:chExt cx="7631906" cy="3919181"/>
                    </a:xfrm>
                    <a:grpFill/>
                  </p:grpSpPr>
                  <p:grpSp>
                    <p:nvGrpSpPr>
                      <p:cNvPr id="15" name="Group 14">
                        <a:extLst>
                          <a:ext uri="{FF2B5EF4-FFF2-40B4-BE49-F238E27FC236}">
                            <a16:creationId xmlns:a16="http://schemas.microsoft.com/office/drawing/2014/main" id="{F0287565-AE79-766A-186D-6F22A7BB83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56047" y="0"/>
                        <a:ext cx="4572000" cy="1371600"/>
                        <a:chOff x="756047" y="0"/>
                        <a:chExt cx="9302089" cy="1944172"/>
                      </a:xfrm>
                      <a:grpFill/>
                    </p:grpSpPr>
                    <p:pic>
                      <p:nvPicPr>
                        <p:cNvPr id="2" name="Image 0" descr="preencoded.png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144000" y="0"/>
                          <a:ext cx="914136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  <p:sp>
                      <p:nvSpPr>
                        <p:cNvPr id="3" name="Text 0"/>
                        <p:cNvSpPr/>
                        <p:nvPr/>
                      </p:nvSpPr>
                      <p:spPr>
                        <a:xfrm>
                          <a:off x="756047" y="594003"/>
                          <a:ext cx="7631906" cy="13501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53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Omnichannel Fulfillment Excellence</a:t>
                          </a:r>
                          <a:endParaRPr lang="en-US" sz="42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Shape 1" descr="Decorative – no critical information"/>
                      <p:cNvSpPr/>
                      <p:nvPr/>
                    </p:nvSpPr>
                    <p:spPr>
                      <a:xfrm>
                        <a:off x="756047" y="2268141"/>
                        <a:ext cx="7631906" cy="1651040"/>
                      </a:xfrm>
                      <a:prstGeom prst="roundRect">
                        <a:avLst>
                          <a:gd name="adj" fmla="val 8861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" name="Shape 2" descr="Decorative – no critical information"/>
                    <p:cNvSpPr/>
                    <p:nvPr/>
                  </p:nvSpPr>
                  <p:spPr>
                    <a:xfrm>
                      <a:off x="725567" y="2268141"/>
                      <a:ext cx="121920" cy="1651040"/>
                    </a:xfrm>
                    <a:prstGeom prst="roundRect">
                      <a:avLst>
                        <a:gd name="adj" fmla="val 7441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" name="Text 3" descr="Decorative – no critical information"/>
                  <p:cNvSpPr/>
                  <p:nvPr/>
                </p:nvSpPr>
                <p:spPr>
                  <a:xfrm>
                    <a:off x="1093946" y="2514600"/>
                    <a:ext cx="2783324" cy="337542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650"/>
                      </a:lnSpc>
                      <a:buNone/>
                    </a:pPr>
                    <a:r>
                      <a:rPr lang="en-US" sz="2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Seamless Integration</a:t>
                    </a:r>
                    <a:endParaRPr lang="en-US" sz="2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" name="Text 4" descr="Decorative – no critical information"/>
                <p:cNvSpPr/>
                <p:nvPr/>
              </p:nvSpPr>
              <p:spPr>
                <a:xfrm>
                  <a:off x="1093946" y="2981682"/>
                  <a:ext cx="7047548" cy="6910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700"/>
                    </a:lnSpc>
                    <a:buNone/>
                  </a:pPr>
                  <a:r>
                    <a:rPr lang="en-US" sz="17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Online and offline channels converge to create unified customer experiences with consistent service quality</a:t>
                  </a:r>
                  <a:endParaRPr lang="en-US" sz="17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Shape 5" descr="Decorative – no critical information"/>
              <p:cNvSpPr/>
              <p:nvPr/>
            </p:nvSpPr>
            <p:spPr>
              <a:xfrm>
                <a:off x="756047" y="4135160"/>
                <a:ext cx="7631906" cy="1651040"/>
              </a:xfrm>
              <a:prstGeom prst="roundRect">
                <a:avLst>
                  <a:gd name="adj" fmla="val 8861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Shape 6" descr="Decorative – no critical information"/>
            <p:cNvSpPr/>
            <p:nvPr/>
          </p:nvSpPr>
          <p:spPr>
            <a:xfrm>
              <a:off x="725567" y="4135160"/>
              <a:ext cx="121920" cy="1651040"/>
            </a:xfrm>
            <a:prstGeom prst="roundRect">
              <a:avLst>
                <a:gd name="adj" fmla="val 74419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 7" descr="Decorative – no critical information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4790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0D1881F-210F-A178-62F9-688D0B1B483F}"/>
              </a:ext>
            </a:extLst>
          </p:cNvPr>
          <p:cNvGrpSpPr/>
          <p:nvPr/>
        </p:nvGrpSpPr>
        <p:grpSpPr>
          <a:xfrm>
            <a:off x="725567" y="0"/>
            <a:ext cx="4572000" cy="5786200"/>
            <a:chOff x="725567" y="0"/>
            <a:chExt cx="4572000" cy="5786200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C72768D-97CD-2BED-AC09-880652E37C50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662386" cy="5786200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009A634-74E9-8C1A-3200-1F6D35C76876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415927" cy="3672721"/>
              </a:xfrm>
              <a:grpFill/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74C32901-D5AD-76E8-0EAD-A89F94B259CF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2852142"/>
                </a:xfrm>
                <a:grpFill/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74F0512B-F33A-2280-39AF-905564E674C4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602480" cy="3919181"/>
                  </a:xfrm>
                  <a:grpFill/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A5AD70DA-DBF9-8433-EFA1-303EB5AC9A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6047" y="0"/>
                      <a:ext cx="4572000" cy="1371600"/>
                      <a:chOff x="756047" y="0"/>
                      <a:chExt cx="7631906" cy="3919181"/>
                    </a:xfrm>
                    <a:grpFill/>
                  </p:grpSpPr>
                  <p:grpSp>
                    <p:nvGrpSpPr>
                      <p:cNvPr id="15" name="Group 14">
                        <a:extLst>
                          <a:ext uri="{FF2B5EF4-FFF2-40B4-BE49-F238E27FC236}">
                            <a16:creationId xmlns:a16="http://schemas.microsoft.com/office/drawing/2014/main" id="{F0287565-AE79-766A-186D-6F22A7BB83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56047" y="0"/>
                        <a:ext cx="4572000" cy="1371600"/>
                        <a:chOff x="756047" y="0"/>
                        <a:chExt cx="9302089" cy="1944172"/>
                      </a:xfrm>
                      <a:grpFill/>
                    </p:grpSpPr>
                    <p:pic>
                      <p:nvPicPr>
                        <p:cNvPr id="2" name="Image 0" descr="preencoded.png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144000" y="0"/>
                          <a:ext cx="914136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  <p:sp>
                      <p:nvSpPr>
                        <p:cNvPr id="3" name="Text 0"/>
                        <p:cNvSpPr/>
                        <p:nvPr/>
                      </p:nvSpPr>
                      <p:spPr>
                        <a:xfrm>
                          <a:off x="756047" y="594003"/>
                          <a:ext cx="7631906" cy="13501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53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Omnichannel Fulfillment Excellence</a:t>
                          </a:r>
                          <a:endParaRPr lang="en-US" sz="42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Shape 1" descr="Decorative – no critical information"/>
                      <p:cNvSpPr/>
                      <p:nvPr/>
                    </p:nvSpPr>
                    <p:spPr>
                      <a:xfrm>
                        <a:off x="756047" y="2268141"/>
                        <a:ext cx="7631906" cy="1651040"/>
                      </a:xfrm>
                      <a:prstGeom prst="roundRect">
                        <a:avLst>
                          <a:gd name="adj" fmla="val 8861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5" name="Shape 2" descr="Decorative – no critical information"/>
                    <p:cNvSpPr/>
                    <p:nvPr/>
                  </p:nvSpPr>
                  <p:spPr>
                    <a:xfrm>
                      <a:off x="725567" y="2268141"/>
                      <a:ext cx="121920" cy="1651040"/>
                    </a:xfrm>
                    <a:prstGeom prst="roundRect">
                      <a:avLst>
                        <a:gd name="adj" fmla="val 7441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" name="Text 3" descr="Decorative – no critical information"/>
                  <p:cNvSpPr/>
                  <p:nvPr/>
                </p:nvSpPr>
                <p:spPr>
                  <a:xfrm>
                    <a:off x="1093946" y="2514600"/>
                    <a:ext cx="2783324" cy="337542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650"/>
                      </a:lnSpc>
                      <a:buNone/>
                    </a:pPr>
                    <a:r>
                      <a:rPr lang="en-US" sz="2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Seamless Integration</a:t>
                    </a:r>
                    <a:endParaRPr lang="en-US" sz="2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" name="Text 4" descr="Decorative – no critical information"/>
                <p:cNvSpPr/>
                <p:nvPr/>
              </p:nvSpPr>
              <p:spPr>
                <a:xfrm>
                  <a:off x="1093946" y="2981682"/>
                  <a:ext cx="7047548" cy="6910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700"/>
                    </a:lnSpc>
                    <a:buNone/>
                  </a:pPr>
                  <a:r>
                    <a:rPr lang="en-US" sz="17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Online and offline channels converge to create unified customer experiences with consistent service quality</a:t>
                  </a:r>
                  <a:endParaRPr lang="en-US" sz="17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Shape 5" descr="Decorative – no critical information"/>
              <p:cNvSpPr/>
              <p:nvPr/>
            </p:nvSpPr>
            <p:spPr>
              <a:xfrm>
                <a:off x="756047" y="4135160"/>
                <a:ext cx="7631906" cy="1651040"/>
              </a:xfrm>
              <a:prstGeom prst="roundRect">
                <a:avLst>
                  <a:gd name="adj" fmla="val 8861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Shape 6" descr="Decorative – no critical information"/>
            <p:cNvSpPr/>
            <p:nvPr/>
          </p:nvSpPr>
          <p:spPr>
            <a:xfrm>
              <a:off x="725567" y="4135160"/>
              <a:ext cx="121920" cy="1651040"/>
            </a:xfrm>
            <a:prstGeom prst="roundRect">
              <a:avLst>
                <a:gd name="adj" fmla="val 74419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 7" descr="Decorative – no critical information"/>
          <p:cNvSpPr/>
          <p:nvPr/>
        </p:nvSpPr>
        <p:spPr>
          <a:xfrm>
            <a:off x="1093946" y="438161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Flexible Fulfillment</a:t>
            </a:r>
            <a:endParaRPr lang="en-US" sz="21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4508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3690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4090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203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3595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1744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0199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9825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9990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2461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75465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1895C54-07DC-8436-6B66-A56EFF9390BA}"/>
              </a:ext>
            </a:extLst>
          </p:cNvPr>
          <p:cNvGrpSpPr/>
          <p:nvPr/>
        </p:nvGrpSpPr>
        <p:grpSpPr>
          <a:xfrm>
            <a:off x="725567" y="0"/>
            <a:ext cx="4572000" cy="4719161"/>
            <a:chOff x="725567" y="0"/>
            <a:chExt cx="4572000" cy="471916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0D1881F-210F-A178-62F9-688D0B1B483F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5786200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C72768D-97CD-2BED-AC09-880652E37C50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662386" cy="5786200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F009A634-74E9-8C1A-3200-1F6D35C76876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415927" cy="3672721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74C32901-D5AD-76E8-0EAD-A89F94B259CF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2852142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74F0512B-F33A-2280-39AF-905564E674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602480" cy="3919181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A5AD70DA-DBF9-8433-EFA1-303EB5AC9A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56047" y="0"/>
                        <a:ext cx="4572000" cy="1371600"/>
                        <a:chOff x="756047" y="0"/>
                        <a:chExt cx="7631906" cy="3919181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F0287565-AE79-766A-186D-6F22A7BB83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6047" y="0"/>
                          <a:ext cx="4572000" cy="1371600"/>
                          <a:chOff x="756047" y="0"/>
                          <a:chExt cx="9302089" cy="1944172"/>
                        </a:xfrm>
                        <a:grpFill/>
                      </p:grpSpPr>
                      <p:pic>
                        <p:nvPicPr>
                          <p:cNvPr id="2" name="Image 0" descr="preencoded.png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144000" y="0"/>
                            <a:ext cx="914136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  <p:sp>
                        <p:nvSpPr>
                          <p:cNvPr id="3" name="Text 0"/>
                          <p:cNvSpPr/>
                          <p:nvPr/>
                        </p:nvSpPr>
                        <p:spPr>
                          <a:xfrm>
                            <a:off x="756047" y="594003"/>
                            <a:ext cx="7631906" cy="13501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3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Omnichannel Fulfillment Excellence</a:t>
                            </a:r>
                            <a:endParaRPr lang="en-US" sz="42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Shape 1" descr="Decorative – no critical information"/>
                        <p:cNvSpPr/>
                        <p:nvPr/>
                      </p:nvSpPr>
                      <p:spPr>
                        <a:xfrm>
                          <a:off x="756047" y="2268141"/>
                          <a:ext cx="7631906" cy="1651040"/>
                        </a:xfrm>
                        <a:prstGeom prst="roundRect">
                          <a:avLst>
                            <a:gd name="adj" fmla="val 8861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5" name="Shape 2" descr="Decorative – no critical information"/>
                      <p:cNvSpPr/>
                      <p:nvPr/>
                    </p:nvSpPr>
                    <p:spPr>
                      <a:xfrm>
                        <a:off x="725567" y="2268141"/>
                        <a:ext cx="121920" cy="1651040"/>
                      </a:xfrm>
                      <a:prstGeom prst="roundRect">
                        <a:avLst>
                          <a:gd name="adj" fmla="val 7441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6" name="Text 3" descr="Decorative – no critical information"/>
                    <p:cNvSpPr/>
                    <p:nvPr/>
                  </p:nvSpPr>
                  <p:spPr>
                    <a:xfrm>
                      <a:off x="1093946" y="2514600"/>
                      <a:ext cx="2783324" cy="337542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65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Seamless Integration</a:t>
                      </a:r>
                      <a:endParaRPr lang="en-US" sz="2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" name="Text 4" descr="Decorative – no critical information"/>
                  <p:cNvSpPr/>
                  <p:nvPr/>
                </p:nvSpPr>
                <p:spPr>
                  <a:xfrm>
                    <a:off x="1093946" y="2981682"/>
                    <a:ext cx="7047548" cy="6910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700"/>
                      </a:lnSpc>
                      <a:buNone/>
                    </a:pPr>
                    <a:r>
                      <a:rPr lang="en-US" sz="17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Online and offline channels converge to create unified customer experiences with consistent service quality</a:t>
                    </a:r>
                    <a:endParaRPr lang="en-US" sz="17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Shape 5" descr="Decorative – no critical information"/>
                <p:cNvSpPr/>
                <p:nvPr/>
              </p:nvSpPr>
              <p:spPr>
                <a:xfrm>
                  <a:off x="756047" y="4135160"/>
                  <a:ext cx="7631906" cy="1651040"/>
                </a:xfrm>
                <a:prstGeom prst="roundRect">
                  <a:avLst>
                    <a:gd name="adj" fmla="val 8861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Shape 6" descr="Decorative – no critical information"/>
              <p:cNvSpPr/>
              <p:nvPr/>
            </p:nvSpPr>
            <p:spPr>
              <a:xfrm>
                <a:off x="725567" y="4135160"/>
                <a:ext cx="121920" cy="1651040"/>
              </a:xfrm>
              <a:prstGeom prst="roundRect">
                <a:avLst>
                  <a:gd name="adj" fmla="val 74419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Text 7" descr="Decorative – no critical information"/>
            <p:cNvSpPr/>
            <p:nvPr/>
          </p:nvSpPr>
          <p:spPr>
            <a:xfrm>
              <a:off x="1093946" y="4381619"/>
              <a:ext cx="2700218" cy="337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Flexible Fulfillment</a:t>
              </a:r>
              <a:endParaRPr lang="en-US" sz="2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Text 8" descr="Decorative – no critical information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81061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1895C54-07DC-8436-6B66-A56EFF9390BA}"/>
              </a:ext>
            </a:extLst>
          </p:cNvPr>
          <p:cNvGrpSpPr/>
          <p:nvPr/>
        </p:nvGrpSpPr>
        <p:grpSpPr>
          <a:xfrm>
            <a:off x="725567" y="0"/>
            <a:ext cx="4572000" cy="4719161"/>
            <a:chOff x="725567" y="0"/>
            <a:chExt cx="4572000" cy="471916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0D1881F-210F-A178-62F9-688D0B1B483F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5786200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C72768D-97CD-2BED-AC09-880652E37C50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662386" cy="5786200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F009A634-74E9-8C1A-3200-1F6D35C76876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415927" cy="3672721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74C32901-D5AD-76E8-0EAD-A89F94B259CF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2852142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74F0512B-F33A-2280-39AF-905564E674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602480" cy="3919181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A5AD70DA-DBF9-8433-EFA1-303EB5AC9A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56047" y="0"/>
                        <a:ext cx="4572000" cy="1371600"/>
                        <a:chOff x="756047" y="0"/>
                        <a:chExt cx="7631906" cy="3919181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F0287565-AE79-766A-186D-6F22A7BB83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6047" y="0"/>
                          <a:ext cx="4572000" cy="1371600"/>
                          <a:chOff x="756047" y="0"/>
                          <a:chExt cx="9302089" cy="1944172"/>
                        </a:xfrm>
                        <a:grpFill/>
                      </p:grpSpPr>
                      <p:pic>
                        <p:nvPicPr>
                          <p:cNvPr id="2" name="Image 0" descr="preencoded.png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144000" y="0"/>
                            <a:ext cx="914136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  <p:sp>
                        <p:nvSpPr>
                          <p:cNvPr id="3" name="Text 0"/>
                          <p:cNvSpPr/>
                          <p:nvPr/>
                        </p:nvSpPr>
                        <p:spPr>
                          <a:xfrm>
                            <a:off x="756047" y="594003"/>
                            <a:ext cx="7631906" cy="13501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3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Omnichannel Fulfillment Excellence</a:t>
                            </a:r>
                            <a:endParaRPr lang="en-US" sz="42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Shape 1" descr="Decorative – no critical information"/>
                        <p:cNvSpPr/>
                        <p:nvPr/>
                      </p:nvSpPr>
                      <p:spPr>
                        <a:xfrm>
                          <a:off x="756047" y="2268141"/>
                          <a:ext cx="7631906" cy="1651040"/>
                        </a:xfrm>
                        <a:prstGeom prst="roundRect">
                          <a:avLst>
                            <a:gd name="adj" fmla="val 8861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5" name="Shape 2" descr="Decorative – no critical information"/>
                      <p:cNvSpPr/>
                      <p:nvPr/>
                    </p:nvSpPr>
                    <p:spPr>
                      <a:xfrm>
                        <a:off x="725567" y="2268141"/>
                        <a:ext cx="121920" cy="1651040"/>
                      </a:xfrm>
                      <a:prstGeom prst="roundRect">
                        <a:avLst>
                          <a:gd name="adj" fmla="val 7441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6" name="Text 3" descr="Decorative – no critical information"/>
                    <p:cNvSpPr/>
                    <p:nvPr/>
                  </p:nvSpPr>
                  <p:spPr>
                    <a:xfrm>
                      <a:off x="1093946" y="2514600"/>
                      <a:ext cx="2783324" cy="337542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65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Seamless Integration</a:t>
                      </a:r>
                      <a:endParaRPr lang="en-US" sz="2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" name="Text 4" descr="Decorative – no critical information"/>
                  <p:cNvSpPr/>
                  <p:nvPr/>
                </p:nvSpPr>
                <p:spPr>
                  <a:xfrm>
                    <a:off x="1093946" y="2981682"/>
                    <a:ext cx="7047548" cy="6910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700"/>
                      </a:lnSpc>
                      <a:buNone/>
                    </a:pPr>
                    <a:r>
                      <a:rPr lang="en-US" sz="17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Online and offline channels converge to create unified customer experiences with consistent service quality</a:t>
                    </a:r>
                    <a:endParaRPr lang="en-US" sz="17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Shape 5" descr="Decorative – no critical information"/>
                <p:cNvSpPr/>
                <p:nvPr/>
              </p:nvSpPr>
              <p:spPr>
                <a:xfrm>
                  <a:off x="756047" y="4135160"/>
                  <a:ext cx="7631906" cy="1651040"/>
                </a:xfrm>
                <a:prstGeom prst="roundRect">
                  <a:avLst>
                    <a:gd name="adj" fmla="val 8861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Shape 6" descr="Decorative – no critical information"/>
              <p:cNvSpPr/>
              <p:nvPr/>
            </p:nvSpPr>
            <p:spPr>
              <a:xfrm>
                <a:off x="725567" y="4135160"/>
                <a:ext cx="121920" cy="1651040"/>
              </a:xfrm>
              <a:prstGeom prst="roundRect">
                <a:avLst>
                  <a:gd name="adj" fmla="val 74419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Text 7" descr="Decorative – no critical information"/>
            <p:cNvSpPr/>
            <p:nvPr/>
          </p:nvSpPr>
          <p:spPr>
            <a:xfrm>
              <a:off x="1093946" y="4381619"/>
              <a:ext cx="2700218" cy="337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Flexible Fulfillment</a:t>
              </a:r>
              <a:endParaRPr lang="en-US" sz="21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Text 8" descr="Decorative – no critical information"/>
          <p:cNvSpPr/>
          <p:nvPr/>
        </p:nvSpPr>
        <p:spPr>
          <a:xfrm>
            <a:off x="1093946" y="4848701"/>
            <a:ext cx="7047548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Buy online pickup in-store, ship from store, curbside delivery—customers choose their preferred method</a:t>
            </a:r>
            <a:endParaRPr lang="en-US" sz="1700" dirty="0">
              <a:latin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50739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42923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0757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6526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77182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65111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63233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67168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9408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3375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78213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400F67B-9C06-EA0F-5B93-B85FD33EB061}"/>
              </a:ext>
            </a:extLst>
          </p:cNvPr>
          <p:cNvGrpSpPr/>
          <p:nvPr/>
        </p:nvGrpSpPr>
        <p:grpSpPr>
          <a:xfrm>
            <a:off x="725567" y="0"/>
            <a:ext cx="7415927" cy="5539740"/>
            <a:chOff x="725567" y="0"/>
            <a:chExt cx="7415927" cy="5539740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1895C54-07DC-8436-6B66-A56EFF9390BA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4719161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0D1881F-210F-A178-62F9-688D0B1B483F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5786200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FC72768D-97CD-2BED-AC09-880652E37C50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662386" cy="5786200"/>
                </a:xfrm>
                <a:grpFill/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F009A634-74E9-8C1A-3200-1F6D35C76876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7415927" cy="3672721"/>
                  </a:xfrm>
                  <a:grpFill/>
                </p:grpSpPr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74C32901-D5AD-76E8-0EAD-A89F94B259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572000" cy="2852142"/>
                    </a:xfrm>
                    <a:grpFill/>
                  </p:grpSpPr>
                  <p:grpSp>
                    <p:nvGrpSpPr>
                      <p:cNvPr id="17" name="Group 16">
                        <a:extLst>
                          <a:ext uri="{FF2B5EF4-FFF2-40B4-BE49-F238E27FC236}">
                            <a16:creationId xmlns:a16="http://schemas.microsoft.com/office/drawing/2014/main" id="{74F0512B-F33A-2280-39AF-905564E674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4602480" cy="3919181"/>
                      </a:xfrm>
                      <a:grpFill/>
                    </p:grpSpPr>
                    <p:grpSp>
                      <p:nvGrpSpPr>
                        <p:cNvPr id="16" name="Group 15">
                          <a:extLst>
                            <a:ext uri="{FF2B5EF4-FFF2-40B4-BE49-F238E27FC236}">
                              <a16:creationId xmlns:a16="http://schemas.microsoft.com/office/drawing/2014/main" id="{A5AD70DA-DBF9-8433-EFA1-303EB5AC9AA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6047" y="0"/>
                          <a:ext cx="4572000" cy="1371600"/>
                          <a:chOff x="756047" y="0"/>
                          <a:chExt cx="7631906" cy="3919181"/>
                        </a:xfrm>
                        <a:grpFill/>
                      </p:grpSpPr>
                      <p:grpSp>
                        <p:nvGrpSpPr>
                          <p:cNvPr id="15" name="Group 14">
                            <a:extLst>
                              <a:ext uri="{FF2B5EF4-FFF2-40B4-BE49-F238E27FC236}">
                                <a16:creationId xmlns:a16="http://schemas.microsoft.com/office/drawing/2014/main" id="{F0287565-AE79-766A-186D-6F22A7BB83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6047" y="0"/>
                            <a:ext cx="4572000" cy="1371600"/>
                            <a:chOff x="756047" y="0"/>
                            <a:chExt cx="9302089" cy="1944172"/>
                          </a:xfrm>
                          <a:grpFill/>
                        </p:grpSpPr>
                        <p:pic>
                          <p:nvPicPr>
                            <p:cNvPr id="2" name="Image 0" descr="preencoded.png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144000" y="0"/>
                              <a:ext cx="914136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  <p:sp>
                          <p:nvSpPr>
                            <p:cNvPr id="3" name="Text 0"/>
                            <p:cNvSpPr/>
                            <p:nvPr/>
                          </p:nvSpPr>
                          <p:spPr>
                            <a:xfrm>
                              <a:off x="756047" y="594003"/>
                              <a:ext cx="7631906" cy="135016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3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Omnichannel Fulfillment Excellence</a:t>
                              </a:r>
                              <a:endParaRPr lang="en-US" sz="42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Shape 1" descr="Decorative – no critical information"/>
                          <p:cNvSpPr/>
                          <p:nvPr/>
                        </p:nvSpPr>
                        <p:spPr>
                          <a:xfrm>
                            <a:off x="756047" y="2268141"/>
                            <a:ext cx="7631906" cy="1651040"/>
                          </a:xfrm>
                          <a:prstGeom prst="roundRect">
                            <a:avLst>
                              <a:gd name="adj" fmla="val 8861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5" name="Shape 2" descr="Decorative – no critical information"/>
                        <p:cNvSpPr/>
                        <p:nvPr/>
                      </p:nvSpPr>
                      <p:spPr>
                        <a:xfrm>
                          <a:off x="725567" y="2268141"/>
                          <a:ext cx="121920" cy="1651040"/>
                        </a:xfrm>
                        <a:prstGeom prst="roundRect">
                          <a:avLst>
                            <a:gd name="adj" fmla="val 7441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6" name="Text 3" descr="Decorative – no critical information"/>
                      <p:cNvSpPr/>
                      <p:nvPr/>
                    </p:nvSpPr>
                    <p:spPr>
                      <a:xfrm>
                        <a:off x="1093946" y="2514600"/>
                        <a:ext cx="2783324" cy="337542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650"/>
                          </a:lnSpc>
                          <a:buNone/>
                        </a:pPr>
                        <a:r>
                          <a:rPr lang="en-US" sz="2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Seamless Integration</a:t>
                        </a:r>
                        <a:endParaRPr lang="en-US" sz="2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" name="Text 4" descr="Decorative – no critical information"/>
                    <p:cNvSpPr/>
                    <p:nvPr/>
                  </p:nvSpPr>
                  <p:spPr>
                    <a:xfrm>
                      <a:off x="1093946" y="2981682"/>
                      <a:ext cx="7047548" cy="69103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Online and offline channels converge to create unified customer experiences with consistent service quality</a:t>
                      </a:r>
                      <a:endParaRPr lang="en-US" sz="17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Shape 5" descr="Decorative – no critical information"/>
                  <p:cNvSpPr/>
                  <p:nvPr/>
                </p:nvSpPr>
                <p:spPr>
                  <a:xfrm>
                    <a:off x="756047" y="4135160"/>
                    <a:ext cx="7631906" cy="1651040"/>
                  </a:xfrm>
                  <a:prstGeom prst="roundRect">
                    <a:avLst>
                      <a:gd name="adj" fmla="val 8861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" name="Shape 6" descr="Decorative – no critical information"/>
                <p:cNvSpPr/>
                <p:nvPr/>
              </p:nvSpPr>
              <p:spPr>
                <a:xfrm>
                  <a:off x="725567" y="4135160"/>
                  <a:ext cx="121920" cy="1651040"/>
                </a:xfrm>
                <a:prstGeom prst="roundRect">
                  <a:avLst>
                    <a:gd name="adj" fmla="val 74419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" name="Text 7" descr="Decorative – no critical information"/>
              <p:cNvSpPr/>
              <p:nvPr/>
            </p:nvSpPr>
            <p:spPr>
              <a:xfrm>
                <a:off x="1093946" y="4381619"/>
                <a:ext cx="2700218" cy="337542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650"/>
                  </a:lnSpc>
                  <a:buNone/>
                </a:pPr>
                <a:r>
                  <a:rPr lang="en-US" sz="2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Flexible Fulfillment</a:t>
                </a:r>
                <a:endParaRPr lang="en-US" sz="2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Text 8" descr="Decorative – no critical information"/>
            <p:cNvSpPr/>
            <p:nvPr/>
          </p:nvSpPr>
          <p:spPr>
            <a:xfrm>
              <a:off x="1093946" y="4848701"/>
              <a:ext cx="7047548" cy="6910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Buy online pickup in-store, ship from store, curbside delivery—customers choose their preferred method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Shape 9" descr="Decorative – no critical information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09058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400F67B-9C06-EA0F-5B93-B85FD33EB061}"/>
              </a:ext>
            </a:extLst>
          </p:cNvPr>
          <p:cNvGrpSpPr/>
          <p:nvPr/>
        </p:nvGrpSpPr>
        <p:grpSpPr>
          <a:xfrm>
            <a:off x="725567" y="0"/>
            <a:ext cx="7415927" cy="5539740"/>
            <a:chOff x="725567" y="0"/>
            <a:chExt cx="7415927" cy="5539740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1895C54-07DC-8436-6B66-A56EFF9390BA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4719161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0D1881F-210F-A178-62F9-688D0B1B483F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5786200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FC72768D-97CD-2BED-AC09-880652E37C50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662386" cy="5786200"/>
                </a:xfrm>
                <a:grpFill/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F009A634-74E9-8C1A-3200-1F6D35C76876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7415927" cy="3672721"/>
                  </a:xfrm>
                  <a:grpFill/>
                </p:grpSpPr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74C32901-D5AD-76E8-0EAD-A89F94B259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572000" cy="2852142"/>
                    </a:xfrm>
                    <a:grpFill/>
                  </p:grpSpPr>
                  <p:grpSp>
                    <p:nvGrpSpPr>
                      <p:cNvPr id="17" name="Group 16">
                        <a:extLst>
                          <a:ext uri="{FF2B5EF4-FFF2-40B4-BE49-F238E27FC236}">
                            <a16:creationId xmlns:a16="http://schemas.microsoft.com/office/drawing/2014/main" id="{74F0512B-F33A-2280-39AF-905564E674C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4602480" cy="3919181"/>
                      </a:xfrm>
                      <a:grpFill/>
                    </p:grpSpPr>
                    <p:grpSp>
                      <p:nvGrpSpPr>
                        <p:cNvPr id="16" name="Group 15">
                          <a:extLst>
                            <a:ext uri="{FF2B5EF4-FFF2-40B4-BE49-F238E27FC236}">
                              <a16:creationId xmlns:a16="http://schemas.microsoft.com/office/drawing/2014/main" id="{A5AD70DA-DBF9-8433-EFA1-303EB5AC9AA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56047" y="0"/>
                          <a:ext cx="4572000" cy="1371600"/>
                          <a:chOff x="756047" y="0"/>
                          <a:chExt cx="7631906" cy="3919181"/>
                        </a:xfrm>
                        <a:grpFill/>
                      </p:grpSpPr>
                      <p:grpSp>
                        <p:nvGrpSpPr>
                          <p:cNvPr id="15" name="Group 14">
                            <a:extLst>
                              <a:ext uri="{FF2B5EF4-FFF2-40B4-BE49-F238E27FC236}">
                                <a16:creationId xmlns:a16="http://schemas.microsoft.com/office/drawing/2014/main" id="{F0287565-AE79-766A-186D-6F22A7BB839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6047" y="0"/>
                            <a:ext cx="4572000" cy="1371600"/>
                            <a:chOff x="756047" y="0"/>
                            <a:chExt cx="9302089" cy="1944172"/>
                          </a:xfrm>
                          <a:grpFill/>
                        </p:grpSpPr>
                        <p:pic>
                          <p:nvPicPr>
                            <p:cNvPr id="2" name="Image 0" descr="preencoded.png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144000" y="0"/>
                              <a:ext cx="914136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  <p:sp>
                          <p:nvSpPr>
                            <p:cNvPr id="3" name="Text 0"/>
                            <p:cNvSpPr/>
                            <p:nvPr/>
                          </p:nvSpPr>
                          <p:spPr>
                            <a:xfrm>
                              <a:off x="756047" y="594003"/>
                              <a:ext cx="7631906" cy="135016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3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Omnichannel Fulfillment Excellence</a:t>
                              </a:r>
                              <a:endParaRPr lang="en-US" sz="42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Shape 1" descr="Decorative – no critical information"/>
                          <p:cNvSpPr/>
                          <p:nvPr/>
                        </p:nvSpPr>
                        <p:spPr>
                          <a:xfrm>
                            <a:off x="756047" y="2268141"/>
                            <a:ext cx="7631906" cy="1651040"/>
                          </a:xfrm>
                          <a:prstGeom prst="roundRect">
                            <a:avLst>
                              <a:gd name="adj" fmla="val 8861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5" name="Shape 2" descr="Decorative – no critical information"/>
                        <p:cNvSpPr/>
                        <p:nvPr/>
                      </p:nvSpPr>
                      <p:spPr>
                        <a:xfrm>
                          <a:off x="725567" y="2268141"/>
                          <a:ext cx="121920" cy="1651040"/>
                        </a:xfrm>
                        <a:prstGeom prst="roundRect">
                          <a:avLst>
                            <a:gd name="adj" fmla="val 74419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6" name="Text 3" descr="Decorative – no critical information"/>
                      <p:cNvSpPr/>
                      <p:nvPr/>
                    </p:nvSpPr>
                    <p:spPr>
                      <a:xfrm>
                        <a:off x="1093946" y="2514600"/>
                        <a:ext cx="2783324" cy="337542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650"/>
                          </a:lnSpc>
                          <a:buNone/>
                        </a:pPr>
                        <a:r>
                          <a:rPr lang="en-US" sz="21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Seamless Integration</a:t>
                        </a:r>
                        <a:endParaRPr lang="en-US" sz="21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" name="Text 4" descr="Decorative – no critical information"/>
                    <p:cNvSpPr/>
                    <p:nvPr/>
                  </p:nvSpPr>
                  <p:spPr>
                    <a:xfrm>
                      <a:off x="1093946" y="2981682"/>
                      <a:ext cx="7047548" cy="69103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Online and offline channels converge to create unified customer experiences with consistent service quality</a:t>
                      </a:r>
                      <a:endParaRPr lang="en-US" sz="17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Shape 5" descr="Decorative – no critical information"/>
                  <p:cNvSpPr/>
                  <p:nvPr/>
                </p:nvSpPr>
                <p:spPr>
                  <a:xfrm>
                    <a:off x="756047" y="4135160"/>
                    <a:ext cx="7631906" cy="1651040"/>
                  </a:xfrm>
                  <a:prstGeom prst="roundRect">
                    <a:avLst>
                      <a:gd name="adj" fmla="val 8861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" name="Shape 6" descr="Decorative – no critical information"/>
                <p:cNvSpPr/>
                <p:nvPr/>
              </p:nvSpPr>
              <p:spPr>
                <a:xfrm>
                  <a:off x="725567" y="4135160"/>
                  <a:ext cx="121920" cy="1651040"/>
                </a:xfrm>
                <a:prstGeom prst="roundRect">
                  <a:avLst>
                    <a:gd name="adj" fmla="val 74419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" name="Text 7" descr="Decorative – no critical information"/>
              <p:cNvSpPr/>
              <p:nvPr/>
            </p:nvSpPr>
            <p:spPr>
              <a:xfrm>
                <a:off x="1093946" y="4381619"/>
                <a:ext cx="2700218" cy="337542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650"/>
                  </a:lnSpc>
                  <a:buNone/>
                </a:pPr>
                <a:r>
                  <a:rPr lang="en-US" sz="21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Flexible Fulfillment</a:t>
                </a:r>
                <a:endParaRPr lang="en-US" sz="21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Text 8" descr="Decorative – no critical information"/>
            <p:cNvSpPr/>
            <p:nvPr/>
          </p:nvSpPr>
          <p:spPr>
            <a:xfrm>
              <a:off x="1093946" y="4848701"/>
              <a:ext cx="7047548" cy="6910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Buy online pickup in-store, ship from store, curbside delivery—customers choose their preferred method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Shape 9" descr="Decorative – no critical information"/>
          <p:cNvSpPr/>
          <p:nvPr/>
        </p:nvSpPr>
        <p:spPr>
          <a:xfrm>
            <a:off x="756047" y="6029206"/>
            <a:ext cx="7631906" cy="1608773"/>
          </a:xfrm>
          <a:prstGeom prst="roundRect">
            <a:avLst>
              <a:gd name="adj" fmla="val 5640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6768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7548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1622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68251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92767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00062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58660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74032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99089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03430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82292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9A3F345-401A-1A81-D781-42A55CCE2D4B}"/>
              </a:ext>
            </a:extLst>
          </p:cNvPr>
          <p:cNvGrpSpPr/>
          <p:nvPr/>
        </p:nvGrpSpPr>
        <p:grpSpPr>
          <a:xfrm>
            <a:off x="725567" y="0"/>
            <a:ext cx="7662386" cy="7637979"/>
            <a:chOff x="725567" y="0"/>
            <a:chExt cx="7662386" cy="7637979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400F67B-9C06-EA0F-5B93-B85FD33EB061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415927" cy="5539740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895C54-07DC-8436-6B66-A56EFF9390BA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4719161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A0D1881F-210F-A178-62F9-688D0B1B483F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5786200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FC72768D-97CD-2BED-AC09-880652E37C50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7662386" cy="5786200"/>
                  </a:xfrm>
                  <a:grpFill/>
                </p:grpSpPr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F009A634-74E9-8C1A-3200-1F6D35C768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7415927" cy="3672721"/>
                    </a:xfrm>
                    <a:grpFill/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74C32901-D5AD-76E8-0EAD-A89F94B259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4572000" cy="2852142"/>
                      </a:xfrm>
                      <a:grpFill/>
                    </p:grpSpPr>
                    <p:grpSp>
                      <p:nvGrpSpPr>
                        <p:cNvPr id="17" name="Group 16">
                          <a:extLst>
                            <a:ext uri="{FF2B5EF4-FFF2-40B4-BE49-F238E27FC236}">
                              <a16:creationId xmlns:a16="http://schemas.microsoft.com/office/drawing/2014/main" id="{74F0512B-F33A-2280-39AF-905564E674C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4602480" cy="3919181"/>
                        </a:xfrm>
                        <a:grpFill/>
                      </p:grpSpPr>
                      <p:grpSp>
                        <p:nvGrpSpPr>
                          <p:cNvPr id="16" name="Group 15">
                            <a:extLst>
                              <a:ext uri="{FF2B5EF4-FFF2-40B4-BE49-F238E27FC236}">
                                <a16:creationId xmlns:a16="http://schemas.microsoft.com/office/drawing/2014/main" id="{A5AD70DA-DBF9-8433-EFA1-303EB5AC9AA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6047" y="0"/>
                            <a:ext cx="4572000" cy="1371600"/>
                            <a:chOff x="756047" y="0"/>
                            <a:chExt cx="7631906" cy="3919181"/>
                          </a:xfrm>
                          <a:grpFill/>
                        </p:grpSpPr>
                        <p:grpSp>
                          <p:nvGrpSpPr>
                            <p:cNvPr id="15" name="Group 14">
                              <a:extLst>
                                <a:ext uri="{FF2B5EF4-FFF2-40B4-BE49-F238E27FC236}">
                                  <a16:creationId xmlns:a16="http://schemas.microsoft.com/office/drawing/2014/main" id="{F0287565-AE79-766A-186D-6F22A7BB839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56047" y="0"/>
                              <a:ext cx="4572000" cy="1371600"/>
                              <a:chOff x="756047" y="0"/>
                              <a:chExt cx="9302089" cy="1944172"/>
                            </a:xfrm>
                            <a:grpFill/>
                          </p:grpSpPr>
                          <p:pic>
                            <p:nvPicPr>
                              <p:cNvPr id="2" name="Image 0" descr="preencoded.png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144000" y="0"/>
                                <a:ext cx="914136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</p:pic>
                          <p:sp>
                            <p:nvSpPr>
                              <p:cNvPr id="3" name="Text 0"/>
                              <p:cNvSpPr/>
                              <p:nvPr/>
                            </p:nvSpPr>
                            <p:spPr>
                              <a:xfrm>
                                <a:off x="756047" y="594003"/>
                                <a:ext cx="7631906" cy="1350169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3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Omnichannel Fulfillment Excellence</a:t>
                                </a:r>
                                <a:endParaRPr lang="en-US" sz="42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Shape 1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56047" y="2268141"/>
                              <a:ext cx="7631906" cy="1651040"/>
                            </a:xfrm>
                            <a:prstGeom prst="roundRect">
                              <a:avLst>
                                <a:gd name="adj" fmla="val 8861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5" name="Shape 2" descr="Decorative – no critical information"/>
                          <p:cNvSpPr/>
                          <p:nvPr/>
                        </p:nvSpPr>
                        <p:spPr>
                          <a:xfrm>
                            <a:off x="725567" y="2268141"/>
                            <a:ext cx="121920" cy="1651040"/>
                          </a:xfrm>
                          <a:prstGeom prst="roundRect">
                            <a:avLst>
                              <a:gd name="adj" fmla="val 74419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6" name="Text 3" descr="Decorative – no critical information"/>
                        <p:cNvSpPr/>
                        <p:nvPr/>
                      </p:nvSpPr>
                      <p:spPr>
                        <a:xfrm>
                          <a:off x="1093946" y="2514600"/>
                          <a:ext cx="2783324" cy="337542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65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Seamless Integration</a:t>
                          </a:r>
                          <a:endParaRPr lang="en-US" sz="21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4" descr="Decorative – no critical information"/>
                      <p:cNvSpPr/>
                      <p:nvPr/>
                    </p:nvSpPr>
                    <p:spPr>
                      <a:xfrm>
                        <a:off x="1093946" y="2981682"/>
                        <a:ext cx="7047548" cy="69103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700"/>
                          </a:lnSpc>
                          <a:buNone/>
                        </a:pPr>
                        <a:r>
                          <a:rPr lang="en-US" sz="17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Online and offline channels converge to create unified customer experiences with consistent service quality</a:t>
                        </a:r>
                        <a:endParaRPr lang="en-US" sz="17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Shape 5" descr="Decorative – no critical information"/>
                    <p:cNvSpPr/>
                    <p:nvPr/>
                  </p:nvSpPr>
                  <p:spPr>
                    <a:xfrm>
                      <a:off x="756047" y="4135160"/>
                      <a:ext cx="7631906" cy="1651040"/>
                    </a:xfrm>
                    <a:prstGeom prst="roundRect">
                      <a:avLst>
                        <a:gd name="adj" fmla="val 8861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9" name="Shape 6" descr="Decorative – no critical information"/>
                  <p:cNvSpPr/>
                  <p:nvPr/>
                </p:nvSpPr>
                <p:spPr>
                  <a:xfrm>
                    <a:off x="725567" y="4135160"/>
                    <a:ext cx="121920" cy="1651040"/>
                  </a:xfrm>
                  <a:prstGeom prst="roundRect">
                    <a:avLst>
                      <a:gd name="adj" fmla="val 74419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" name="Text 7" descr="Decorative – no critical information"/>
                <p:cNvSpPr/>
                <p:nvPr/>
              </p:nvSpPr>
              <p:spPr>
                <a:xfrm>
                  <a:off x="1093946" y="4381619"/>
                  <a:ext cx="2700218" cy="337542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650"/>
                    </a:lnSpc>
                    <a:buNone/>
                  </a:pPr>
                  <a:r>
                    <a:rPr lang="en-US" sz="2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Flexible Fulfillment</a:t>
                  </a:r>
                  <a:endParaRPr lang="en-US" sz="2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8" descr="Decorative – no critical information"/>
              <p:cNvSpPr/>
              <p:nvPr/>
            </p:nvSpPr>
            <p:spPr>
              <a:xfrm>
                <a:off x="1093946" y="4848701"/>
                <a:ext cx="7047548" cy="6910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17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Buy online pickup in-store, ship from store, curbside delivery—customers choose their preferred method</a:t>
                </a:r>
                <a:endParaRPr lang="en-US" sz="17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" name="Shape 9" descr="Decorative – no critical information"/>
            <p:cNvSpPr/>
            <p:nvPr/>
          </p:nvSpPr>
          <p:spPr>
            <a:xfrm>
              <a:off x="756047" y="6029206"/>
              <a:ext cx="7631906" cy="1608773"/>
            </a:xfrm>
            <a:prstGeom prst="roundRect">
              <a:avLst>
                <a:gd name="adj" fmla="val 5640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3" name="Image 1" descr="Decorative – no critical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46221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9A3F345-401A-1A81-D781-42A55CCE2D4B}"/>
              </a:ext>
            </a:extLst>
          </p:cNvPr>
          <p:cNvGrpSpPr/>
          <p:nvPr/>
        </p:nvGrpSpPr>
        <p:grpSpPr>
          <a:xfrm>
            <a:off x="725567" y="0"/>
            <a:ext cx="7662386" cy="7637979"/>
            <a:chOff x="725567" y="0"/>
            <a:chExt cx="7662386" cy="7637979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400F67B-9C06-EA0F-5B93-B85FD33EB061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415927" cy="5539740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895C54-07DC-8436-6B66-A56EFF9390BA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4572000" cy="4719161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A0D1881F-210F-A178-62F9-688D0B1B483F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5786200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FC72768D-97CD-2BED-AC09-880652E37C50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7662386" cy="5786200"/>
                  </a:xfrm>
                  <a:grpFill/>
                </p:grpSpPr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F009A634-74E9-8C1A-3200-1F6D35C768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7415927" cy="3672721"/>
                    </a:xfrm>
                    <a:grpFill/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74C32901-D5AD-76E8-0EAD-A89F94B259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4572000" cy="2852142"/>
                      </a:xfrm>
                      <a:grpFill/>
                    </p:grpSpPr>
                    <p:grpSp>
                      <p:nvGrpSpPr>
                        <p:cNvPr id="17" name="Group 16">
                          <a:extLst>
                            <a:ext uri="{FF2B5EF4-FFF2-40B4-BE49-F238E27FC236}">
                              <a16:creationId xmlns:a16="http://schemas.microsoft.com/office/drawing/2014/main" id="{74F0512B-F33A-2280-39AF-905564E674C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4602480" cy="3919181"/>
                        </a:xfrm>
                        <a:grpFill/>
                      </p:grpSpPr>
                      <p:grpSp>
                        <p:nvGrpSpPr>
                          <p:cNvPr id="16" name="Group 15">
                            <a:extLst>
                              <a:ext uri="{FF2B5EF4-FFF2-40B4-BE49-F238E27FC236}">
                                <a16:creationId xmlns:a16="http://schemas.microsoft.com/office/drawing/2014/main" id="{A5AD70DA-DBF9-8433-EFA1-303EB5AC9AA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56047" y="0"/>
                            <a:ext cx="4572000" cy="1371600"/>
                            <a:chOff x="756047" y="0"/>
                            <a:chExt cx="7631906" cy="3919181"/>
                          </a:xfrm>
                          <a:grpFill/>
                        </p:grpSpPr>
                        <p:grpSp>
                          <p:nvGrpSpPr>
                            <p:cNvPr id="15" name="Group 14">
                              <a:extLst>
                                <a:ext uri="{FF2B5EF4-FFF2-40B4-BE49-F238E27FC236}">
                                  <a16:creationId xmlns:a16="http://schemas.microsoft.com/office/drawing/2014/main" id="{F0287565-AE79-766A-186D-6F22A7BB839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56047" y="0"/>
                              <a:ext cx="4572000" cy="1371600"/>
                              <a:chOff x="756047" y="0"/>
                              <a:chExt cx="9302089" cy="1944172"/>
                            </a:xfrm>
                            <a:grpFill/>
                          </p:grpSpPr>
                          <p:pic>
                            <p:nvPicPr>
                              <p:cNvPr id="2" name="Image 0" descr="preencoded.png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144000" y="0"/>
                                <a:ext cx="914136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</p:pic>
                          <p:sp>
                            <p:nvSpPr>
                              <p:cNvPr id="3" name="Text 0"/>
                              <p:cNvSpPr/>
                              <p:nvPr/>
                            </p:nvSpPr>
                            <p:spPr>
                              <a:xfrm>
                                <a:off x="756047" y="594003"/>
                                <a:ext cx="7631906" cy="1350169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3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Omnichannel Fulfillment Excellence</a:t>
                                </a:r>
                                <a:endParaRPr lang="en-US" sz="42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Shape 1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56047" y="2268141"/>
                              <a:ext cx="7631906" cy="1651040"/>
                            </a:xfrm>
                            <a:prstGeom prst="roundRect">
                              <a:avLst>
                                <a:gd name="adj" fmla="val 8861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5" name="Shape 2" descr="Decorative – no critical information"/>
                          <p:cNvSpPr/>
                          <p:nvPr/>
                        </p:nvSpPr>
                        <p:spPr>
                          <a:xfrm>
                            <a:off x="725567" y="2268141"/>
                            <a:ext cx="121920" cy="1651040"/>
                          </a:xfrm>
                          <a:prstGeom prst="roundRect">
                            <a:avLst>
                              <a:gd name="adj" fmla="val 74419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6" name="Text 3" descr="Decorative – no critical information"/>
                        <p:cNvSpPr/>
                        <p:nvPr/>
                      </p:nvSpPr>
                      <p:spPr>
                        <a:xfrm>
                          <a:off x="1093946" y="2514600"/>
                          <a:ext cx="2783324" cy="337542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650"/>
                            </a:lnSpc>
                            <a:buNone/>
                          </a:pPr>
                          <a:r>
                            <a:rPr lang="en-US" sz="21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Seamless Integration</a:t>
                          </a:r>
                          <a:endParaRPr lang="en-US" sz="21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4" descr="Decorative – no critical information"/>
                      <p:cNvSpPr/>
                      <p:nvPr/>
                    </p:nvSpPr>
                    <p:spPr>
                      <a:xfrm>
                        <a:off x="1093946" y="2981682"/>
                        <a:ext cx="7047548" cy="69103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700"/>
                          </a:lnSpc>
                          <a:buNone/>
                        </a:pPr>
                        <a:r>
                          <a:rPr lang="en-US" sz="17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Online and offline channels converge to create unified customer experiences with consistent service quality</a:t>
                        </a:r>
                        <a:endParaRPr lang="en-US" sz="17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Shape 5" descr="Decorative – no critical information"/>
                    <p:cNvSpPr/>
                    <p:nvPr/>
                  </p:nvSpPr>
                  <p:spPr>
                    <a:xfrm>
                      <a:off x="756047" y="4135160"/>
                      <a:ext cx="7631906" cy="1651040"/>
                    </a:xfrm>
                    <a:prstGeom prst="roundRect">
                      <a:avLst>
                        <a:gd name="adj" fmla="val 8861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9" name="Shape 6" descr="Decorative – no critical information"/>
                  <p:cNvSpPr/>
                  <p:nvPr/>
                </p:nvSpPr>
                <p:spPr>
                  <a:xfrm>
                    <a:off x="725567" y="4135160"/>
                    <a:ext cx="121920" cy="1651040"/>
                  </a:xfrm>
                  <a:prstGeom prst="roundRect">
                    <a:avLst>
                      <a:gd name="adj" fmla="val 74419"/>
                    </a:avLst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" name="Text 7" descr="Decorative – no critical information"/>
                <p:cNvSpPr/>
                <p:nvPr/>
              </p:nvSpPr>
              <p:spPr>
                <a:xfrm>
                  <a:off x="1093946" y="4381619"/>
                  <a:ext cx="2700218" cy="337542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650"/>
                    </a:lnSpc>
                    <a:buNone/>
                  </a:pPr>
                  <a:r>
                    <a:rPr lang="en-US" sz="21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Flexible Fulfillment</a:t>
                  </a:r>
                  <a:endParaRPr lang="en-US" sz="21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8" descr="Decorative – no critical information"/>
              <p:cNvSpPr/>
              <p:nvPr/>
            </p:nvSpPr>
            <p:spPr>
              <a:xfrm>
                <a:off x="1093946" y="4848701"/>
                <a:ext cx="7047548" cy="6910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700"/>
                  </a:lnSpc>
                  <a:buNone/>
                </a:pPr>
                <a:r>
                  <a:rPr lang="en-US" sz="17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Buy online pickup in-store, ship from store, curbside delivery—customers choose their preferred method</a:t>
                </a:r>
                <a:endParaRPr lang="en-US" sz="17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" name="Shape 9" descr="Decorative – no critical information"/>
            <p:cNvSpPr/>
            <p:nvPr/>
          </p:nvSpPr>
          <p:spPr>
            <a:xfrm>
              <a:off x="756047" y="6029206"/>
              <a:ext cx="7631906" cy="1608773"/>
            </a:xfrm>
            <a:prstGeom prst="roundRect">
              <a:avLst>
                <a:gd name="adj" fmla="val 5640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3" name="Image 1" descr="Decorative – no critical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6" y="6353889"/>
            <a:ext cx="269915" cy="21597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42699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20973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45138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02986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41199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4502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14626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72717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58585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05810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88521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5EFF91F-6DE5-26AA-D9B9-1DE2F8BB9764}"/>
              </a:ext>
            </a:extLst>
          </p:cNvPr>
          <p:cNvGrpSpPr/>
          <p:nvPr/>
        </p:nvGrpSpPr>
        <p:grpSpPr>
          <a:xfrm>
            <a:off x="725567" y="0"/>
            <a:ext cx="4572000" cy="6569868"/>
            <a:chOff x="725567" y="0"/>
            <a:chExt cx="4572000" cy="6569868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9A3F345-401A-1A81-D781-42A55CCE2D4B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662386" cy="7637979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400F67B-9C06-EA0F-5B93-B85FD33EB061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415927" cy="5539740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1895C54-07DC-8436-6B66-A56EFF9390BA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4719161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A0D1881F-210F-A178-62F9-688D0B1B483F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5786200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FC72768D-97CD-2BED-AC09-880652E37C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7662386" cy="5786200"/>
                    </a:xfrm>
                    <a:grpFill/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F009A634-74E9-8C1A-3200-1F6D35C7687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7415927" cy="3672721"/>
                      </a:xfrm>
                      <a:grpFill/>
                    </p:grpSpPr>
                    <p:grpSp>
                      <p:nvGrpSpPr>
                        <p:cNvPr id="18" name="Group 17">
                          <a:extLst>
                            <a:ext uri="{FF2B5EF4-FFF2-40B4-BE49-F238E27FC236}">
                              <a16:creationId xmlns:a16="http://schemas.microsoft.com/office/drawing/2014/main" id="{74C32901-D5AD-76E8-0EAD-A89F94B259C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4572000" cy="2852142"/>
                        </a:xfrm>
                        <a:grpFill/>
                      </p:grpSpPr>
                      <p:grpSp>
                        <p:nvGrpSpPr>
                          <p:cNvPr id="17" name="Group 16">
                            <a:extLst>
                              <a:ext uri="{FF2B5EF4-FFF2-40B4-BE49-F238E27FC236}">
                                <a16:creationId xmlns:a16="http://schemas.microsoft.com/office/drawing/2014/main" id="{74F0512B-F33A-2280-39AF-905564E674C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5567" y="0"/>
                            <a:ext cx="4572000" cy="1371600"/>
                            <a:chOff x="725567" y="0"/>
                            <a:chExt cx="4602480" cy="3919181"/>
                          </a:xfrm>
                          <a:grpFill/>
                        </p:grpSpPr>
                        <p:grpSp>
                          <p:nvGrpSpPr>
                            <p:cNvPr id="16" name="Group 15">
                              <a:extLst>
                                <a:ext uri="{FF2B5EF4-FFF2-40B4-BE49-F238E27FC236}">
                                  <a16:creationId xmlns:a16="http://schemas.microsoft.com/office/drawing/2014/main" id="{A5AD70DA-DBF9-8433-EFA1-303EB5AC9AA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56047" y="0"/>
                              <a:ext cx="4572000" cy="1371600"/>
                              <a:chOff x="756047" y="0"/>
                              <a:chExt cx="7631906" cy="3919181"/>
                            </a:xfrm>
                            <a:grpFill/>
                          </p:grpSpPr>
                          <p:grpSp>
                            <p:nvGrpSpPr>
                              <p:cNvPr id="15" name="Group 14">
                                <a:extLst>
                                  <a:ext uri="{FF2B5EF4-FFF2-40B4-BE49-F238E27FC236}">
                                    <a16:creationId xmlns:a16="http://schemas.microsoft.com/office/drawing/2014/main" id="{F0287565-AE79-766A-186D-6F22A7BB839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6047" y="0"/>
                                <a:ext cx="4572000" cy="1371600"/>
                                <a:chOff x="756047" y="0"/>
                                <a:chExt cx="9302089" cy="1944172"/>
                              </a:xfrm>
                              <a:grpFill/>
                            </p:grpSpPr>
                            <p:pic>
                              <p:nvPicPr>
                                <p:cNvPr id="2" name="Image 0" descr="preencoded.png"/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9144000" y="0"/>
                                  <a:ext cx="914136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</p:pic>
                            <p:sp>
                              <p:nvSpPr>
                                <p:cNvPr id="3" name="Text 0"/>
                                <p:cNvSpPr/>
                                <p:nvPr/>
                              </p:nvSpPr>
                              <p:spPr>
                                <a:xfrm>
                                  <a:off x="756047" y="594003"/>
                                  <a:ext cx="7631906" cy="1350169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squar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30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Omnichannel Fulfillment Excellence</a:t>
                                  </a:r>
                                  <a:endParaRPr lang="en-US" sz="42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Shape 1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56047" y="2268141"/>
                                <a:ext cx="7631906" cy="1651040"/>
                              </a:xfrm>
                              <a:prstGeom prst="roundRect">
                                <a:avLst>
                                  <a:gd name="adj" fmla="val 8861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5" name="Shape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25567" y="2268141"/>
                              <a:ext cx="121920" cy="1651040"/>
                            </a:xfrm>
                            <a:prstGeom prst="roundRect">
                              <a:avLst>
                                <a:gd name="adj" fmla="val 74419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6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1093946" y="2514600"/>
                            <a:ext cx="2783324" cy="337542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650"/>
                              </a:lnSpc>
                              <a:buNone/>
                            </a:pPr>
                            <a:r>
                              <a:rPr lang="en-US" sz="21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Seamless Integration</a:t>
                            </a:r>
                            <a:endParaRPr lang="en-US" sz="21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" name="Text 4" descr="Decorative – no critical information"/>
                        <p:cNvSpPr/>
                        <p:nvPr/>
                      </p:nvSpPr>
                      <p:spPr>
                        <a:xfrm>
                          <a:off x="1093946" y="2981682"/>
                          <a:ext cx="7047548" cy="69103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17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Online and offline channels converge to create unified customer experiences with consistent service quality</a:t>
                          </a:r>
                          <a:endParaRPr lang="en-US" sz="17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Shape 5" descr="Decorative – no critical information"/>
                      <p:cNvSpPr/>
                      <p:nvPr/>
                    </p:nvSpPr>
                    <p:spPr>
                      <a:xfrm>
                        <a:off x="756047" y="4135160"/>
                        <a:ext cx="7631906" cy="1651040"/>
                      </a:xfrm>
                      <a:prstGeom prst="roundRect">
                        <a:avLst>
                          <a:gd name="adj" fmla="val 8861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9" name="Shape 6" descr="Decorative – no critical information"/>
                    <p:cNvSpPr/>
                    <p:nvPr/>
                  </p:nvSpPr>
                  <p:spPr>
                    <a:xfrm>
                      <a:off x="725567" y="4135160"/>
                      <a:ext cx="121920" cy="1651040"/>
                    </a:xfrm>
                    <a:prstGeom prst="roundRect">
                      <a:avLst>
                        <a:gd name="adj" fmla="val 7441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" name="Text 7" descr="Decorative – no critical information"/>
                  <p:cNvSpPr/>
                  <p:nvPr/>
                </p:nvSpPr>
                <p:spPr>
                  <a:xfrm>
                    <a:off x="1093946" y="4381619"/>
                    <a:ext cx="2700218" cy="337542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650"/>
                      </a:lnSpc>
                      <a:buNone/>
                    </a:pPr>
                    <a:r>
                      <a:rPr lang="en-US" sz="2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Flexible Fulfillment</a:t>
                    </a:r>
                    <a:endParaRPr lang="en-US" sz="2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1" name="Text 8" descr="Decorative – no critical information"/>
                <p:cNvSpPr/>
                <p:nvPr/>
              </p:nvSpPr>
              <p:spPr>
                <a:xfrm>
                  <a:off x="1093946" y="4848701"/>
                  <a:ext cx="7047548" cy="6910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700"/>
                    </a:lnSpc>
                    <a:buNone/>
                  </a:pPr>
                  <a:r>
                    <a:rPr lang="en-US" sz="17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Buy online pickup in-store, ship from store, curbside delivery—customers choose their preferred method</a:t>
                  </a:r>
                  <a:endParaRPr lang="en-US" sz="17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" name="Shape 9" descr="Decorative – no critical information"/>
              <p:cNvSpPr/>
              <p:nvPr/>
            </p:nvSpPr>
            <p:spPr>
              <a:xfrm>
                <a:off x="756047" y="6029206"/>
                <a:ext cx="7631906" cy="1608773"/>
              </a:xfrm>
              <a:prstGeom prst="roundRect">
                <a:avLst>
                  <a:gd name="adj" fmla="val 5640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3" name="Image 1" descr="Decorative – no critical informat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026" y="6353889"/>
              <a:ext cx="269915" cy="21597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sp>
        <p:nvSpPr>
          <p:cNvPr id="14" name="Text 10" descr="Decorative – no critical information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2419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5EFF91F-6DE5-26AA-D9B9-1DE2F8BB9764}"/>
              </a:ext>
            </a:extLst>
          </p:cNvPr>
          <p:cNvGrpSpPr/>
          <p:nvPr/>
        </p:nvGrpSpPr>
        <p:grpSpPr>
          <a:xfrm>
            <a:off x="725567" y="0"/>
            <a:ext cx="4572000" cy="6569868"/>
            <a:chOff x="725567" y="0"/>
            <a:chExt cx="4572000" cy="6569868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9A3F345-401A-1A81-D781-42A55CCE2D4B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7662386" cy="7637979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400F67B-9C06-EA0F-5B93-B85FD33EB061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415927" cy="5539740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1895C54-07DC-8436-6B66-A56EFF9390BA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4572000" cy="4719161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A0D1881F-210F-A178-62F9-688D0B1B483F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5786200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FC72768D-97CD-2BED-AC09-880652E37C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7662386" cy="5786200"/>
                    </a:xfrm>
                    <a:grpFill/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F009A634-74E9-8C1A-3200-1F6D35C7687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7415927" cy="3672721"/>
                      </a:xfrm>
                      <a:grpFill/>
                    </p:grpSpPr>
                    <p:grpSp>
                      <p:nvGrpSpPr>
                        <p:cNvPr id="18" name="Group 17">
                          <a:extLst>
                            <a:ext uri="{FF2B5EF4-FFF2-40B4-BE49-F238E27FC236}">
                              <a16:creationId xmlns:a16="http://schemas.microsoft.com/office/drawing/2014/main" id="{74C32901-D5AD-76E8-0EAD-A89F94B259C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4572000" cy="2852142"/>
                        </a:xfrm>
                        <a:grpFill/>
                      </p:grpSpPr>
                      <p:grpSp>
                        <p:nvGrpSpPr>
                          <p:cNvPr id="17" name="Group 16">
                            <a:extLst>
                              <a:ext uri="{FF2B5EF4-FFF2-40B4-BE49-F238E27FC236}">
                                <a16:creationId xmlns:a16="http://schemas.microsoft.com/office/drawing/2014/main" id="{74F0512B-F33A-2280-39AF-905564E674C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5567" y="0"/>
                            <a:ext cx="4572000" cy="1371600"/>
                            <a:chOff x="725567" y="0"/>
                            <a:chExt cx="4602480" cy="3919181"/>
                          </a:xfrm>
                          <a:grpFill/>
                        </p:grpSpPr>
                        <p:grpSp>
                          <p:nvGrpSpPr>
                            <p:cNvPr id="16" name="Group 15">
                              <a:extLst>
                                <a:ext uri="{FF2B5EF4-FFF2-40B4-BE49-F238E27FC236}">
                                  <a16:creationId xmlns:a16="http://schemas.microsoft.com/office/drawing/2014/main" id="{A5AD70DA-DBF9-8433-EFA1-303EB5AC9AA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56047" y="0"/>
                              <a:ext cx="4572000" cy="1371600"/>
                              <a:chOff x="756047" y="0"/>
                              <a:chExt cx="7631906" cy="3919181"/>
                            </a:xfrm>
                            <a:grpFill/>
                          </p:grpSpPr>
                          <p:grpSp>
                            <p:nvGrpSpPr>
                              <p:cNvPr id="15" name="Group 14">
                                <a:extLst>
                                  <a:ext uri="{FF2B5EF4-FFF2-40B4-BE49-F238E27FC236}">
                                    <a16:creationId xmlns:a16="http://schemas.microsoft.com/office/drawing/2014/main" id="{F0287565-AE79-766A-186D-6F22A7BB839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6047" y="0"/>
                                <a:ext cx="4572000" cy="1371600"/>
                                <a:chOff x="756047" y="0"/>
                                <a:chExt cx="9302089" cy="1944172"/>
                              </a:xfrm>
                              <a:grpFill/>
                            </p:grpSpPr>
                            <p:pic>
                              <p:nvPicPr>
                                <p:cNvPr id="2" name="Image 0" descr="preencoded.png"/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9144000" y="0"/>
                                  <a:ext cx="914136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</p:pic>
                            <p:sp>
                              <p:nvSpPr>
                                <p:cNvPr id="3" name="Text 0"/>
                                <p:cNvSpPr/>
                                <p:nvPr/>
                              </p:nvSpPr>
                              <p:spPr>
                                <a:xfrm>
                                  <a:off x="756047" y="594003"/>
                                  <a:ext cx="7631906" cy="1350169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squar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30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Omnichannel Fulfillment Excellence</a:t>
                                  </a:r>
                                  <a:endParaRPr lang="en-US" sz="42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Shape 1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56047" y="2268141"/>
                                <a:ext cx="7631906" cy="1651040"/>
                              </a:xfrm>
                              <a:prstGeom prst="roundRect">
                                <a:avLst>
                                  <a:gd name="adj" fmla="val 8861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5" name="Shape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25567" y="2268141"/>
                              <a:ext cx="121920" cy="1651040"/>
                            </a:xfrm>
                            <a:prstGeom prst="roundRect">
                              <a:avLst>
                                <a:gd name="adj" fmla="val 74419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6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1093946" y="2514600"/>
                            <a:ext cx="2783324" cy="337542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650"/>
                              </a:lnSpc>
                              <a:buNone/>
                            </a:pPr>
                            <a:r>
                              <a:rPr lang="en-US" sz="21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Seamless Integration</a:t>
                            </a:r>
                            <a:endParaRPr lang="en-US" sz="21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" name="Text 4" descr="Decorative – no critical information"/>
                        <p:cNvSpPr/>
                        <p:nvPr/>
                      </p:nvSpPr>
                      <p:spPr>
                        <a:xfrm>
                          <a:off x="1093946" y="2981682"/>
                          <a:ext cx="7047548" cy="69103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700"/>
                            </a:lnSpc>
                            <a:buNone/>
                          </a:pPr>
                          <a:r>
                            <a:rPr lang="en-US" sz="17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Online and offline channels converge to create unified customer experiences with consistent service quality</a:t>
                          </a:r>
                          <a:endParaRPr lang="en-US" sz="17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Shape 5" descr="Decorative – no critical information"/>
                      <p:cNvSpPr/>
                      <p:nvPr/>
                    </p:nvSpPr>
                    <p:spPr>
                      <a:xfrm>
                        <a:off x="756047" y="4135160"/>
                        <a:ext cx="7631906" cy="1651040"/>
                      </a:xfrm>
                      <a:prstGeom prst="roundRect">
                        <a:avLst>
                          <a:gd name="adj" fmla="val 8861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9" name="Shape 6" descr="Decorative – no critical information"/>
                    <p:cNvSpPr/>
                    <p:nvPr/>
                  </p:nvSpPr>
                  <p:spPr>
                    <a:xfrm>
                      <a:off x="725567" y="4135160"/>
                      <a:ext cx="121920" cy="1651040"/>
                    </a:xfrm>
                    <a:prstGeom prst="roundRect">
                      <a:avLst>
                        <a:gd name="adj" fmla="val 74419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" name="Text 7" descr="Decorative – no critical information"/>
                  <p:cNvSpPr/>
                  <p:nvPr/>
                </p:nvSpPr>
                <p:spPr>
                  <a:xfrm>
                    <a:off x="1093946" y="4381619"/>
                    <a:ext cx="2700218" cy="337542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650"/>
                      </a:lnSpc>
                      <a:buNone/>
                    </a:pPr>
                    <a:r>
                      <a:rPr lang="en-US" sz="21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Flexible Fulfillment</a:t>
                    </a:r>
                    <a:endParaRPr lang="en-US" sz="21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1" name="Text 8" descr="Decorative – no critical information"/>
                <p:cNvSpPr/>
                <p:nvPr/>
              </p:nvSpPr>
              <p:spPr>
                <a:xfrm>
                  <a:off x="1093946" y="4848701"/>
                  <a:ext cx="7047548" cy="6910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700"/>
                    </a:lnSpc>
                    <a:buNone/>
                  </a:pPr>
                  <a:r>
                    <a:rPr lang="en-US" sz="17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Buy online pickup in-store, ship from store, curbside delivery—customers choose their preferred method</a:t>
                  </a:r>
                  <a:endParaRPr lang="en-US" sz="17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" name="Shape 9" descr="Decorative – no critical information"/>
              <p:cNvSpPr/>
              <p:nvPr/>
            </p:nvSpPr>
            <p:spPr>
              <a:xfrm>
                <a:off x="756047" y="6029206"/>
                <a:ext cx="7631906" cy="1608773"/>
              </a:xfrm>
              <a:prstGeom prst="roundRect">
                <a:avLst>
                  <a:gd name="adj" fmla="val 5640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3" name="Image 1" descr="Decorative – no critical informat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026" y="6353889"/>
              <a:ext cx="269915" cy="21597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sp>
        <p:nvSpPr>
          <p:cNvPr id="14" name="Text 10" descr="Decorative – no critical information"/>
          <p:cNvSpPr/>
          <p:nvPr/>
        </p:nvSpPr>
        <p:spPr>
          <a:xfrm>
            <a:off x="1457920" y="6299121"/>
            <a:ext cx="6714053" cy="103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Home Depot Excellence:</a:t>
            </a:r>
            <a:r>
              <a:rPr lang="en-US" sz="17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E-commerce fulfillment centers handling 100,000+ SKUs with same-day delivery capabilities in major markets</a:t>
            </a:r>
            <a:endParaRPr lang="en-US" sz="17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65295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47255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83871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46403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7839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96355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89275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98520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89849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71883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32952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52453B7-A763-D0C1-0F4E-3C19EBFE2C4D}"/>
              </a:ext>
            </a:extLst>
          </p:cNvPr>
          <p:cNvGrpSpPr/>
          <p:nvPr/>
        </p:nvGrpSpPr>
        <p:grpSpPr>
          <a:xfrm>
            <a:off x="725567" y="0"/>
            <a:ext cx="7446406" cy="7335679"/>
            <a:chOff x="725567" y="0"/>
            <a:chExt cx="7446406" cy="7335679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5EFF91F-6DE5-26AA-D9B9-1DE2F8BB9764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6569868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9A3F345-401A-1A81-D781-42A55CCE2D4B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662386" cy="7637979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400F67B-9C06-EA0F-5B93-B85FD33EB061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415927" cy="5539740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51895C54-07DC-8436-6B66-A56EFF9390BA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4719161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A0D1881F-210F-A178-62F9-688D0B1B48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572000" cy="5786200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FC72768D-97CD-2BED-AC09-880652E37C5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7662386" cy="5786200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F009A634-74E9-8C1A-3200-1F6D35C768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7415927" cy="3672721"/>
                        </a:xfrm>
                        <a:grpFill/>
                      </p:grpSpPr>
                      <p:grpSp>
                        <p:nvGrpSpPr>
                          <p:cNvPr id="18" name="Group 17">
                            <a:extLst>
                              <a:ext uri="{FF2B5EF4-FFF2-40B4-BE49-F238E27FC236}">
                                <a16:creationId xmlns:a16="http://schemas.microsoft.com/office/drawing/2014/main" id="{74C32901-D5AD-76E8-0EAD-A89F94B259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5567" y="0"/>
                            <a:ext cx="4572000" cy="1371600"/>
                            <a:chOff x="725567" y="0"/>
                            <a:chExt cx="4572000" cy="2852142"/>
                          </a:xfrm>
                          <a:grpFill/>
                        </p:grpSpPr>
                        <p:grpSp>
                          <p:nvGrpSpPr>
                            <p:cNvPr id="17" name="Group 16">
                              <a:extLst>
                                <a:ext uri="{FF2B5EF4-FFF2-40B4-BE49-F238E27FC236}">
                                  <a16:creationId xmlns:a16="http://schemas.microsoft.com/office/drawing/2014/main" id="{74F0512B-F33A-2280-39AF-905564E674C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25567" y="0"/>
                              <a:ext cx="4572000" cy="1371600"/>
                              <a:chOff x="725567" y="0"/>
                              <a:chExt cx="4602480" cy="3919181"/>
                            </a:xfrm>
                            <a:grpFill/>
                          </p:grpSpPr>
                          <p:grpSp>
                            <p:nvGrpSpPr>
                              <p:cNvPr id="16" name="Group 15">
                                <a:extLst>
                                  <a:ext uri="{FF2B5EF4-FFF2-40B4-BE49-F238E27FC236}">
                                    <a16:creationId xmlns:a16="http://schemas.microsoft.com/office/drawing/2014/main" id="{A5AD70DA-DBF9-8433-EFA1-303EB5AC9AA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6047" y="0"/>
                                <a:ext cx="4572000" cy="1371600"/>
                                <a:chOff x="756047" y="0"/>
                                <a:chExt cx="7631906" cy="3919181"/>
                              </a:xfrm>
                              <a:grpFill/>
                            </p:grpSpPr>
                            <p:grpSp>
                              <p:nvGrpSpPr>
                                <p:cNvPr id="15" name="Group 14">
                                  <a:extLst>
                                    <a:ext uri="{FF2B5EF4-FFF2-40B4-BE49-F238E27FC236}">
                                      <a16:creationId xmlns:a16="http://schemas.microsoft.com/office/drawing/2014/main" id="{F0287565-AE79-766A-186D-6F22A7BB839D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56047" y="0"/>
                                  <a:ext cx="4572000" cy="1371600"/>
                                  <a:chOff x="756047" y="0"/>
                                  <a:chExt cx="9302089" cy="1944172"/>
                                </a:xfrm>
                                <a:grpFill/>
                              </p:grpSpPr>
                              <p:pic>
                                <p:nvPicPr>
                                  <p:cNvPr id="2" name="Image 0" descr="preencoded.png"/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3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9144000" y="0"/>
                                    <a:ext cx="914136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</p:pic>
                              <p:sp>
                                <p:nvSpPr>
                                  <p:cNvPr id="3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56047" y="594003"/>
                                    <a:ext cx="7631906" cy="1350169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30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Omnichannel Fulfillment Excellence</a:t>
                                    </a:r>
                                    <a:endParaRPr lang="en-US" sz="42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Shape 1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756047" y="2268141"/>
                                  <a:ext cx="7631906" cy="1651040"/>
                                </a:xfrm>
                                <a:prstGeom prst="roundRect">
                                  <a:avLst>
                                    <a:gd name="adj" fmla="val 8861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Shape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25567" y="2268141"/>
                                <a:ext cx="121920" cy="1651040"/>
                              </a:xfrm>
                              <a:prstGeom prst="roundRect">
                                <a:avLst>
                                  <a:gd name="adj" fmla="val 74419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6" name="Text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1093946" y="2514600"/>
                              <a:ext cx="2783324" cy="337542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650"/>
                                </a:lnSpc>
                                <a:buNone/>
                              </a:pPr>
                              <a:r>
                                <a:rPr lang="en-US" sz="21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Seamless Integration</a:t>
                              </a:r>
                              <a:endParaRPr lang="en-US" sz="21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" name="Text 4" descr="Decorative – no critical information"/>
                          <p:cNvSpPr/>
                          <p:nvPr/>
                        </p:nvSpPr>
                        <p:spPr>
                          <a:xfrm>
                            <a:off x="1093946" y="2981682"/>
                            <a:ext cx="7047548" cy="69103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00"/>
                              </a:lnSpc>
                              <a:buNone/>
                            </a:pPr>
                            <a:r>
                              <a:rPr lang="en-US" sz="17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Online and offline channels converge to create unified customer experiences with consistent service quality</a:t>
                            </a:r>
                            <a:endParaRPr lang="en-US" sz="17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Shape 5" descr="Decorative – no critical information"/>
                        <p:cNvSpPr/>
                        <p:nvPr/>
                      </p:nvSpPr>
                      <p:spPr>
                        <a:xfrm>
                          <a:off x="756047" y="4135160"/>
                          <a:ext cx="7631906" cy="1651040"/>
                        </a:xfrm>
                        <a:prstGeom prst="roundRect">
                          <a:avLst>
                            <a:gd name="adj" fmla="val 8861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" name="Shape 6" descr="Decorative – no critical information"/>
                      <p:cNvSpPr/>
                      <p:nvPr/>
                    </p:nvSpPr>
                    <p:spPr>
                      <a:xfrm>
                        <a:off x="725567" y="4135160"/>
                        <a:ext cx="121920" cy="1651040"/>
                      </a:xfrm>
                      <a:prstGeom prst="roundRect">
                        <a:avLst>
                          <a:gd name="adj" fmla="val 7441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0" name="Text 7" descr="Decorative – no critical information"/>
                    <p:cNvSpPr/>
                    <p:nvPr/>
                  </p:nvSpPr>
                  <p:spPr>
                    <a:xfrm>
                      <a:off x="1093946" y="4381619"/>
                      <a:ext cx="2700218" cy="337542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65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Flexible Fulfillment</a:t>
                      </a:r>
                      <a:endParaRPr lang="en-US" sz="2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Text 8" descr="Decorative – no critical information"/>
                  <p:cNvSpPr/>
                  <p:nvPr/>
                </p:nvSpPr>
                <p:spPr>
                  <a:xfrm>
                    <a:off x="1093946" y="4848701"/>
                    <a:ext cx="7047548" cy="6910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700"/>
                      </a:lnSpc>
                      <a:buNone/>
                    </a:pPr>
                    <a:r>
                      <a:rPr lang="en-US" sz="17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Buy online pickup in-store, ship from store, curbside delivery—customers choose their preferred method</a:t>
                    </a:r>
                    <a:endParaRPr lang="en-US" sz="17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Shape 9" descr="Decorative – no critical information"/>
                <p:cNvSpPr/>
                <p:nvPr/>
              </p:nvSpPr>
              <p:spPr>
                <a:xfrm>
                  <a:off x="756047" y="6029206"/>
                  <a:ext cx="7631906" cy="1608773"/>
                </a:xfrm>
                <a:prstGeom prst="roundRect">
                  <a:avLst>
                    <a:gd name="adj" fmla="val 5640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3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026" y="6353889"/>
                <a:ext cx="269915" cy="21597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4" name="Text 10" descr="Decorative – no critical information"/>
            <p:cNvSpPr/>
            <p:nvPr/>
          </p:nvSpPr>
          <p:spPr>
            <a:xfrm>
              <a:off x="1457920" y="6299121"/>
              <a:ext cx="6714053" cy="10365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Home Depot Excellence:</a:t>
              </a:r>
              <a:r>
                <a:rPr lang="en-US" sz="17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E-commerce fulfillment centers handling 100,000+ SKUs with same-day delivery capabilities in major markets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632211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52453B7-A763-D0C1-0F4E-3C19EBFE2C4D}"/>
              </a:ext>
            </a:extLst>
          </p:cNvPr>
          <p:cNvGrpSpPr/>
          <p:nvPr/>
        </p:nvGrpSpPr>
        <p:grpSpPr>
          <a:xfrm>
            <a:off x="725567" y="0"/>
            <a:ext cx="7446406" cy="7335679"/>
            <a:chOff x="725567" y="0"/>
            <a:chExt cx="7446406" cy="7335679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5EFF91F-6DE5-26AA-D9B9-1DE2F8BB9764}"/>
                </a:ext>
              </a:extLst>
            </p:cNvPr>
            <p:cNvGrpSpPr/>
            <p:nvPr/>
          </p:nvGrpSpPr>
          <p:grpSpPr>
            <a:xfrm>
              <a:off x="725567" y="0"/>
              <a:ext cx="4572000" cy="1371600"/>
              <a:chOff x="725567" y="0"/>
              <a:chExt cx="4572000" cy="6569868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9A3F345-401A-1A81-D781-42A55CCE2D4B}"/>
                  </a:ext>
                </a:extLst>
              </p:cNvPr>
              <p:cNvGrpSpPr/>
              <p:nvPr/>
            </p:nvGrpSpPr>
            <p:grpSpPr>
              <a:xfrm>
                <a:off x="725567" y="0"/>
                <a:ext cx="4572000" cy="1371600"/>
                <a:chOff x="725567" y="0"/>
                <a:chExt cx="7662386" cy="7637979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6400F67B-9C06-EA0F-5B93-B85FD33EB061}"/>
                    </a:ext>
                  </a:extLst>
                </p:cNvPr>
                <p:cNvGrpSpPr/>
                <p:nvPr/>
              </p:nvGrpSpPr>
              <p:grpSpPr>
                <a:xfrm>
                  <a:off x="725567" y="0"/>
                  <a:ext cx="4572000" cy="1371600"/>
                  <a:chOff x="725567" y="0"/>
                  <a:chExt cx="7415927" cy="5539740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51895C54-07DC-8436-6B66-A56EFF9390BA}"/>
                      </a:ext>
                    </a:extLst>
                  </p:cNvPr>
                  <p:cNvGrpSpPr/>
                  <p:nvPr/>
                </p:nvGrpSpPr>
                <p:grpSpPr>
                  <a:xfrm>
                    <a:off x="725567" y="0"/>
                    <a:ext cx="4572000" cy="1371600"/>
                    <a:chOff x="725567" y="0"/>
                    <a:chExt cx="4572000" cy="4719161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A0D1881F-210F-A178-62F9-688D0B1B48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5567" y="0"/>
                      <a:ext cx="4572000" cy="1371600"/>
                      <a:chOff x="725567" y="0"/>
                      <a:chExt cx="4572000" cy="5786200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FC72768D-97CD-2BED-AC09-880652E37C5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25567" y="0"/>
                        <a:ext cx="4572000" cy="1371600"/>
                        <a:chOff x="725567" y="0"/>
                        <a:chExt cx="7662386" cy="5786200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F009A634-74E9-8C1A-3200-1F6D35C768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5567" y="0"/>
                          <a:ext cx="4572000" cy="1371600"/>
                          <a:chOff x="725567" y="0"/>
                          <a:chExt cx="7415927" cy="3672721"/>
                        </a:xfrm>
                        <a:grpFill/>
                      </p:grpSpPr>
                      <p:grpSp>
                        <p:nvGrpSpPr>
                          <p:cNvPr id="18" name="Group 17">
                            <a:extLst>
                              <a:ext uri="{FF2B5EF4-FFF2-40B4-BE49-F238E27FC236}">
                                <a16:creationId xmlns:a16="http://schemas.microsoft.com/office/drawing/2014/main" id="{74C32901-D5AD-76E8-0EAD-A89F94B259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25567" y="0"/>
                            <a:ext cx="4572000" cy="1371600"/>
                            <a:chOff x="725567" y="0"/>
                            <a:chExt cx="4572000" cy="2852142"/>
                          </a:xfrm>
                          <a:grpFill/>
                        </p:grpSpPr>
                        <p:grpSp>
                          <p:nvGrpSpPr>
                            <p:cNvPr id="17" name="Group 16">
                              <a:extLst>
                                <a:ext uri="{FF2B5EF4-FFF2-40B4-BE49-F238E27FC236}">
                                  <a16:creationId xmlns:a16="http://schemas.microsoft.com/office/drawing/2014/main" id="{74F0512B-F33A-2280-39AF-905564E674C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25567" y="0"/>
                              <a:ext cx="4572000" cy="1371600"/>
                              <a:chOff x="725567" y="0"/>
                              <a:chExt cx="4602480" cy="3919181"/>
                            </a:xfrm>
                            <a:grpFill/>
                          </p:grpSpPr>
                          <p:grpSp>
                            <p:nvGrpSpPr>
                              <p:cNvPr id="16" name="Group 15">
                                <a:extLst>
                                  <a:ext uri="{FF2B5EF4-FFF2-40B4-BE49-F238E27FC236}">
                                    <a16:creationId xmlns:a16="http://schemas.microsoft.com/office/drawing/2014/main" id="{A5AD70DA-DBF9-8433-EFA1-303EB5AC9AA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56047" y="0"/>
                                <a:ext cx="4572000" cy="1371600"/>
                                <a:chOff x="756047" y="0"/>
                                <a:chExt cx="7631906" cy="3919181"/>
                              </a:xfrm>
                              <a:grpFill/>
                            </p:grpSpPr>
                            <p:grpSp>
                              <p:nvGrpSpPr>
                                <p:cNvPr id="15" name="Group 14">
                                  <a:extLst>
                                    <a:ext uri="{FF2B5EF4-FFF2-40B4-BE49-F238E27FC236}">
                                      <a16:creationId xmlns:a16="http://schemas.microsoft.com/office/drawing/2014/main" id="{F0287565-AE79-766A-186D-6F22A7BB839D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56047" y="0"/>
                                  <a:ext cx="4572000" cy="1371600"/>
                                  <a:chOff x="756047" y="0"/>
                                  <a:chExt cx="9302089" cy="1944172"/>
                                </a:xfrm>
                                <a:grpFill/>
                              </p:grpSpPr>
                              <p:pic>
                                <p:nvPicPr>
                                  <p:cNvPr id="2" name="Image 0" descr="preencoded.png"/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3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9144000" y="0"/>
                                    <a:ext cx="914136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</p:pic>
                              <p:sp>
                                <p:nvSpPr>
                                  <p:cNvPr id="3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56047" y="594003"/>
                                    <a:ext cx="7631906" cy="1350169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30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Omnichannel Fulfillment Excellence</a:t>
                                    </a:r>
                                    <a:endParaRPr lang="en-US" sz="42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Shape 1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756047" y="2268141"/>
                                  <a:ext cx="7631906" cy="1651040"/>
                                </a:xfrm>
                                <a:prstGeom prst="roundRect">
                                  <a:avLst>
                                    <a:gd name="adj" fmla="val 8861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Shape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25567" y="2268141"/>
                                <a:ext cx="121920" cy="1651040"/>
                              </a:xfrm>
                              <a:prstGeom prst="roundRect">
                                <a:avLst>
                                  <a:gd name="adj" fmla="val 74419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6" name="Text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1093946" y="2514600"/>
                              <a:ext cx="2783324" cy="337542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650"/>
                                </a:lnSpc>
                                <a:buNone/>
                              </a:pPr>
                              <a:r>
                                <a:rPr lang="en-US" sz="21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Seamless Integration</a:t>
                              </a:r>
                              <a:endParaRPr lang="en-US" sz="21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" name="Text 4" descr="Decorative – no critical information"/>
                          <p:cNvSpPr/>
                          <p:nvPr/>
                        </p:nvSpPr>
                        <p:spPr>
                          <a:xfrm>
                            <a:off x="1093946" y="2981682"/>
                            <a:ext cx="7047548" cy="69103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00"/>
                              </a:lnSpc>
                              <a:buNone/>
                            </a:pPr>
                            <a:r>
                              <a:rPr lang="en-US" sz="17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Online and offline channels converge to create unified customer experiences with consistent service quality</a:t>
                            </a:r>
                            <a:endParaRPr lang="en-US" sz="17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Shape 5" descr="Decorative – no critical information"/>
                        <p:cNvSpPr/>
                        <p:nvPr/>
                      </p:nvSpPr>
                      <p:spPr>
                        <a:xfrm>
                          <a:off x="756047" y="4135160"/>
                          <a:ext cx="7631906" cy="1651040"/>
                        </a:xfrm>
                        <a:prstGeom prst="roundRect">
                          <a:avLst>
                            <a:gd name="adj" fmla="val 8861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9" name="Shape 6" descr="Decorative – no critical information"/>
                      <p:cNvSpPr/>
                      <p:nvPr/>
                    </p:nvSpPr>
                    <p:spPr>
                      <a:xfrm>
                        <a:off x="725567" y="4135160"/>
                        <a:ext cx="121920" cy="1651040"/>
                      </a:xfrm>
                      <a:prstGeom prst="roundRect">
                        <a:avLst>
                          <a:gd name="adj" fmla="val 74419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0" name="Text 7" descr="Decorative – no critical information"/>
                    <p:cNvSpPr/>
                    <p:nvPr/>
                  </p:nvSpPr>
                  <p:spPr>
                    <a:xfrm>
                      <a:off x="1093946" y="4381619"/>
                      <a:ext cx="2700218" cy="337542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65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Flexible Fulfillment</a:t>
                      </a:r>
                      <a:endParaRPr lang="en-US" sz="21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Text 8" descr="Decorative – no critical information"/>
                  <p:cNvSpPr/>
                  <p:nvPr/>
                </p:nvSpPr>
                <p:spPr>
                  <a:xfrm>
                    <a:off x="1093946" y="4848701"/>
                    <a:ext cx="7047548" cy="6910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700"/>
                      </a:lnSpc>
                      <a:buNone/>
                    </a:pPr>
                    <a:r>
                      <a:rPr lang="en-US" sz="17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Buy online pickup in-store, ship from store, curbside delivery—customers choose their preferred method</a:t>
                    </a:r>
                    <a:endParaRPr lang="en-US" sz="17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Shape 9" descr="Decorative – no critical information"/>
                <p:cNvSpPr/>
                <p:nvPr/>
              </p:nvSpPr>
              <p:spPr>
                <a:xfrm>
                  <a:off x="756047" y="6029206"/>
                  <a:ext cx="7631906" cy="1608773"/>
                </a:xfrm>
                <a:prstGeom prst="roundRect">
                  <a:avLst>
                    <a:gd name="adj" fmla="val 5640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3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026" y="6353889"/>
                <a:ext cx="269915" cy="21597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4" name="Text 10" descr="Decorative – no critical information"/>
            <p:cNvSpPr/>
            <p:nvPr/>
          </p:nvSpPr>
          <p:spPr>
            <a:xfrm>
              <a:off x="1457920" y="6299121"/>
              <a:ext cx="6714053" cy="10365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Home Depot Excellence:</a:t>
              </a:r>
              <a:r>
                <a:rPr lang="en-US" sz="17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E-commerce fulfillment centers handling 100,000+ SKUs with same-day delivery capabilities in major markets</a:t>
              </a:r>
              <a:endParaRPr lang="en-US" sz="17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45083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32344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77296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5986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83789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987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2831</Words>
  <Application>Microsoft Office PowerPoint</Application>
  <PresentationFormat>Custom</PresentationFormat>
  <Paragraphs>320</Paragraphs>
  <Slides>150</Slides>
  <Notes>97</Notes>
  <HiddenSlides>94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5" baseType="lpstr"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2025-12-17T09:49:19Z</dcterms:modified>
</cp:coreProperties>
</file>