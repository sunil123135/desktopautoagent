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6T15:36:05.237" v="2" actId="47"/>
      <pc:docMkLst>
        <pc:docMk/>
      </pc:docMkLst>
      <pc:sldChg chg="del">
        <pc:chgData name="Lalwani, Sunil" userId="95b0a425-4eed-4b84-a7cf-34664c131309" providerId="ADAL" clId="{CC5F0CBF-77A6-4739-8FF3-8FB7DAFF4AC8}" dt="2025-12-14T09:23:18.273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3:18.273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23:18.273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23:18.273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23:18.273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6T15:36:05.237" v="2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409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9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047" y="594003"/>
            <a:ext cx="7631906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Omnichannel Fulfillment Excellence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56047" y="2268141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25567" y="2268141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3946" y="2514600"/>
            <a:ext cx="278332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Seamless Integration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93946" y="2981682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and offline channels converge to create unified customer experiences with consistent service quality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6047" y="4135160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5567" y="4135160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Custom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Inter Bold</vt:lpstr>
      <vt:lpstr>Arial</vt:lpstr>
      <vt:lpstr>Inter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2025-12-16T15:36:07Z</dcterms:modified>
</cp:coreProperties>
</file>