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2"/>
  </p:notesMasterIdLst>
  <p:sldIdLst>
    <p:sldId id="262" r:id="rId2"/>
    <p:sldId id="267" r:id="rId3"/>
    <p:sldId id="460" r:id="rId4"/>
    <p:sldId id="263" r:id="rId5"/>
    <p:sldId id="265" r:id="rId6"/>
    <p:sldId id="266" r:id="rId7"/>
    <p:sldId id="269" r:id="rId8"/>
    <p:sldId id="270" r:id="rId9"/>
    <p:sldId id="271" r:id="rId10"/>
    <p:sldId id="273" r:id="rId11"/>
    <p:sldId id="274" r:id="rId12"/>
    <p:sldId id="275" r:id="rId13"/>
    <p:sldId id="277" r:id="rId14"/>
    <p:sldId id="278" r:id="rId15"/>
    <p:sldId id="279" r:id="rId16"/>
    <p:sldId id="281" r:id="rId17"/>
    <p:sldId id="282" r:id="rId18"/>
    <p:sldId id="283" r:id="rId19"/>
    <p:sldId id="285" r:id="rId20"/>
    <p:sldId id="286" r:id="rId21"/>
    <p:sldId id="287" r:id="rId22"/>
    <p:sldId id="289" r:id="rId23"/>
    <p:sldId id="290" r:id="rId24"/>
    <p:sldId id="291" r:id="rId25"/>
    <p:sldId id="293" r:id="rId26"/>
    <p:sldId id="294" r:id="rId27"/>
    <p:sldId id="295" r:id="rId28"/>
    <p:sldId id="297" r:id="rId29"/>
    <p:sldId id="298" r:id="rId30"/>
    <p:sldId id="299" r:id="rId31"/>
    <p:sldId id="301" r:id="rId32"/>
    <p:sldId id="302" r:id="rId33"/>
    <p:sldId id="303" r:id="rId34"/>
    <p:sldId id="305" r:id="rId35"/>
    <p:sldId id="306" r:id="rId36"/>
    <p:sldId id="307" r:id="rId37"/>
    <p:sldId id="309" r:id="rId38"/>
    <p:sldId id="310" r:id="rId39"/>
    <p:sldId id="311" r:id="rId40"/>
    <p:sldId id="313" r:id="rId41"/>
    <p:sldId id="314" r:id="rId42"/>
    <p:sldId id="315" r:id="rId43"/>
    <p:sldId id="317" r:id="rId44"/>
    <p:sldId id="318" r:id="rId45"/>
    <p:sldId id="319" r:id="rId46"/>
    <p:sldId id="321" r:id="rId47"/>
    <p:sldId id="322" r:id="rId48"/>
    <p:sldId id="323" r:id="rId49"/>
    <p:sldId id="325" r:id="rId50"/>
    <p:sldId id="326" r:id="rId51"/>
    <p:sldId id="327" r:id="rId52"/>
    <p:sldId id="329" r:id="rId53"/>
    <p:sldId id="330" r:id="rId54"/>
    <p:sldId id="331" r:id="rId55"/>
    <p:sldId id="333" r:id="rId56"/>
    <p:sldId id="334" r:id="rId57"/>
    <p:sldId id="335" r:id="rId58"/>
    <p:sldId id="337" r:id="rId59"/>
    <p:sldId id="338" r:id="rId60"/>
    <p:sldId id="339" r:id="rId61"/>
    <p:sldId id="341" r:id="rId62"/>
    <p:sldId id="342" r:id="rId63"/>
    <p:sldId id="343" r:id="rId64"/>
    <p:sldId id="345" r:id="rId65"/>
    <p:sldId id="346" r:id="rId66"/>
    <p:sldId id="347" r:id="rId67"/>
    <p:sldId id="349" r:id="rId68"/>
    <p:sldId id="350" r:id="rId69"/>
    <p:sldId id="351" r:id="rId70"/>
    <p:sldId id="353" r:id="rId71"/>
    <p:sldId id="354" r:id="rId72"/>
    <p:sldId id="355" r:id="rId73"/>
    <p:sldId id="357" r:id="rId74"/>
    <p:sldId id="358" r:id="rId75"/>
    <p:sldId id="359" r:id="rId76"/>
    <p:sldId id="361" r:id="rId77"/>
    <p:sldId id="362" r:id="rId78"/>
    <p:sldId id="363" r:id="rId79"/>
    <p:sldId id="365" r:id="rId80"/>
    <p:sldId id="366" r:id="rId81"/>
    <p:sldId id="367" r:id="rId82"/>
    <p:sldId id="369" r:id="rId83"/>
    <p:sldId id="370" r:id="rId84"/>
    <p:sldId id="371" r:id="rId85"/>
    <p:sldId id="373" r:id="rId86"/>
    <p:sldId id="374" r:id="rId87"/>
    <p:sldId id="375" r:id="rId88"/>
    <p:sldId id="377" r:id="rId89"/>
    <p:sldId id="378" r:id="rId90"/>
    <p:sldId id="379" r:id="rId91"/>
    <p:sldId id="381" r:id="rId92"/>
    <p:sldId id="382" r:id="rId93"/>
    <p:sldId id="383" r:id="rId94"/>
    <p:sldId id="385" r:id="rId95"/>
    <p:sldId id="386" r:id="rId96"/>
    <p:sldId id="387" r:id="rId97"/>
    <p:sldId id="389" r:id="rId98"/>
    <p:sldId id="390" r:id="rId99"/>
    <p:sldId id="391" r:id="rId100"/>
    <p:sldId id="393" r:id="rId101"/>
    <p:sldId id="394" r:id="rId102"/>
    <p:sldId id="395" r:id="rId103"/>
    <p:sldId id="397" r:id="rId104"/>
    <p:sldId id="398" r:id="rId105"/>
    <p:sldId id="399" r:id="rId106"/>
    <p:sldId id="401" r:id="rId107"/>
    <p:sldId id="402" r:id="rId108"/>
    <p:sldId id="403" r:id="rId109"/>
    <p:sldId id="405" r:id="rId110"/>
    <p:sldId id="406" r:id="rId111"/>
    <p:sldId id="407" r:id="rId112"/>
    <p:sldId id="409" r:id="rId113"/>
    <p:sldId id="410" r:id="rId114"/>
    <p:sldId id="411" r:id="rId115"/>
    <p:sldId id="413" r:id="rId116"/>
    <p:sldId id="414" r:id="rId117"/>
    <p:sldId id="415" r:id="rId118"/>
    <p:sldId id="417" r:id="rId119"/>
    <p:sldId id="418" r:id="rId120"/>
    <p:sldId id="419" r:id="rId121"/>
    <p:sldId id="421" r:id="rId122"/>
    <p:sldId id="422" r:id="rId123"/>
    <p:sldId id="423" r:id="rId124"/>
    <p:sldId id="425" r:id="rId125"/>
    <p:sldId id="426" r:id="rId126"/>
    <p:sldId id="427" r:id="rId127"/>
    <p:sldId id="429" r:id="rId128"/>
    <p:sldId id="430" r:id="rId129"/>
    <p:sldId id="431" r:id="rId130"/>
    <p:sldId id="433" r:id="rId131"/>
    <p:sldId id="434" r:id="rId132"/>
    <p:sldId id="435" r:id="rId133"/>
    <p:sldId id="437" r:id="rId134"/>
    <p:sldId id="438" r:id="rId135"/>
    <p:sldId id="439" r:id="rId136"/>
    <p:sldId id="441" r:id="rId137"/>
    <p:sldId id="442" r:id="rId138"/>
    <p:sldId id="443" r:id="rId139"/>
    <p:sldId id="445" r:id="rId140"/>
    <p:sldId id="446" r:id="rId141"/>
    <p:sldId id="447" r:id="rId142"/>
    <p:sldId id="449" r:id="rId143"/>
    <p:sldId id="450" r:id="rId144"/>
    <p:sldId id="451" r:id="rId145"/>
    <p:sldId id="453" r:id="rId146"/>
    <p:sldId id="454" r:id="rId147"/>
    <p:sldId id="455" r:id="rId148"/>
    <p:sldId id="457" r:id="rId149"/>
    <p:sldId id="458" r:id="rId150"/>
    <p:sldId id="459" r:id="rId151"/>
  </p:sldIdLst>
  <p:sldSz cx="14630400" cy="8229600"/>
  <p:notesSz cx="8229600" cy="14630400"/>
  <p:embeddedFontLst>
    <p:embeddedFont>
      <p:font typeface="Inter" panose="020B0604020202020204" charset="0"/>
      <p:regular r:id="rId1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DD7046-420D-4A80-8CA9-86694C298D78}" v="411" dt="2025-12-17T10:02:13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microsoft.com/office/2015/10/relationships/revisionInfo" Target="revisionInfo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font" Target="fonts/font1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custSel addSld delSld modSld sldOrd">
      <pc:chgData name="Lalwani, Sunil" userId="95b0a425-4eed-4b84-a7cf-34664c131309" providerId="ADAL" clId="{CC5F0CBF-77A6-4739-8FF3-8FB7DAFF4AC8}" dt="2025-12-17T10:02:13.879" v="861"/>
      <pc:docMkLst>
        <pc:docMk/>
      </pc:docMkLst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22:48.667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6T15:36:16.086" v="2" actId="47"/>
        <pc:sldMkLst>
          <pc:docMk/>
          <pc:sldMk cId="0" sldId="263"/>
        </pc:sldMkLst>
      </pc:sldChg>
      <pc:sldChg chg="addSp modSp add mod ord modTransition setBg modNotes">
        <pc:chgData name="Lalwani, Sunil" userId="95b0a425-4eed-4b84-a7cf-34664c131309" providerId="ADAL" clId="{CC5F0CBF-77A6-4739-8FF3-8FB7DAFF4AC8}" dt="2025-12-17T10:02:13.879" v="861"/>
        <pc:sldMkLst>
          <pc:docMk/>
          <pc:sldMk cId="724289359" sldId="263"/>
        </pc:sldMkLst>
        <pc:spChg chg="mod">
          <ac:chgData name="Lalwani, Sunil" userId="95b0a425-4eed-4b84-a7cf-34664c131309" providerId="ADAL" clId="{CC5F0CBF-77A6-4739-8FF3-8FB7DAFF4AC8}" dt="2025-12-17T10:02:11.808" v="858" actId="1582"/>
          <ac:spMkLst>
            <pc:docMk/>
            <pc:sldMk cId="724289359" sldId="263"/>
            <ac:spMk id="2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02:11.808" v="858" actId="1582"/>
          <ac:spMkLst>
            <pc:docMk/>
            <pc:sldMk cId="724289359" sldId="263"/>
            <ac:spMk id="3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02:11.808" v="858" actId="1582"/>
          <ac:spMkLst>
            <pc:docMk/>
            <pc:sldMk cId="724289359" sldId="263"/>
            <ac:spMk id="4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02:11.808" v="858" actId="1582"/>
          <ac:spMkLst>
            <pc:docMk/>
            <pc:sldMk cId="724289359" sldId="263"/>
            <ac:spMk id="7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02:11.808" v="858" actId="1582"/>
          <ac:spMkLst>
            <pc:docMk/>
            <pc:sldMk cId="724289359" sldId="263"/>
            <ac:spMk id="8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02:11.808" v="858" actId="1582"/>
          <ac:spMkLst>
            <pc:docMk/>
            <pc:sldMk cId="724289359" sldId="263"/>
            <ac:spMk id="11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02:11.808" v="858" actId="1582"/>
          <ac:spMkLst>
            <pc:docMk/>
            <pc:sldMk cId="724289359" sldId="263"/>
            <ac:spMk id="12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02:11.808" v="858" actId="1582"/>
          <ac:spMkLst>
            <pc:docMk/>
            <pc:sldMk cId="724289359" sldId="263"/>
            <ac:spMk id="15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02:13.879" v="861"/>
          <ac:spMkLst>
            <pc:docMk/>
            <pc:sldMk cId="724289359" sldId="263"/>
            <ac:spMk id="16" creationId="{00000000-0000-0000-0000-000000000000}"/>
          </ac:spMkLst>
        </pc:spChg>
        <pc:spChg chg="mod">
          <ac:chgData name="Lalwani, Sunil" userId="95b0a425-4eed-4b84-a7cf-34664c131309" providerId="ADAL" clId="{CC5F0CBF-77A6-4739-8FF3-8FB7DAFF4AC8}" dt="2025-12-17T10:01:39.802" v="836" actId="947"/>
          <ac:spMkLst>
            <pc:docMk/>
            <pc:sldMk cId="724289359" sldId="263"/>
            <ac:spMk id="19" creationId="{00000000-0000-0000-0000-000000000000}"/>
          </ac:spMkLst>
        </pc:spChg>
        <pc:grpChg chg="add mod">
          <ac:chgData name="Lalwani, Sunil" userId="95b0a425-4eed-4b84-a7cf-34664c131309" providerId="ADAL" clId="{CC5F0CBF-77A6-4739-8FF3-8FB7DAFF4AC8}" dt="2025-12-17T09:53:53.575" v="385"/>
          <ac:grpSpMkLst>
            <pc:docMk/>
            <pc:sldMk cId="724289359" sldId="263"/>
            <ac:grpSpMk id="20" creationId="{2901BDC7-3109-8E18-04AB-A21982B6BB3B}"/>
          </ac:grpSpMkLst>
        </pc:grpChg>
        <pc:grpChg chg="add mod">
          <ac:chgData name="Lalwani, Sunil" userId="95b0a425-4eed-4b84-a7cf-34664c131309" providerId="ADAL" clId="{CC5F0CBF-77A6-4739-8FF3-8FB7DAFF4AC8}" dt="2025-12-17T09:54:51.605" v="453"/>
          <ac:grpSpMkLst>
            <pc:docMk/>
            <pc:sldMk cId="724289359" sldId="263"/>
            <ac:grpSpMk id="21" creationId="{3176A159-B16B-3E18-408D-219727CB9D59}"/>
          </ac:grpSpMkLst>
        </pc:grpChg>
        <pc:grpChg chg="add mod">
          <ac:chgData name="Lalwani, Sunil" userId="95b0a425-4eed-4b84-a7cf-34664c131309" providerId="ADAL" clId="{CC5F0CBF-77A6-4739-8FF3-8FB7DAFF4AC8}" dt="2025-12-17T09:52:57.963" v="316"/>
          <ac:grpSpMkLst>
            <pc:docMk/>
            <pc:sldMk cId="724289359" sldId="263"/>
            <ac:grpSpMk id="22" creationId="{73D21658-FA36-AB15-9AD5-4E977CC5D203}"/>
          </ac:grpSpMkLst>
        </pc:grpChg>
        <pc:grpChg chg="add mod">
          <ac:chgData name="Lalwani, Sunil" userId="95b0a425-4eed-4b84-a7cf-34664c131309" providerId="ADAL" clId="{CC5F0CBF-77A6-4739-8FF3-8FB7DAFF4AC8}" dt="2025-12-17T09:56:52.601" v="589"/>
          <ac:grpSpMkLst>
            <pc:docMk/>
            <pc:sldMk cId="724289359" sldId="263"/>
            <ac:grpSpMk id="23" creationId="{8D958DC7-9319-5AFA-69D3-DE8F614EED7A}"/>
          </ac:grpSpMkLst>
        </pc:grpChg>
        <pc:grpChg chg="add mod">
          <ac:chgData name="Lalwani, Sunil" userId="95b0a425-4eed-4b84-a7cf-34664c131309" providerId="ADAL" clId="{CC5F0CBF-77A6-4739-8FF3-8FB7DAFF4AC8}" dt="2025-12-17T09:53:54.051" v="386"/>
          <ac:grpSpMkLst>
            <pc:docMk/>
            <pc:sldMk cId="724289359" sldId="263"/>
            <ac:grpSpMk id="24" creationId="{42D7EF1E-A950-E473-CFFD-15755371FED3}"/>
          </ac:grpSpMkLst>
        </pc:grpChg>
        <pc:grpChg chg="add mod">
          <ac:chgData name="Lalwani, Sunil" userId="95b0a425-4eed-4b84-a7cf-34664c131309" providerId="ADAL" clId="{CC5F0CBF-77A6-4739-8FF3-8FB7DAFF4AC8}" dt="2025-12-17T09:54:52.695" v="455" actId="207"/>
          <ac:grpSpMkLst>
            <pc:docMk/>
            <pc:sldMk cId="724289359" sldId="263"/>
            <ac:grpSpMk id="25" creationId="{3C5E96FF-76CC-B824-FCBE-91D23A6E39C6}"/>
          </ac:grpSpMkLst>
        </pc:grpChg>
        <pc:grpChg chg="add mod">
          <ac:chgData name="Lalwani, Sunil" userId="95b0a425-4eed-4b84-a7cf-34664c131309" providerId="ADAL" clId="{CC5F0CBF-77A6-4739-8FF3-8FB7DAFF4AC8}" dt="2025-12-17T09:55:50.757" v="522"/>
          <ac:grpSpMkLst>
            <pc:docMk/>
            <pc:sldMk cId="724289359" sldId="263"/>
            <ac:grpSpMk id="26" creationId="{EC528C12-FB70-6653-62DC-1F624FC316E1}"/>
          </ac:grpSpMkLst>
        </pc:grpChg>
        <pc:grpChg chg="add mod">
          <ac:chgData name="Lalwani, Sunil" userId="95b0a425-4eed-4b84-a7cf-34664c131309" providerId="ADAL" clId="{CC5F0CBF-77A6-4739-8FF3-8FB7DAFF4AC8}" dt="2025-12-17T09:56:53.102" v="590"/>
          <ac:grpSpMkLst>
            <pc:docMk/>
            <pc:sldMk cId="724289359" sldId="263"/>
            <ac:grpSpMk id="27" creationId="{02B06C10-16DF-BD0D-136E-232C689C8A8F}"/>
          </ac:grpSpMkLst>
        </pc:grpChg>
        <pc:grpChg chg="add mod">
          <ac:chgData name="Lalwani, Sunil" userId="95b0a425-4eed-4b84-a7cf-34664c131309" providerId="ADAL" clId="{CC5F0CBF-77A6-4739-8FF3-8FB7DAFF4AC8}" dt="2025-12-17T09:57:59.085" v="657"/>
          <ac:grpSpMkLst>
            <pc:docMk/>
            <pc:sldMk cId="724289359" sldId="263"/>
            <ac:grpSpMk id="28" creationId="{6710C66E-DD76-8454-213F-E58E097AB100}"/>
          </ac:grpSpMkLst>
        </pc:grpChg>
        <pc:grpChg chg="add mod">
          <ac:chgData name="Lalwani, Sunil" userId="95b0a425-4eed-4b84-a7cf-34664c131309" providerId="ADAL" clId="{CC5F0CBF-77A6-4739-8FF3-8FB7DAFF4AC8}" dt="2025-12-17T09:59:07.101" v="723"/>
          <ac:grpSpMkLst>
            <pc:docMk/>
            <pc:sldMk cId="724289359" sldId="263"/>
            <ac:grpSpMk id="29" creationId="{EF600C18-08A1-44C4-0B81-732692980695}"/>
          </ac:grpSpMkLst>
        </pc:grpChg>
        <pc:grpChg chg="add mod">
          <ac:chgData name="Lalwani, Sunil" userId="95b0a425-4eed-4b84-a7cf-34664c131309" providerId="ADAL" clId="{CC5F0CBF-77A6-4739-8FF3-8FB7DAFF4AC8}" dt="2025-12-17T10:00:29.419" v="789"/>
          <ac:grpSpMkLst>
            <pc:docMk/>
            <pc:sldMk cId="724289359" sldId="263"/>
            <ac:grpSpMk id="30" creationId="{32DA48A5-F2EF-A973-9E61-F6F308863722}"/>
          </ac:grpSpMkLst>
        </pc:grpChg>
        <pc:grpChg chg="add mod">
          <ac:chgData name="Lalwani, Sunil" userId="95b0a425-4eed-4b84-a7cf-34664c131309" providerId="ADAL" clId="{CC5F0CBF-77A6-4739-8FF3-8FB7DAFF4AC8}" dt="2025-12-17T10:02:10.888" v="855"/>
          <ac:grpSpMkLst>
            <pc:docMk/>
            <pc:sldMk cId="724289359" sldId="263"/>
            <ac:grpSpMk id="31" creationId="{F2F90F5E-5CFC-2B25-353B-893CD2E0FFE6}"/>
          </ac:grpSpMkLst>
        </pc:grpChg>
        <pc:grpChg chg="add mod">
          <ac:chgData name="Lalwani, Sunil" userId="95b0a425-4eed-4b84-a7cf-34664c131309" providerId="ADAL" clId="{CC5F0CBF-77A6-4739-8FF3-8FB7DAFF4AC8}" dt="2025-12-17T10:02:10.888" v="855"/>
          <ac:grpSpMkLst>
            <pc:docMk/>
            <pc:sldMk cId="724289359" sldId="263"/>
            <ac:grpSpMk id="32" creationId="{3581A3E5-7F6D-6C99-0AD1-F9DF457F585B}"/>
          </ac:grpSpMkLst>
        </pc:grpChg>
        <pc:picChg chg="mod">
          <ac:chgData name="Lalwani, Sunil" userId="95b0a425-4eed-4b84-a7cf-34664c131309" providerId="ADAL" clId="{CC5F0CBF-77A6-4739-8FF3-8FB7DAFF4AC8}" dt="2025-12-17T10:02:11.808" v="858" actId="1582"/>
          <ac:picMkLst>
            <pc:docMk/>
            <pc:sldMk cId="724289359" sldId="263"/>
            <ac:picMk id="5" creationId="{00000000-0000-0000-0000-000000000000}"/>
          </ac:picMkLst>
        </pc:picChg>
        <pc:picChg chg="mod">
          <ac:chgData name="Lalwani, Sunil" userId="95b0a425-4eed-4b84-a7cf-34664c131309" providerId="ADAL" clId="{CC5F0CBF-77A6-4739-8FF3-8FB7DAFF4AC8}" dt="2025-12-17T10:02:11.808" v="858" actId="1582"/>
          <ac:picMkLst>
            <pc:docMk/>
            <pc:sldMk cId="724289359" sldId="263"/>
            <ac:picMk id="6" creationId="{00000000-0000-0000-0000-000000000000}"/>
          </ac:picMkLst>
        </pc:picChg>
        <pc:picChg chg="mod">
          <ac:chgData name="Lalwani, Sunil" userId="95b0a425-4eed-4b84-a7cf-34664c131309" providerId="ADAL" clId="{CC5F0CBF-77A6-4739-8FF3-8FB7DAFF4AC8}" dt="2025-12-17T09:57:58.558" v="656"/>
          <ac:picMkLst>
            <pc:docMk/>
            <pc:sldMk cId="724289359" sldId="263"/>
            <ac:picMk id="9" creationId="{00000000-0000-0000-0000-000000000000}"/>
          </ac:picMkLst>
        </pc:picChg>
        <pc:picChg chg="mod">
          <ac:chgData name="Lalwani, Sunil" userId="95b0a425-4eed-4b84-a7cf-34664c131309" providerId="ADAL" clId="{CC5F0CBF-77A6-4739-8FF3-8FB7DAFF4AC8}" dt="2025-12-17T10:02:10.344" v="854"/>
          <ac:picMkLst>
            <pc:docMk/>
            <pc:sldMk cId="724289359" sldId="263"/>
            <ac:picMk id="10" creationId="{00000000-0000-0000-0000-000000000000}"/>
          </ac:picMkLst>
        </pc:picChg>
        <pc:picChg chg="mod">
          <ac:chgData name="Lalwani, Sunil" userId="95b0a425-4eed-4b84-a7cf-34664c131309" providerId="ADAL" clId="{CC5F0CBF-77A6-4739-8FF3-8FB7DAFF4AC8}" dt="2025-12-17T09:59:07.101" v="723"/>
          <ac:picMkLst>
            <pc:docMk/>
            <pc:sldMk cId="724289359" sldId="263"/>
            <ac:picMk id="13" creationId="{00000000-0000-0000-0000-000000000000}"/>
          </ac:picMkLst>
        </pc:picChg>
        <pc:picChg chg="mod">
          <ac:chgData name="Lalwani, Sunil" userId="95b0a425-4eed-4b84-a7cf-34664c131309" providerId="ADAL" clId="{CC5F0CBF-77A6-4739-8FF3-8FB7DAFF4AC8}" dt="2025-12-17T10:00:29.419" v="789"/>
          <ac:picMkLst>
            <pc:docMk/>
            <pc:sldMk cId="724289359" sldId="263"/>
            <ac:picMk id="14" creationId="{00000000-0000-0000-0000-000000000000}"/>
          </ac:picMkLst>
        </pc:picChg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4"/>
        </pc:sldMkLst>
      </pc:sldChg>
      <pc:sldChg chg="add del">
        <pc:chgData name="Lalwani, Sunil" userId="95b0a425-4eed-4b84-a7cf-34664c131309" providerId="ADAL" clId="{CC5F0CBF-77A6-4739-8FF3-8FB7DAFF4AC8}" dt="2025-12-17T09:49:26.418" v="7" actId="2696"/>
        <pc:sldMkLst>
          <pc:docMk/>
          <pc:sldMk cId="1665070693" sldId="264"/>
        </pc:sldMkLst>
      </pc:sldChg>
      <pc:sldChg chg="add del">
        <pc:chgData name="Lalwani, Sunil" userId="95b0a425-4eed-4b84-a7cf-34664c131309" providerId="ADAL" clId="{CC5F0CBF-77A6-4739-8FF3-8FB7DAFF4AC8}" dt="2025-12-17T09:49:36.299" v="27" actId="2696"/>
        <pc:sldMkLst>
          <pc:docMk/>
          <pc:sldMk cId="2305881572" sldId="264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5"/>
        </pc:sldMkLst>
      </pc:sldChg>
      <pc:sldChg chg="add ord modTransition setBg modNotes">
        <pc:chgData name="Lalwani, Sunil" userId="95b0a425-4eed-4b84-a7cf-34664c131309" providerId="ADAL" clId="{CC5F0CBF-77A6-4739-8FF3-8FB7DAFF4AC8}" dt="2025-12-17T10:01:07.110" v="820"/>
        <pc:sldMkLst>
          <pc:docMk/>
          <pc:sldMk cId="3392227874" sldId="265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6"/>
        </pc:sldMkLst>
      </pc:sldChg>
      <pc:sldChg chg="add ord modTransition setBg modNotes">
        <pc:chgData name="Lalwani, Sunil" userId="95b0a425-4eed-4b84-a7cf-34664c131309" providerId="ADAL" clId="{CC5F0CBF-77A6-4739-8FF3-8FB7DAFF4AC8}" dt="2025-12-17T10:02:09.900" v="850" actId="20577"/>
        <pc:sldMkLst>
          <pc:docMk/>
          <pc:sldMk cId="3175142949" sldId="266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7"/>
        </pc:sldMkLst>
      </pc:sldChg>
      <pc:sldChg chg="add ord modTransition setBg modNotes">
        <pc:chgData name="Lalwani, Sunil" userId="95b0a425-4eed-4b84-a7cf-34664c131309" providerId="ADAL" clId="{CC5F0CBF-77A6-4739-8FF3-8FB7DAFF4AC8}" dt="2025-12-17T10:01:57.833" v="849"/>
        <pc:sldMkLst>
          <pc:docMk/>
          <pc:sldMk cId="3817888700" sldId="267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8"/>
        </pc:sldMkLst>
      </pc:sldChg>
      <pc:sldChg chg="add del">
        <pc:chgData name="Lalwani, Sunil" userId="95b0a425-4eed-4b84-a7cf-34664c131309" providerId="ADAL" clId="{CC5F0CBF-77A6-4739-8FF3-8FB7DAFF4AC8}" dt="2025-12-17T09:49:48.285" v="50" actId="2696"/>
        <pc:sldMkLst>
          <pc:docMk/>
          <pc:sldMk cId="3229123426" sldId="268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69"/>
        </pc:sldMkLst>
      </pc:sldChg>
      <pc:sldChg chg="addSp modSp add ord">
        <pc:chgData name="Lalwani, Sunil" userId="95b0a425-4eed-4b84-a7cf-34664c131309" providerId="ADAL" clId="{CC5F0CBF-77A6-4739-8FF3-8FB7DAFF4AC8}" dt="2025-12-17T10:02:12.715" v="859"/>
        <pc:sldMkLst>
          <pc:docMk/>
          <pc:sldMk cId="1985673956" sldId="269"/>
        </pc:sldMkLst>
        <pc:spChg chg="mod">
          <ac:chgData name="Lalwani, Sunil" userId="95b0a425-4eed-4b84-a7cf-34664c131309" providerId="ADAL" clId="{CC5F0CBF-77A6-4739-8FF3-8FB7DAFF4AC8}" dt="2025-12-17T09:50:29.077" v="111"/>
          <ac:spMkLst>
            <pc:docMk/>
            <pc:sldMk cId="1985673956" sldId="269"/>
            <ac:spMk id="4" creationId="{225EE0B2-2ACD-AEF5-3B1B-DB507FA1E504}"/>
          </ac:spMkLst>
        </pc:spChg>
        <pc:spChg chg="mod">
          <ac:chgData name="Lalwani, Sunil" userId="95b0a425-4eed-4b84-a7cf-34664c131309" providerId="ADAL" clId="{CC5F0CBF-77A6-4739-8FF3-8FB7DAFF4AC8}" dt="2025-12-17T09:50:29.077" v="111"/>
          <ac:spMkLst>
            <pc:docMk/>
            <pc:sldMk cId="1985673956" sldId="269"/>
            <ac:spMk id="5" creationId="{E5D07C16-FBFC-6B23-EF79-CF3243622B4C}"/>
          </ac:spMkLst>
        </pc:spChg>
        <pc:spChg chg="mod">
          <ac:chgData name="Lalwani, Sunil" userId="95b0a425-4eed-4b84-a7cf-34664c131309" providerId="ADAL" clId="{CC5F0CBF-77A6-4739-8FF3-8FB7DAFF4AC8}" dt="2025-12-17T09:50:29.077" v="111"/>
          <ac:spMkLst>
            <pc:docMk/>
            <pc:sldMk cId="1985673956" sldId="269"/>
            <ac:spMk id="6" creationId="{5DED6590-1ECB-03EC-EC23-5A4FD5455610}"/>
          </ac:spMkLst>
        </pc:spChg>
        <pc:spChg chg="mod">
          <ac:chgData name="Lalwani, Sunil" userId="95b0a425-4eed-4b84-a7cf-34664c131309" providerId="ADAL" clId="{CC5F0CBF-77A6-4739-8FF3-8FB7DAFF4AC8}" dt="2025-12-17T09:51:17.570" v="181"/>
          <ac:spMkLst>
            <pc:docMk/>
            <pc:sldMk cId="1985673956" sldId="269"/>
            <ac:spMk id="11" creationId="{F68A0B27-08E8-4F5B-0091-556A80123843}"/>
          </ac:spMkLst>
        </pc:spChg>
        <pc:spChg chg="mod">
          <ac:chgData name="Lalwani, Sunil" userId="95b0a425-4eed-4b84-a7cf-34664c131309" providerId="ADAL" clId="{CC5F0CBF-77A6-4739-8FF3-8FB7DAFF4AC8}" dt="2025-12-17T09:51:17.570" v="181"/>
          <ac:spMkLst>
            <pc:docMk/>
            <pc:sldMk cId="1985673956" sldId="269"/>
            <ac:spMk id="12" creationId="{7142A7A9-9D32-B2A4-E7DD-DE191967481A}"/>
          </ac:spMkLst>
        </pc:spChg>
        <pc:spChg chg="mod">
          <ac:chgData name="Lalwani, Sunil" userId="95b0a425-4eed-4b84-a7cf-34664c131309" providerId="ADAL" clId="{CC5F0CBF-77A6-4739-8FF3-8FB7DAFF4AC8}" dt="2025-12-17T09:51:17.570" v="181"/>
          <ac:spMkLst>
            <pc:docMk/>
            <pc:sldMk cId="1985673956" sldId="269"/>
            <ac:spMk id="13" creationId="{60583AEB-377C-F0F3-D66B-04F6ABF5CA3C}"/>
          </ac:spMkLst>
        </pc:spChg>
        <pc:spChg chg="mod">
          <ac:chgData name="Lalwani, Sunil" userId="95b0a425-4eed-4b84-a7cf-34664c131309" providerId="ADAL" clId="{CC5F0CBF-77A6-4739-8FF3-8FB7DAFF4AC8}" dt="2025-12-17T09:52:08.461" v="251"/>
          <ac:spMkLst>
            <pc:docMk/>
            <pc:sldMk cId="1985673956" sldId="269"/>
            <ac:spMk id="20" creationId="{AC732C76-90B3-44AC-6AB5-792AFED3B89C}"/>
          </ac:spMkLst>
        </pc:spChg>
        <pc:spChg chg="mod">
          <ac:chgData name="Lalwani, Sunil" userId="95b0a425-4eed-4b84-a7cf-34664c131309" providerId="ADAL" clId="{CC5F0CBF-77A6-4739-8FF3-8FB7DAFF4AC8}" dt="2025-12-17T09:52:08.461" v="251"/>
          <ac:spMkLst>
            <pc:docMk/>
            <pc:sldMk cId="1985673956" sldId="269"/>
            <ac:spMk id="21" creationId="{18CED9E5-CC6A-7DBF-1786-8434BE427387}"/>
          </ac:spMkLst>
        </pc:spChg>
        <pc:spChg chg="mod">
          <ac:chgData name="Lalwani, Sunil" userId="95b0a425-4eed-4b84-a7cf-34664c131309" providerId="ADAL" clId="{CC5F0CBF-77A6-4739-8FF3-8FB7DAFF4AC8}" dt="2025-12-17T09:52:08.461" v="251"/>
          <ac:spMkLst>
            <pc:docMk/>
            <pc:sldMk cId="1985673956" sldId="269"/>
            <ac:spMk id="22" creationId="{394F5240-2C02-0BC6-94FD-A2206216771F}"/>
          </ac:spMkLst>
        </pc:spChg>
        <pc:spChg chg="mod">
          <ac:chgData name="Lalwani, Sunil" userId="95b0a425-4eed-4b84-a7cf-34664c131309" providerId="ADAL" clId="{CC5F0CBF-77A6-4739-8FF3-8FB7DAFF4AC8}" dt="2025-12-17T09:53:00.125" v="321"/>
          <ac:spMkLst>
            <pc:docMk/>
            <pc:sldMk cId="1985673956" sldId="269"/>
            <ac:spMk id="25" creationId="{1A45EF22-43B9-E2C3-6622-6232977ECE2B}"/>
          </ac:spMkLst>
        </pc:spChg>
        <pc:spChg chg="mod">
          <ac:chgData name="Lalwani, Sunil" userId="95b0a425-4eed-4b84-a7cf-34664c131309" providerId="ADAL" clId="{CC5F0CBF-77A6-4739-8FF3-8FB7DAFF4AC8}" dt="2025-12-17T09:53:00.125" v="321"/>
          <ac:spMkLst>
            <pc:docMk/>
            <pc:sldMk cId="1985673956" sldId="269"/>
            <ac:spMk id="31" creationId="{3EA01C41-C593-0C90-4DEB-86C78B39BD51}"/>
          </ac:spMkLst>
        </pc:spChg>
        <pc:spChg chg="mod">
          <ac:chgData name="Lalwani, Sunil" userId="95b0a425-4eed-4b84-a7cf-34664c131309" providerId="ADAL" clId="{CC5F0CBF-77A6-4739-8FF3-8FB7DAFF4AC8}" dt="2025-12-17T09:53:00.125" v="321"/>
          <ac:spMkLst>
            <pc:docMk/>
            <pc:sldMk cId="1985673956" sldId="269"/>
            <ac:spMk id="32" creationId="{792F572C-4BC1-5CE5-E4FA-BDD169069C93}"/>
          </ac:spMkLst>
        </pc:spChg>
        <pc:spChg chg="mod">
          <ac:chgData name="Lalwani, Sunil" userId="95b0a425-4eed-4b84-a7cf-34664c131309" providerId="ADAL" clId="{CC5F0CBF-77A6-4739-8FF3-8FB7DAFF4AC8}" dt="2025-12-17T09:53:00.125" v="321"/>
          <ac:spMkLst>
            <pc:docMk/>
            <pc:sldMk cId="1985673956" sldId="269"/>
            <ac:spMk id="33" creationId="{188C32DF-7E06-873F-4323-625B7673268D}"/>
          </ac:spMkLst>
        </pc:spChg>
        <pc:spChg chg="mod">
          <ac:chgData name="Lalwani, Sunil" userId="95b0a425-4eed-4b84-a7cf-34664c131309" providerId="ADAL" clId="{CC5F0CBF-77A6-4739-8FF3-8FB7DAFF4AC8}" dt="2025-12-17T09:53:55.667" v="390"/>
          <ac:spMkLst>
            <pc:docMk/>
            <pc:sldMk cId="1985673956" sldId="269"/>
            <ac:spMk id="36" creationId="{6333FDFC-EB69-A231-AA28-C0C4605AA2D7}"/>
          </ac:spMkLst>
        </pc:spChg>
        <pc:spChg chg="mod">
          <ac:chgData name="Lalwani, Sunil" userId="95b0a425-4eed-4b84-a7cf-34664c131309" providerId="ADAL" clId="{CC5F0CBF-77A6-4739-8FF3-8FB7DAFF4AC8}" dt="2025-12-17T09:53:55.667" v="390"/>
          <ac:spMkLst>
            <pc:docMk/>
            <pc:sldMk cId="1985673956" sldId="269"/>
            <ac:spMk id="38" creationId="{A521B141-635C-F8F9-EE91-842628D365E9}"/>
          </ac:spMkLst>
        </pc:spChg>
        <pc:spChg chg="mod">
          <ac:chgData name="Lalwani, Sunil" userId="95b0a425-4eed-4b84-a7cf-34664c131309" providerId="ADAL" clId="{CC5F0CBF-77A6-4739-8FF3-8FB7DAFF4AC8}" dt="2025-12-17T09:53:55.667" v="390"/>
          <ac:spMkLst>
            <pc:docMk/>
            <pc:sldMk cId="1985673956" sldId="269"/>
            <ac:spMk id="44" creationId="{F4F6BAD2-502F-9BA0-4022-B6299A076D42}"/>
          </ac:spMkLst>
        </pc:spChg>
        <pc:spChg chg="mod">
          <ac:chgData name="Lalwani, Sunil" userId="95b0a425-4eed-4b84-a7cf-34664c131309" providerId="ADAL" clId="{CC5F0CBF-77A6-4739-8FF3-8FB7DAFF4AC8}" dt="2025-12-17T09:53:55.667" v="390"/>
          <ac:spMkLst>
            <pc:docMk/>
            <pc:sldMk cId="1985673956" sldId="269"/>
            <ac:spMk id="45" creationId="{B1D8A111-33A5-0346-D95D-70514E10495D}"/>
          </ac:spMkLst>
        </pc:spChg>
        <pc:spChg chg="mod">
          <ac:chgData name="Lalwani, Sunil" userId="95b0a425-4eed-4b84-a7cf-34664c131309" providerId="ADAL" clId="{CC5F0CBF-77A6-4739-8FF3-8FB7DAFF4AC8}" dt="2025-12-17T09:53:55.667" v="390"/>
          <ac:spMkLst>
            <pc:docMk/>
            <pc:sldMk cId="1985673956" sldId="269"/>
            <ac:spMk id="46" creationId="{C4428CE8-8804-E8C5-52F6-9288EB193060}"/>
          </ac:spMkLst>
        </pc:spChg>
        <pc:spChg chg="mod">
          <ac:chgData name="Lalwani, Sunil" userId="95b0a425-4eed-4b84-a7cf-34664c131309" providerId="ADAL" clId="{CC5F0CBF-77A6-4739-8FF3-8FB7DAFF4AC8}" dt="2025-12-17T09:54:53.971" v="458"/>
          <ac:spMkLst>
            <pc:docMk/>
            <pc:sldMk cId="1985673956" sldId="269"/>
            <ac:spMk id="51" creationId="{FFBF804E-3532-9E46-10E8-A9BA998C6F73}"/>
          </ac:spMkLst>
        </pc:spChg>
        <pc:spChg chg="mod">
          <ac:chgData name="Lalwani, Sunil" userId="95b0a425-4eed-4b84-a7cf-34664c131309" providerId="ADAL" clId="{CC5F0CBF-77A6-4739-8FF3-8FB7DAFF4AC8}" dt="2025-12-17T09:54:53.971" v="458"/>
          <ac:spMkLst>
            <pc:docMk/>
            <pc:sldMk cId="1985673956" sldId="269"/>
            <ac:spMk id="53" creationId="{6F4BC68E-2062-EFCB-F4CA-F2B95EF8054F}"/>
          </ac:spMkLst>
        </pc:spChg>
        <pc:spChg chg="mod">
          <ac:chgData name="Lalwani, Sunil" userId="95b0a425-4eed-4b84-a7cf-34664c131309" providerId="ADAL" clId="{CC5F0CBF-77A6-4739-8FF3-8FB7DAFF4AC8}" dt="2025-12-17T09:54:53.971" v="458"/>
          <ac:spMkLst>
            <pc:docMk/>
            <pc:sldMk cId="1985673956" sldId="269"/>
            <ac:spMk id="59" creationId="{C673ADCF-E5A6-251E-C25B-EF38A11430C0}"/>
          </ac:spMkLst>
        </pc:spChg>
        <pc:spChg chg="mod">
          <ac:chgData name="Lalwani, Sunil" userId="95b0a425-4eed-4b84-a7cf-34664c131309" providerId="ADAL" clId="{CC5F0CBF-77A6-4739-8FF3-8FB7DAFF4AC8}" dt="2025-12-17T09:54:53.971" v="458"/>
          <ac:spMkLst>
            <pc:docMk/>
            <pc:sldMk cId="1985673956" sldId="269"/>
            <ac:spMk id="60" creationId="{C1AE869A-2077-EAD6-79CA-24BE444E7C89}"/>
          </ac:spMkLst>
        </pc:spChg>
        <pc:spChg chg="mod">
          <ac:chgData name="Lalwani, Sunil" userId="95b0a425-4eed-4b84-a7cf-34664c131309" providerId="ADAL" clId="{CC5F0CBF-77A6-4739-8FF3-8FB7DAFF4AC8}" dt="2025-12-17T09:54:53.971" v="458"/>
          <ac:spMkLst>
            <pc:docMk/>
            <pc:sldMk cId="1985673956" sldId="269"/>
            <ac:spMk id="61" creationId="{A4FA58FD-7DA1-05E8-8D8E-3F7B0195B47A}"/>
          </ac:spMkLst>
        </pc:spChg>
        <pc:spChg chg="mod">
          <ac:chgData name="Lalwani, Sunil" userId="95b0a425-4eed-4b84-a7cf-34664c131309" providerId="ADAL" clId="{CC5F0CBF-77A6-4739-8FF3-8FB7DAFF4AC8}" dt="2025-12-17T09:55:52.372" v="526"/>
          <ac:spMkLst>
            <pc:docMk/>
            <pc:sldMk cId="1985673956" sldId="269"/>
            <ac:spMk id="68" creationId="{DDA93CFF-CED5-72EC-587C-47D336168706}"/>
          </ac:spMkLst>
        </pc:spChg>
        <pc:spChg chg="mod">
          <ac:chgData name="Lalwani, Sunil" userId="95b0a425-4eed-4b84-a7cf-34664c131309" providerId="ADAL" clId="{CC5F0CBF-77A6-4739-8FF3-8FB7DAFF4AC8}" dt="2025-12-17T09:55:52.372" v="526"/>
          <ac:spMkLst>
            <pc:docMk/>
            <pc:sldMk cId="1985673956" sldId="269"/>
            <ac:spMk id="70" creationId="{95561646-E9F8-EF03-7920-35B82C00509D}"/>
          </ac:spMkLst>
        </pc:spChg>
        <pc:spChg chg="mod">
          <ac:chgData name="Lalwani, Sunil" userId="95b0a425-4eed-4b84-a7cf-34664c131309" providerId="ADAL" clId="{CC5F0CBF-77A6-4739-8FF3-8FB7DAFF4AC8}" dt="2025-12-17T09:55:52.372" v="526"/>
          <ac:spMkLst>
            <pc:docMk/>
            <pc:sldMk cId="1985673956" sldId="269"/>
            <ac:spMk id="76" creationId="{9A00EDAA-10DD-871C-90A1-D84E36D66C9E}"/>
          </ac:spMkLst>
        </pc:spChg>
        <pc:spChg chg="mod">
          <ac:chgData name="Lalwani, Sunil" userId="95b0a425-4eed-4b84-a7cf-34664c131309" providerId="ADAL" clId="{CC5F0CBF-77A6-4739-8FF3-8FB7DAFF4AC8}" dt="2025-12-17T09:55:52.372" v="526"/>
          <ac:spMkLst>
            <pc:docMk/>
            <pc:sldMk cId="1985673956" sldId="269"/>
            <ac:spMk id="77" creationId="{5B16E855-8A50-3C71-55EA-85255F64ADCF}"/>
          </ac:spMkLst>
        </pc:spChg>
        <pc:spChg chg="mod">
          <ac:chgData name="Lalwani, Sunil" userId="95b0a425-4eed-4b84-a7cf-34664c131309" providerId="ADAL" clId="{CC5F0CBF-77A6-4739-8FF3-8FB7DAFF4AC8}" dt="2025-12-17T09:55:52.372" v="526"/>
          <ac:spMkLst>
            <pc:docMk/>
            <pc:sldMk cId="1985673956" sldId="269"/>
            <ac:spMk id="78" creationId="{FAD45243-C92B-9790-7918-07F212E3B1BF}"/>
          </ac:spMkLst>
        </pc:spChg>
        <pc:spChg chg="mod">
          <ac:chgData name="Lalwani, Sunil" userId="95b0a425-4eed-4b84-a7cf-34664c131309" providerId="ADAL" clId="{CC5F0CBF-77A6-4739-8FF3-8FB7DAFF4AC8}" dt="2025-12-17T09:56:54.781" v="594"/>
          <ac:spMkLst>
            <pc:docMk/>
            <pc:sldMk cId="1985673956" sldId="269"/>
            <ac:spMk id="81" creationId="{4F566C96-D1A7-CBD2-E14F-16AB14ECCB9D}"/>
          </ac:spMkLst>
        </pc:spChg>
        <pc:spChg chg="mod">
          <ac:chgData name="Lalwani, Sunil" userId="95b0a425-4eed-4b84-a7cf-34664c131309" providerId="ADAL" clId="{CC5F0CBF-77A6-4739-8FF3-8FB7DAFF4AC8}" dt="2025-12-17T09:56:54.781" v="594"/>
          <ac:spMkLst>
            <pc:docMk/>
            <pc:sldMk cId="1985673956" sldId="269"/>
            <ac:spMk id="87" creationId="{487DF3E4-922D-4436-1D42-5DB7BD6D1E44}"/>
          </ac:spMkLst>
        </pc:spChg>
        <pc:spChg chg="mod">
          <ac:chgData name="Lalwani, Sunil" userId="95b0a425-4eed-4b84-a7cf-34664c131309" providerId="ADAL" clId="{CC5F0CBF-77A6-4739-8FF3-8FB7DAFF4AC8}" dt="2025-12-17T09:56:54.781" v="594"/>
          <ac:spMkLst>
            <pc:docMk/>
            <pc:sldMk cId="1985673956" sldId="269"/>
            <ac:spMk id="89" creationId="{FFE5E84D-332E-D7B1-F5FE-D62CECE75833}"/>
          </ac:spMkLst>
        </pc:spChg>
        <pc:spChg chg="mod">
          <ac:chgData name="Lalwani, Sunil" userId="95b0a425-4eed-4b84-a7cf-34664c131309" providerId="ADAL" clId="{CC5F0CBF-77A6-4739-8FF3-8FB7DAFF4AC8}" dt="2025-12-17T09:56:54.781" v="594"/>
          <ac:spMkLst>
            <pc:docMk/>
            <pc:sldMk cId="1985673956" sldId="269"/>
            <ac:spMk id="95" creationId="{DED2B041-D18B-3653-1C4F-646F4807675A}"/>
          </ac:spMkLst>
        </pc:spChg>
        <pc:spChg chg="mod">
          <ac:chgData name="Lalwani, Sunil" userId="95b0a425-4eed-4b84-a7cf-34664c131309" providerId="ADAL" clId="{CC5F0CBF-77A6-4739-8FF3-8FB7DAFF4AC8}" dt="2025-12-17T09:56:54.781" v="594"/>
          <ac:spMkLst>
            <pc:docMk/>
            <pc:sldMk cId="1985673956" sldId="269"/>
            <ac:spMk id="96" creationId="{2DDC5730-9A47-B05E-607E-986269025A66}"/>
          </ac:spMkLst>
        </pc:spChg>
        <pc:spChg chg="mod">
          <ac:chgData name="Lalwani, Sunil" userId="95b0a425-4eed-4b84-a7cf-34664c131309" providerId="ADAL" clId="{CC5F0CBF-77A6-4739-8FF3-8FB7DAFF4AC8}" dt="2025-12-17T09:56:54.781" v="594"/>
          <ac:spMkLst>
            <pc:docMk/>
            <pc:sldMk cId="1985673956" sldId="269"/>
            <ac:spMk id="97" creationId="{E3D99169-BAF3-C92B-46E7-EB0C2A0EC746}"/>
          </ac:spMkLst>
        </pc:spChg>
        <pc:spChg chg="mod">
          <ac:chgData name="Lalwani, Sunil" userId="95b0a425-4eed-4b84-a7cf-34664c131309" providerId="ADAL" clId="{CC5F0CBF-77A6-4739-8FF3-8FB7DAFF4AC8}" dt="2025-12-17T09:58:00.946" v="661"/>
          <ac:spMkLst>
            <pc:docMk/>
            <pc:sldMk cId="1985673956" sldId="269"/>
            <ac:spMk id="100" creationId="{7B5BA89E-8568-917E-540F-7D18452F4783}"/>
          </ac:spMkLst>
        </pc:spChg>
        <pc:spChg chg="mod">
          <ac:chgData name="Lalwani, Sunil" userId="95b0a425-4eed-4b84-a7cf-34664c131309" providerId="ADAL" clId="{CC5F0CBF-77A6-4739-8FF3-8FB7DAFF4AC8}" dt="2025-12-17T09:58:00.946" v="661"/>
          <ac:spMkLst>
            <pc:docMk/>
            <pc:sldMk cId="1985673956" sldId="269"/>
            <ac:spMk id="102" creationId="{5D9D6427-ABF1-B9BC-5156-C98CA3451494}"/>
          </ac:spMkLst>
        </pc:spChg>
        <pc:spChg chg="mod">
          <ac:chgData name="Lalwani, Sunil" userId="95b0a425-4eed-4b84-a7cf-34664c131309" providerId="ADAL" clId="{CC5F0CBF-77A6-4739-8FF3-8FB7DAFF4AC8}" dt="2025-12-17T09:58:00.946" v="661"/>
          <ac:spMkLst>
            <pc:docMk/>
            <pc:sldMk cId="1985673956" sldId="269"/>
            <ac:spMk id="108" creationId="{548B3C44-5DD2-8A49-653B-9A89247FCAA2}"/>
          </ac:spMkLst>
        </pc:spChg>
        <pc:spChg chg="mod">
          <ac:chgData name="Lalwani, Sunil" userId="95b0a425-4eed-4b84-a7cf-34664c131309" providerId="ADAL" clId="{CC5F0CBF-77A6-4739-8FF3-8FB7DAFF4AC8}" dt="2025-12-17T09:58:00.946" v="661"/>
          <ac:spMkLst>
            <pc:docMk/>
            <pc:sldMk cId="1985673956" sldId="269"/>
            <ac:spMk id="110" creationId="{5720435E-4E69-C1BC-634D-0A62D7BE10E6}"/>
          </ac:spMkLst>
        </pc:spChg>
        <pc:spChg chg="mod">
          <ac:chgData name="Lalwani, Sunil" userId="95b0a425-4eed-4b84-a7cf-34664c131309" providerId="ADAL" clId="{CC5F0CBF-77A6-4739-8FF3-8FB7DAFF4AC8}" dt="2025-12-17T09:58:00.946" v="661"/>
          <ac:spMkLst>
            <pc:docMk/>
            <pc:sldMk cId="1985673956" sldId="269"/>
            <ac:spMk id="116" creationId="{99DBCFBF-BC09-0A6A-F006-B700F7F49763}"/>
          </ac:spMkLst>
        </pc:spChg>
        <pc:spChg chg="mod">
          <ac:chgData name="Lalwani, Sunil" userId="95b0a425-4eed-4b84-a7cf-34664c131309" providerId="ADAL" clId="{CC5F0CBF-77A6-4739-8FF3-8FB7DAFF4AC8}" dt="2025-12-17T09:58:00.946" v="661"/>
          <ac:spMkLst>
            <pc:docMk/>
            <pc:sldMk cId="1985673956" sldId="269"/>
            <ac:spMk id="117" creationId="{D79A4B6A-25E0-471B-25B6-2D9E737E79D7}"/>
          </ac:spMkLst>
        </pc:spChg>
        <pc:spChg chg="mod">
          <ac:chgData name="Lalwani, Sunil" userId="95b0a425-4eed-4b84-a7cf-34664c131309" providerId="ADAL" clId="{CC5F0CBF-77A6-4739-8FF3-8FB7DAFF4AC8}" dt="2025-12-17T09:58:00.946" v="661"/>
          <ac:spMkLst>
            <pc:docMk/>
            <pc:sldMk cId="1985673956" sldId="269"/>
            <ac:spMk id="118" creationId="{FF04EAFA-0D77-0E8D-E547-FAC349A9A95B}"/>
          </ac:spMkLst>
        </pc:spChg>
        <pc:spChg chg="mod">
          <ac:chgData name="Lalwani, Sunil" userId="95b0a425-4eed-4b84-a7cf-34664c131309" providerId="ADAL" clId="{CC5F0CBF-77A6-4739-8FF3-8FB7DAFF4AC8}" dt="2025-12-17T09:59:08.728" v="727"/>
          <ac:spMkLst>
            <pc:docMk/>
            <pc:sldMk cId="1985673956" sldId="269"/>
            <ac:spMk id="123" creationId="{8F2D3739-488B-E6C6-73D7-43D2A95E87FD}"/>
          </ac:spMkLst>
        </pc:spChg>
        <pc:spChg chg="mod">
          <ac:chgData name="Lalwani, Sunil" userId="95b0a425-4eed-4b84-a7cf-34664c131309" providerId="ADAL" clId="{CC5F0CBF-77A6-4739-8FF3-8FB7DAFF4AC8}" dt="2025-12-17T09:59:08.728" v="727"/>
          <ac:spMkLst>
            <pc:docMk/>
            <pc:sldMk cId="1985673956" sldId="269"/>
            <ac:spMk id="125" creationId="{8A638E95-58BE-0224-1EE3-6DAF6F1B18B3}"/>
          </ac:spMkLst>
        </pc:spChg>
        <pc:spChg chg="mod">
          <ac:chgData name="Lalwani, Sunil" userId="95b0a425-4eed-4b84-a7cf-34664c131309" providerId="ADAL" clId="{CC5F0CBF-77A6-4739-8FF3-8FB7DAFF4AC8}" dt="2025-12-17T09:59:08.728" v="727"/>
          <ac:spMkLst>
            <pc:docMk/>
            <pc:sldMk cId="1985673956" sldId="269"/>
            <ac:spMk id="131" creationId="{0218E453-F0A6-0749-BC0D-309FEAD235CF}"/>
          </ac:spMkLst>
        </pc:spChg>
        <pc:spChg chg="mod">
          <ac:chgData name="Lalwani, Sunil" userId="95b0a425-4eed-4b84-a7cf-34664c131309" providerId="ADAL" clId="{CC5F0CBF-77A6-4739-8FF3-8FB7DAFF4AC8}" dt="2025-12-17T09:59:08.728" v="727"/>
          <ac:spMkLst>
            <pc:docMk/>
            <pc:sldMk cId="1985673956" sldId="269"/>
            <ac:spMk id="133" creationId="{FDA5E78C-52FC-2B2B-210C-C76067542A57}"/>
          </ac:spMkLst>
        </pc:spChg>
        <pc:spChg chg="mod">
          <ac:chgData name="Lalwani, Sunil" userId="95b0a425-4eed-4b84-a7cf-34664c131309" providerId="ADAL" clId="{CC5F0CBF-77A6-4739-8FF3-8FB7DAFF4AC8}" dt="2025-12-17T09:59:08.728" v="727"/>
          <ac:spMkLst>
            <pc:docMk/>
            <pc:sldMk cId="1985673956" sldId="269"/>
            <ac:spMk id="139" creationId="{04F35DAE-B430-1DBA-A56A-F5316CFE9A14}"/>
          </ac:spMkLst>
        </pc:spChg>
        <pc:spChg chg="mod">
          <ac:chgData name="Lalwani, Sunil" userId="95b0a425-4eed-4b84-a7cf-34664c131309" providerId="ADAL" clId="{CC5F0CBF-77A6-4739-8FF3-8FB7DAFF4AC8}" dt="2025-12-17T09:59:08.728" v="727"/>
          <ac:spMkLst>
            <pc:docMk/>
            <pc:sldMk cId="1985673956" sldId="269"/>
            <ac:spMk id="140" creationId="{6AF58770-6089-64D9-54E8-46E2096B151B}"/>
          </ac:spMkLst>
        </pc:spChg>
        <pc:spChg chg="mod">
          <ac:chgData name="Lalwani, Sunil" userId="95b0a425-4eed-4b84-a7cf-34664c131309" providerId="ADAL" clId="{CC5F0CBF-77A6-4739-8FF3-8FB7DAFF4AC8}" dt="2025-12-17T09:59:08.728" v="727"/>
          <ac:spMkLst>
            <pc:docMk/>
            <pc:sldMk cId="1985673956" sldId="269"/>
            <ac:spMk id="141" creationId="{CBDD1C4B-7F86-C93B-78EA-13C4206A2E82}"/>
          </ac:spMkLst>
        </pc:spChg>
        <pc:spChg chg="mod">
          <ac:chgData name="Lalwani, Sunil" userId="95b0a425-4eed-4b84-a7cf-34664c131309" providerId="ADAL" clId="{CC5F0CBF-77A6-4739-8FF3-8FB7DAFF4AC8}" dt="2025-12-17T10:00:31.160" v="793"/>
          <ac:spMkLst>
            <pc:docMk/>
            <pc:sldMk cId="1985673956" sldId="269"/>
            <ac:spMk id="148" creationId="{4EB66407-AB00-3CB1-921D-B452DC205E16}"/>
          </ac:spMkLst>
        </pc:spChg>
        <pc:spChg chg="mod">
          <ac:chgData name="Lalwani, Sunil" userId="95b0a425-4eed-4b84-a7cf-34664c131309" providerId="ADAL" clId="{CC5F0CBF-77A6-4739-8FF3-8FB7DAFF4AC8}" dt="2025-12-17T10:00:31.160" v="793"/>
          <ac:spMkLst>
            <pc:docMk/>
            <pc:sldMk cId="1985673956" sldId="269"/>
            <ac:spMk id="150" creationId="{F0C90AE5-8C49-7611-CCDA-A60BE69F6402}"/>
          </ac:spMkLst>
        </pc:spChg>
        <pc:spChg chg="mod">
          <ac:chgData name="Lalwani, Sunil" userId="95b0a425-4eed-4b84-a7cf-34664c131309" providerId="ADAL" clId="{CC5F0CBF-77A6-4739-8FF3-8FB7DAFF4AC8}" dt="2025-12-17T10:00:31.160" v="793"/>
          <ac:spMkLst>
            <pc:docMk/>
            <pc:sldMk cId="1985673956" sldId="269"/>
            <ac:spMk id="156" creationId="{C177429D-2492-6020-14E8-131C052B8164}"/>
          </ac:spMkLst>
        </pc:spChg>
        <pc:spChg chg="mod">
          <ac:chgData name="Lalwani, Sunil" userId="95b0a425-4eed-4b84-a7cf-34664c131309" providerId="ADAL" clId="{CC5F0CBF-77A6-4739-8FF3-8FB7DAFF4AC8}" dt="2025-12-17T10:00:31.160" v="793"/>
          <ac:spMkLst>
            <pc:docMk/>
            <pc:sldMk cId="1985673956" sldId="269"/>
            <ac:spMk id="158" creationId="{23149579-1C3E-79C0-6931-54B261B226FC}"/>
          </ac:spMkLst>
        </pc:spChg>
        <pc:spChg chg="mod">
          <ac:chgData name="Lalwani, Sunil" userId="95b0a425-4eed-4b84-a7cf-34664c131309" providerId="ADAL" clId="{CC5F0CBF-77A6-4739-8FF3-8FB7DAFF4AC8}" dt="2025-12-17T10:00:31.160" v="793"/>
          <ac:spMkLst>
            <pc:docMk/>
            <pc:sldMk cId="1985673956" sldId="269"/>
            <ac:spMk id="164" creationId="{CFF33AEC-8CFD-7A1A-8EB5-D0E9FE0FFFC1}"/>
          </ac:spMkLst>
        </pc:spChg>
        <pc:spChg chg="mod">
          <ac:chgData name="Lalwani, Sunil" userId="95b0a425-4eed-4b84-a7cf-34664c131309" providerId="ADAL" clId="{CC5F0CBF-77A6-4739-8FF3-8FB7DAFF4AC8}" dt="2025-12-17T10:00:31.160" v="793"/>
          <ac:spMkLst>
            <pc:docMk/>
            <pc:sldMk cId="1985673956" sldId="269"/>
            <ac:spMk id="165" creationId="{D29FA799-0506-EA35-1428-D8E27B1A640C}"/>
          </ac:spMkLst>
        </pc:spChg>
        <pc:spChg chg="mod">
          <ac:chgData name="Lalwani, Sunil" userId="95b0a425-4eed-4b84-a7cf-34664c131309" providerId="ADAL" clId="{CC5F0CBF-77A6-4739-8FF3-8FB7DAFF4AC8}" dt="2025-12-17T10:00:31.160" v="793"/>
          <ac:spMkLst>
            <pc:docMk/>
            <pc:sldMk cId="1985673956" sldId="269"/>
            <ac:spMk id="166" creationId="{47ED0049-34FA-036F-0B49-E07E80EB744C}"/>
          </ac:spMkLst>
        </pc:spChg>
        <pc:spChg chg="mod">
          <ac:chgData name="Lalwani, Sunil" userId="95b0a425-4eed-4b84-a7cf-34664c131309" providerId="ADAL" clId="{CC5F0CBF-77A6-4739-8FF3-8FB7DAFF4AC8}" dt="2025-12-17T10:02:12.715" v="859"/>
          <ac:spMkLst>
            <pc:docMk/>
            <pc:sldMk cId="1985673956" sldId="269"/>
            <ac:spMk id="169" creationId="{715F9511-3A9F-C011-20DA-DAC174697329}"/>
          </ac:spMkLst>
        </pc:spChg>
        <pc:spChg chg="mod">
          <ac:chgData name="Lalwani, Sunil" userId="95b0a425-4eed-4b84-a7cf-34664c131309" providerId="ADAL" clId="{CC5F0CBF-77A6-4739-8FF3-8FB7DAFF4AC8}" dt="2025-12-17T10:02:12.715" v="859"/>
          <ac:spMkLst>
            <pc:docMk/>
            <pc:sldMk cId="1985673956" sldId="269"/>
            <ac:spMk id="175" creationId="{2D6EEB83-8BDD-BD19-0CAD-8A9EDA263CB6}"/>
          </ac:spMkLst>
        </pc:spChg>
        <pc:spChg chg="mod">
          <ac:chgData name="Lalwani, Sunil" userId="95b0a425-4eed-4b84-a7cf-34664c131309" providerId="ADAL" clId="{CC5F0CBF-77A6-4739-8FF3-8FB7DAFF4AC8}" dt="2025-12-17T10:02:12.715" v="859"/>
          <ac:spMkLst>
            <pc:docMk/>
            <pc:sldMk cId="1985673956" sldId="269"/>
            <ac:spMk id="177" creationId="{38BA6295-CA09-8139-A8DB-AF4423401BBC}"/>
          </ac:spMkLst>
        </pc:spChg>
        <pc:spChg chg="mod">
          <ac:chgData name="Lalwani, Sunil" userId="95b0a425-4eed-4b84-a7cf-34664c131309" providerId="ADAL" clId="{CC5F0CBF-77A6-4739-8FF3-8FB7DAFF4AC8}" dt="2025-12-17T10:02:12.715" v="859"/>
          <ac:spMkLst>
            <pc:docMk/>
            <pc:sldMk cId="1985673956" sldId="269"/>
            <ac:spMk id="183" creationId="{9F97905E-78DE-0DFD-EA39-92620442382B}"/>
          </ac:spMkLst>
        </pc:spChg>
        <pc:spChg chg="mod">
          <ac:chgData name="Lalwani, Sunil" userId="95b0a425-4eed-4b84-a7cf-34664c131309" providerId="ADAL" clId="{CC5F0CBF-77A6-4739-8FF3-8FB7DAFF4AC8}" dt="2025-12-17T10:02:12.715" v="859"/>
          <ac:spMkLst>
            <pc:docMk/>
            <pc:sldMk cId="1985673956" sldId="269"/>
            <ac:spMk id="185" creationId="{348A6EBC-C8D7-8CB4-F51F-79474053D700}"/>
          </ac:spMkLst>
        </pc:spChg>
        <pc:spChg chg="mod">
          <ac:chgData name="Lalwani, Sunil" userId="95b0a425-4eed-4b84-a7cf-34664c131309" providerId="ADAL" clId="{CC5F0CBF-77A6-4739-8FF3-8FB7DAFF4AC8}" dt="2025-12-17T10:02:12.715" v="859"/>
          <ac:spMkLst>
            <pc:docMk/>
            <pc:sldMk cId="1985673956" sldId="269"/>
            <ac:spMk id="191" creationId="{4204CFE4-40E8-3A47-9222-B0CED828FFF2}"/>
          </ac:spMkLst>
        </pc:spChg>
        <pc:spChg chg="mod">
          <ac:chgData name="Lalwani, Sunil" userId="95b0a425-4eed-4b84-a7cf-34664c131309" providerId="ADAL" clId="{CC5F0CBF-77A6-4739-8FF3-8FB7DAFF4AC8}" dt="2025-12-17T10:02:12.715" v="859"/>
          <ac:spMkLst>
            <pc:docMk/>
            <pc:sldMk cId="1985673956" sldId="269"/>
            <ac:spMk id="192" creationId="{8D3CDCF6-7937-CE9E-8263-86E619EFF598}"/>
          </ac:spMkLst>
        </pc:spChg>
        <pc:spChg chg="mod">
          <ac:chgData name="Lalwani, Sunil" userId="95b0a425-4eed-4b84-a7cf-34664c131309" providerId="ADAL" clId="{CC5F0CBF-77A6-4739-8FF3-8FB7DAFF4AC8}" dt="2025-12-17T10:02:12.715" v="859"/>
          <ac:spMkLst>
            <pc:docMk/>
            <pc:sldMk cId="1985673956" sldId="269"/>
            <ac:spMk id="193" creationId="{3C91F71A-824C-0A21-A66F-3B2D9172CB43}"/>
          </ac:spMkLst>
        </pc:spChg>
        <pc:grpChg chg="add mod">
          <ac:chgData name="Lalwani, Sunil" userId="95b0a425-4eed-4b84-a7cf-34664c131309" providerId="ADAL" clId="{CC5F0CBF-77A6-4739-8FF3-8FB7DAFF4AC8}" dt="2025-12-17T09:50:29.077" v="111"/>
          <ac:grpSpMkLst>
            <pc:docMk/>
            <pc:sldMk cId="1985673956" sldId="269"/>
            <ac:grpSpMk id="2" creationId="{7843F2AD-1CDC-A307-574F-84C07F68E0FD}"/>
          </ac:grpSpMkLst>
        </pc:grpChg>
        <pc:grpChg chg="mod">
          <ac:chgData name="Lalwani, Sunil" userId="95b0a425-4eed-4b84-a7cf-34664c131309" providerId="ADAL" clId="{CC5F0CBF-77A6-4739-8FF3-8FB7DAFF4AC8}" dt="2025-12-17T09:50:29.077" v="111"/>
          <ac:grpSpMkLst>
            <pc:docMk/>
            <pc:sldMk cId="1985673956" sldId="269"/>
            <ac:grpSpMk id="3" creationId="{3E1A384A-330F-995B-74C2-A321261FB31B}"/>
          </ac:grpSpMkLst>
        </pc:grpChg>
        <pc:grpChg chg="add mod">
          <ac:chgData name="Lalwani, Sunil" userId="95b0a425-4eed-4b84-a7cf-34664c131309" providerId="ADAL" clId="{CC5F0CBF-77A6-4739-8FF3-8FB7DAFF4AC8}" dt="2025-12-17T09:51:17.570" v="181"/>
          <ac:grpSpMkLst>
            <pc:docMk/>
            <pc:sldMk cId="1985673956" sldId="269"/>
            <ac:grpSpMk id="7" creationId="{1E8C75B6-5812-E048-A79B-BE4ECA4B67A8}"/>
          </ac:grpSpMkLst>
        </pc:grpChg>
        <pc:grpChg chg="mod">
          <ac:chgData name="Lalwani, Sunil" userId="95b0a425-4eed-4b84-a7cf-34664c131309" providerId="ADAL" clId="{CC5F0CBF-77A6-4739-8FF3-8FB7DAFF4AC8}" dt="2025-12-17T09:51:17.570" v="181"/>
          <ac:grpSpMkLst>
            <pc:docMk/>
            <pc:sldMk cId="1985673956" sldId="269"/>
            <ac:grpSpMk id="8" creationId="{063E4A04-D03E-72E1-883A-33D004CB6D20}"/>
          </ac:grpSpMkLst>
        </pc:grpChg>
        <pc:grpChg chg="mod">
          <ac:chgData name="Lalwani, Sunil" userId="95b0a425-4eed-4b84-a7cf-34664c131309" providerId="ADAL" clId="{CC5F0CBF-77A6-4739-8FF3-8FB7DAFF4AC8}" dt="2025-12-17T09:51:17.570" v="181"/>
          <ac:grpSpMkLst>
            <pc:docMk/>
            <pc:sldMk cId="1985673956" sldId="269"/>
            <ac:grpSpMk id="10" creationId="{4F46360A-6CC0-9F9C-C8F9-6811CC9AD825}"/>
          </ac:grpSpMkLst>
        </pc:grpChg>
        <pc:grpChg chg="add mod">
          <ac:chgData name="Lalwani, Sunil" userId="95b0a425-4eed-4b84-a7cf-34664c131309" providerId="ADAL" clId="{CC5F0CBF-77A6-4739-8FF3-8FB7DAFF4AC8}" dt="2025-12-17T09:52:08.461" v="251"/>
          <ac:grpSpMkLst>
            <pc:docMk/>
            <pc:sldMk cId="1985673956" sldId="269"/>
            <ac:grpSpMk id="14" creationId="{0D10E8D2-2554-6EEF-68AB-B5FB986C562D}"/>
          </ac:grpSpMkLst>
        </pc:grpChg>
        <pc:grpChg chg="mod">
          <ac:chgData name="Lalwani, Sunil" userId="95b0a425-4eed-4b84-a7cf-34664c131309" providerId="ADAL" clId="{CC5F0CBF-77A6-4739-8FF3-8FB7DAFF4AC8}" dt="2025-12-17T09:52:08.461" v="251"/>
          <ac:grpSpMkLst>
            <pc:docMk/>
            <pc:sldMk cId="1985673956" sldId="269"/>
            <ac:grpSpMk id="15" creationId="{2FA5F17F-37CB-89E5-563D-3E85E52669CF}"/>
          </ac:grpSpMkLst>
        </pc:grpChg>
        <pc:grpChg chg="mod">
          <ac:chgData name="Lalwani, Sunil" userId="95b0a425-4eed-4b84-a7cf-34664c131309" providerId="ADAL" clId="{CC5F0CBF-77A6-4739-8FF3-8FB7DAFF4AC8}" dt="2025-12-17T09:52:08.461" v="251"/>
          <ac:grpSpMkLst>
            <pc:docMk/>
            <pc:sldMk cId="1985673956" sldId="269"/>
            <ac:grpSpMk id="17" creationId="{F1556FE1-DE64-683B-94CD-32A595A17BA2}"/>
          </ac:grpSpMkLst>
        </pc:grpChg>
        <pc:grpChg chg="mod">
          <ac:chgData name="Lalwani, Sunil" userId="95b0a425-4eed-4b84-a7cf-34664c131309" providerId="ADAL" clId="{CC5F0CBF-77A6-4739-8FF3-8FB7DAFF4AC8}" dt="2025-12-17T09:52:08.461" v="251"/>
          <ac:grpSpMkLst>
            <pc:docMk/>
            <pc:sldMk cId="1985673956" sldId="269"/>
            <ac:grpSpMk id="19" creationId="{5568D1EB-85FB-97B7-4B1B-F98FD7C1C3C8}"/>
          </ac:grpSpMkLst>
        </pc:grpChg>
        <pc:grpChg chg="add mod">
          <ac:chgData name="Lalwani, Sunil" userId="95b0a425-4eed-4b84-a7cf-34664c131309" providerId="ADAL" clId="{CC5F0CBF-77A6-4739-8FF3-8FB7DAFF4AC8}" dt="2025-12-17T09:53:00.125" v="321"/>
          <ac:grpSpMkLst>
            <pc:docMk/>
            <pc:sldMk cId="1985673956" sldId="269"/>
            <ac:grpSpMk id="23" creationId="{CD85F5F0-D1B4-1D43-48D1-B706B7DC445F}"/>
          </ac:grpSpMkLst>
        </pc:grpChg>
        <pc:grpChg chg="mod">
          <ac:chgData name="Lalwani, Sunil" userId="95b0a425-4eed-4b84-a7cf-34664c131309" providerId="ADAL" clId="{CC5F0CBF-77A6-4739-8FF3-8FB7DAFF4AC8}" dt="2025-12-17T09:53:00.125" v="321"/>
          <ac:grpSpMkLst>
            <pc:docMk/>
            <pc:sldMk cId="1985673956" sldId="269"/>
            <ac:grpSpMk id="24" creationId="{119AF86F-AD11-5991-E650-E572AF59D5DD}"/>
          </ac:grpSpMkLst>
        </pc:grpChg>
        <pc:grpChg chg="mod">
          <ac:chgData name="Lalwani, Sunil" userId="95b0a425-4eed-4b84-a7cf-34664c131309" providerId="ADAL" clId="{CC5F0CBF-77A6-4739-8FF3-8FB7DAFF4AC8}" dt="2025-12-17T09:53:00.125" v="321"/>
          <ac:grpSpMkLst>
            <pc:docMk/>
            <pc:sldMk cId="1985673956" sldId="269"/>
            <ac:grpSpMk id="26" creationId="{16EF53AC-233B-2B67-DEF8-16D6F5CA2B28}"/>
          </ac:grpSpMkLst>
        </pc:grpChg>
        <pc:grpChg chg="mod">
          <ac:chgData name="Lalwani, Sunil" userId="95b0a425-4eed-4b84-a7cf-34664c131309" providerId="ADAL" clId="{CC5F0CBF-77A6-4739-8FF3-8FB7DAFF4AC8}" dt="2025-12-17T09:53:00.125" v="321"/>
          <ac:grpSpMkLst>
            <pc:docMk/>
            <pc:sldMk cId="1985673956" sldId="269"/>
            <ac:grpSpMk id="30" creationId="{17B96968-8E37-2E6A-6E03-BD7FFBFE1726}"/>
          </ac:grpSpMkLst>
        </pc:grpChg>
        <pc:grpChg chg="add mod">
          <ac:chgData name="Lalwani, Sunil" userId="95b0a425-4eed-4b84-a7cf-34664c131309" providerId="ADAL" clId="{CC5F0CBF-77A6-4739-8FF3-8FB7DAFF4AC8}" dt="2025-12-17T09:53:55.667" v="390"/>
          <ac:grpSpMkLst>
            <pc:docMk/>
            <pc:sldMk cId="1985673956" sldId="269"/>
            <ac:grpSpMk id="34" creationId="{7C098F79-144D-32AA-CBA6-AC868F45B877}"/>
          </ac:grpSpMkLst>
        </pc:grpChg>
        <pc:grpChg chg="mod">
          <ac:chgData name="Lalwani, Sunil" userId="95b0a425-4eed-4b84-a7cf-34664c131309" providerId="ADAL" clId="{CC5F0CBF-77A6-4739-8FF3-8FB7DAFF4AC8}" dt="2025-12-17T09:53:55.667" v="390"/>
          <ac:grpSpMkLst>
            <pc:docMk/>
            <pc:sldMk cId="1985673956" sldId="269"/>
            <ac:grpSpMk id="35" creationId="{C9BE0617-D6C0-EE49-76A9-F9C3BF8AB9BD}"/>
          </ac:grpSpMkLst>
        </pc:grpChg>
        <pc:grpChg chg="mod">
          <ac:chgData name="Lalwani, Sunil" userId="95b0a425-4eed-4b84-a7cf-34664c131309" providerId="ADAL" clId="{CC5F0CBF-77A6-4739-8FF3-8FB7DAFF4AC8}" dt="2025-12-17T09:53:55.667" v="390"/>
          <ac:grpSpMkLst>
            <pc:docMk/>
            <pc:sldMk cId="1985673956" sldId="269"/>
            <ac:grpSpMk id="41" creationId="{3A282246-0F6E-1B4C-2A02-7715A6AAD7B6}"/>
          </ac:grpSpMkLst>
        </pc:grpChg>
        <pc:grpChg chg="add mod">
          <ac:chgData name="Lalwani, Sunil" userId="95b0a425-4eed-4b84-a7cf-34664c131309" providerId="ADAL" clId="{CC5F0CBF-77A6-4739-8FF3-8FB7DAFF4AC8}" dt="2025-12-17T09:54:53.971" v="458"/>
          <ac:grpSpMkLst>
            <pc:docMk/>
            <pc:sldMk cId="1985673956" sldId="269"/>
            <ac:grpSpMk id="47" creationId="{0C42381B-3134-43E9-37B2-5E68B2791A9E}"/>
          </ac:grpSpMkLst>
        </pc:grpChg>
        <pc:grpChg chg="mod">
          <ac:chgData name="Lalwani, Sunil" userId="95b0a425-4eed-4b84-a7cf-34664c131309" providerId="ADAL" clId="{CC5F0CBF-77A6-4739-8FF3-8FB7DAFF4AC8}" dt="2025-12-17T09:54:53.971" v="458"/>
          <ac:grpSpMkLst>
            <pc:docMk/>
            <pc:sldMk cId="1985673956" sldId="269"/>
            <ac:grpSpMk id="58" creationId="{95FF0A1A-C4B0-D164-7D36-DFFC2B143220}"/>
          </ac:grpSpMkLst>
        </pc:grpChg>
        <pc:grpChg chg="add mod">
          <ac:chgData name="Lalwani, Sunil" userId="95b0a425-4eed-4b84-a7cf-34664c131309" providerId="ADAL" clId="{CC5F0CBF-77A6-4739-8FF3-8FB7DAFF4AC8}" dt="2025-12-17T09:55:52.372" v="526"/>
          <ac:grpSpMkLst>
            <pc:docMk/>
            <pc:sldMk cId="1985673956" sldId="269"/>
            <ac:grpSpMk id="62" creationId="{FD947B23-183D-D15D-64C5-88A05C19314A}"/>
          </ac:grpSpMkLst>
        </pc:grpChg>
        <pc:picChg chg="mod">
          <ac:chgData name="Lalwani, Sunil" userId="95b0a425-4eed-4b84-a7cf-34664c131309" providerId="ADAL" clId="{CC5F0CBF-77A6-4739-8FF3-8FB7DAFF4AC8}" dt="2025-12-17T09:51:17.570" v="181"/>
          <ac:picMkLst>
            <pc:docMk/>
            <pc:sldMk cId="1985673956" sldId="269"/>
            <ac:picMk id="9" creationId="{D6BDE7DD-6286-0BA1-C647-6F458D5CB264}"/>
          </ac:picMkLst>
        </pc:picChg>
        <pc:picChg chg="mod">
          <ac:chgData name="Lalwani, Sunil" userId="95b0a425-4eed-4b84-a7cf-34664c131309" providerId="ADAL" clId="{CC5F0CBF-77A6-4739-8FF3-8FB7DAFF4AC8}" dt="2025-12-17T09:52:08.461" v="251"/>
          <ac:picMkLst>
            <pc:docMk/>
            <pc:sldMk cId="1985673956" sldId="269"/>
            <ac:picMk id="16" creationId="{3CAB4FF0-7057-FEE2-58D0-CFE82950D738}"/>
          </ac:picMkLst>
        </pc:picChg>
        <pc:picChg chg="mod">
          <ac:chgData name="Lalwani, Sunil" userId="95b0a425-4eed-4b84-a7cf-34664c131309" providerId="ADAL" clId="{CC5F0CBF-77A6-4739-8FF3-8FB7DAFF4AC8}" dt="2025-12-17T09:52:08.461" v="251"/>
          <ac:picMkLst>
            <pc:docMk/>
            <pc:sldMk cId="1985673956" sldId="269"/>
            <ac:picMk id="18" creationId="{3EEB675B-9D88-56F7-0F1F-F96E8F3CDDDA}"/>
          </ac:picMkLst>
        </pc:picChg>
        <pc:picChg chg="mod">
          <ac:chgData name="Lalwani, Sunil" userId="95b0a425-4eed-4b84-a7cf-34664c131309" providerId="ADAL" clId="{CC5F0CBF-77A6-4739-8FF3-8FB7DAFF4AC8}" dt="2025-12-17T09:53:00.125" v="321"/>
          <ac:picMkLst>
            <pc:docMk/>
            <pc:sldMk cId="1985673956" sldId="269"/>
            <ac:picMk id="27" creationId="{76B98CEF-EEBF-F578-04EC-2F3B370CC104}"/>
          </ac:picMkLst>
        </pc:picChg>
        <pc:picChg chg="mod">
          <ac:chgData name="Lalwani, Sunil" userId="95b0a425-4eed-4b84-a7cf-34664c131309" providerId="ADAL" clId="{CC5F0CBF-77A6-4739-8FF3-8FB7DAFF4AC8}" dt="2025-12-17T09:53:00.125" v="321"/>
          <ac:picMkLst>
            <pc:docMk/>
            <pc:sldMk cId="1985673956" sldId="269"/>
            <ac:picMk id="29" creationId="{FEC133EF-C613-6DA8-15E5-40596D0190CB}"/>
          </ac:picMkLst>
        </pc:picChg>
        <pc:picChg chg="mod">
          <ac:chgData name="Lalwani, Sunil" userId="95b0a425-4eed-4b84-a7cf-34664c131309" providerId="ADAL" clId="{CC5F0CBF-77A6-4739-8FF3-8FB7DAFF4AC8}" dt="2025-12-17T09:53:55.667" v="390"/>
          <ac:picMkLst>
            <pc:docMk/>
            <pc:sldMk cId="1985673956" sldId="269"/>
            <ac:picMk id="40" creationId="{D874BA39-529A-F08F-7C2C-AED050A492EC}"/>
          </ac:picMkLst>
        </pc:picChg>
        <pc:picChg chg="mod">
          <ac:chgData name="Lalwani, Sunil" userId="95b0a425-4eed-4b84-a7cf-34664c131309" providerId="ADAL" clId="{CC5F0CBF-77A6-4739-8FF3-8FB7DAFF4AC8}" dt="2025-12-17T09:53:55.667" v="390"/>
          <ac:picMkLst>
            <pc:docMk/>
            <pc:sldMk cId="1985673956" sldId="269"/>
            <ac:picMk id="42" creationId="{F54D6053-57F7-EDF8-CD28-B0B1B016A4BD}"/>
          </ac:picMkLst>
        </pc:picChg>
        <pc:picChg chg="mod">
          <ac:chgData name="Lalwani, Sunil" userId="95b0a425-4eed-4b84-a7cf-34664c131309" providerId="ADAL" clId="{CC5F0CBF-77A6-4739-8FF3-8FB7DAFF4AC8}" dt="2025-12-17T09:54:53.971" v="458"/>
          <ac:picMkLst>
            <pc:docMk/>
            <pc:sldMk cId="1985673956" sldId="269"/>
            <ac:picMk id="49" creationId="{FC42F299-0B83-EEA4-8D66-5AB53A5F6B0E}"/>
          </ac:picMkLst>
        </pc:picChg>
        <pc:picChg chg="mod">
          <ac:chgData name="Lalwani, Sunil" userId="95b0a425-4eed-4b84-a7cf-34664c131309" providerId="ADAL" clId="{CC5F0CBF-77A6-4739-8FF3-8FB7DAFF4AC8}" dt="2025-12-17T09:54:53.971" v="458"/>
          <ac:picMkLst>
            <pc:docMk/>
            <pc:sldMk cId="1985673956" sldId="269"/>
            <ac:picMk id="55" creationId="{790106A3-5F20-E5DE-5507-C21D5336D580}"/>
          </ac:picMkLst>
        </pc:picChg>
        <pc:picChg chg="mod">
          <ac:chgData name="Lalwani, Sunil" userId="95b0a425-4eed-4b84-a7cf-34664c131309" providerId="ADAL" clId="{CC5F0CBF-77A6-4739-8FF3-8FB7DAFF4AC8}" dt="2025-12-17T09:54:53.971" v="458"/>
          <ac:picMkLst>
            <pc:docMk/>
            <pc:sldMk cId="1985673956" sldId="269"/>
            <ac:picMk id="57" creationId="{B719BBE9-6344-49AB-AF8F-5B0BA43F0F8F}"/>
          </ac:picMkLst>
        </pc:picChg>
        <pc:picChg chg="mod">
          <ac:chgData name="Lalwani, Sunil" userId="95b0a425-4eed-4b84-a7cf-34664c131309" providerId="ADAL" clId="{CC5F0CBF-77A6-4739-8FF3-8FB7DAFF4AC8}" dt="2025-12-17T09:55:52.372" v="526"/>
          <ac:picMkLst>
            <pc:docMk/>
            <pc:sldMk cId="1985673956" sldId="269"/>
            <ac:picMk id="64" creationId="{1F07536B-69DF-5808-A5BE-E0EA0EB3D6E8}"/>
          </ac:picMkLst>
        </pc:picChg>
        <pc:picChg chg="mod">
          <ac:chgData name="Lalwani, Sunil" userId="95b0a425-4eed-4b84-a7cf-34664c131309" providerId="ADAL" clId="{CC5F0CBF-77A6-4739-8FF3-8FB7DAFF4AC8}" dt="2025-12-17T09:55:52.372" v="526"/>
          <ac:picMkLst>
            <pc:docMk/>
            <pc:sldMk cId="1985673956" sldId="269"/>
            <ac:picMk id="66" creationId="{711738FA-5A32-2609-975B-829CEAF3ACF4}"/>
          </ac:picMkLst>
        </pc:picChg>
        <pc:picChg chg="mod">
          <ac:chgData name="Lalwani, Sunil" userId="95b0a425-4eed-4b84-a7cf-34664c131309" providerId="ADAL" clId="{CC5F0CBF-77A6-4739-8FF3-8FB7DAFF4AC8}" dt="2025-12-17T09:55:52.372" v="526"/>
          <ac:picMkLst>
            <pc:docMk/>
            <pc:sldMk cId="1985673956" sldId="269"/>
            <ac:picMk id="72" creationId="{C98184EA-5742-F8C9-8557-AC7C818A2270}"/>
          </ac:picMkLst>
        </pc:picChg>
        <pc:picChg chg="mod">
          <ac:chgData name="Lalwani, Sunil" userId="95b0a425-4eed-4b84-a7cf-34664c131309" providerId="ADAL" clId="{CC5F0CBF-77A6-4739-8FF3-8FB7DAFF4AC8}" dt="2025-12-17T09:55:52.372" v="526"/>
          <ac:picMkLst>
            <pc:docMk/>
            <pc:sldMk cId="1985673956" sldId="269"/>
            <ac:picMk id="74" creationId="{29596094-EA72-A6E1-B7A7-FA9A6B6F607E}"/>
          </ac:picMkLst>
        </pc:picChg>
        <pc:picChg chg="mod">
          <ac:chgData name="Lalwani, Sunil" userId="95b0a425-4eed-4b84-a7cf-34664c131309" providerId="ADAL" clId="{CC5F0CBF-77A6-4739-8FF3-8FB7DAFF4AC8}" dt="2025-12-17T09:56:54.781" v="594"/>
          <ac:picMkLst>
            <pc:docMk/>
            <pc:sldMk cId="1985673956" sldId="269"/>
            <ac:picMk id="83" creationId="{565AFA6A-AC44-A4A9-08D1-91E307967C05}"/>
          </ac:picMkLst>
        </pc:picChg>
        <pc:picChg chg="mod">
          <ac:chgData name="Lalwani, Sunil" userId="95b0a425-4eed-4b84-a7cf-34664c131309" providerId="ADAL" clId="{CC5F0CBF-77A6-4739-8FF3-8FB7DAFF4AC8}" dt="2025-12-17T09:56:54.781" v="594"/>
          <ac:picMkLst>
            <pc:docMk/>
            <pc:sldMk cId="1985673956" sldId="269"/>
            <ac:picMk id="85" creationId="{3A57251D-9C28-0535-F535-BF4D29A8E786}"/>
          </ac:picMkLst>
        </pc:picChg>
        <pc:picChg chg="mod">
          <ac:chgData name="Lalwani, Sunil" userId="95b0a425-4eed-4b84-a7cf-34664c131309" providerId="ADAL" clId="{CC5F0CBF-77A6-4739-8FF3-8FB7DAFF4AC8}" dt="2025-12-17T09:56:54.781" v="594"/>
          <ac:picMkLst>
            <pc:docMk/>
            <pc:sldMk cId="1985673956" sldId="269"/>
            <ac:picMk id="91" creationId="{476E6763-2D86-8871-0EB2-4B066BA7CEF0}"/>
          </ac:picMkLst>
        </pc:picChg>
        <pc:picChg chg="mod">
          <ac:chgData name="Lalwani, Sunil" userId="95b0a425-4eed-4b84-a7cf-34664c131309" providerId="ADAL" clId="{CC5F0CBF-77A6-4739-8FF3-8FB7DAFF4AC8}" dt="2025-12-17T09:56:54.781" v="594"/>
          <ac:picMkLst>
            <pc:docMk/>
            <pc:sldMk cId="1985673956" sldId="269"/>
            <ac:picMk id="93" creationId="{FA09C7E8-1A1B-A079-8F64-BBFE54670A1C}"/>
          </ac:picMkLst>
        </pc:picChg>
        <pc:picChg chg="mod">
          <ac:chgData name="Lalwani, Sunil" userId="95b0a425-4eed-4b84-a7cf-34664c131309" providerId="ADAL" clId="{CC5F0CBF-77A6-4739-8FF3-8FB7DAFF4AC8}" dt="2025-12-17T09:58:00.946" v="661"/>
          <ac:picMkLst>
            <pc:docMk/>
            <pc:sldMk cId="1985673956" sldId="269"/>
            <ac:picMk id="106" creationId="{8C963021-DF5B-5E4C-A3BA-F77EA6739D2B}"/>
          </ac:picMkLst>
        </pc:picChg>
        <pc:picChg chg="mod">
          <ac:chgData name="Lalwani, Sunil" userId="95b0a425-4eed-4b84-a7cf-34664c131309" providerId="ADAL" clId="{CC5F0CBF-77A6-4739-8FF3-8FB7DAFF4AC8}" dt="2025-12-17T09:58:00.946" v="661"/>
          <ac:picMkLst>
            <pc:docMk/>
            <pc:sldMk cId="1985673956" sldId="269"/>
            <ac:picMk id="112" creationId="{DA455537-9318-EE5B-14AB-1707CD20C9DB}"/>
          </ac:picMkLst>
        </pc:picChg>
        <pc:picChg chg="mod">
          <ac:chgData name="Lalwani, Sunil" userId="95b0a425-4eed-4b84-a7cf-34664c131309" providerId="ADAL" clId="{CC5F0CBF-77A6-4739-8FF3-8FB7DAFF4AC8}" dt="2025-12-17T09:58:00.946" v="661"/>
          <ac:picMkLst>
            <pc:docMk/>
            <pc:sldMk cId="1985673956" sldId="269"/>
            <ac:picMk id="114" creationId="{8DF101E0-22EB-4069-FC67-E4B8942E39BE}"/>
          </ac:picMkLst>
        </pc:picChg>
        <pc:picChg chg="mod">
          <ac:chgData name="Lalwani, Sunil" userId="95b0a425-4eed-4b84-a7cf-34664c131309" providerId="ADAL" clId="{CC5F0CBF-77A6-4739-8FF3-8FB7DAFF4AC8}" dt="2025-12-17T09:59:08.728" v="727"/>
          <ac:picMkLst>
            <pc:docMk/>
            <pc:sldMk cId="1985673956" sldId="269"/>
            <ac:picMk id="127" creationId="{4B65CC02-D051-174D-30C3-CA2F3A999B8B}"/>
          </ac:picMkLst>
        </pc:picChg>
        <pc:picChg chg="mod">
          <ac:chgData name="Lalwani, Sunil" userId="95b0a425-4eed-4b84-a7cf-34664c131309" providerId="ADAL" clId="{CC5F0CBF-77A6-4739-8FF3-8FB7DAFF4AC8}" dt="2025-12-17T09:59:08.728" v="727"/>
          <ac:picMkLst>
            <pc:docMk/>
            <pc:sldMk cId="1985673956" sldId="269"/>
            <ac:picMk id="129" creationId="{6CB91BD7-41F4-456A-BA6F-CADBB8790956}"/>
          </ac:picMkLst>
        </pc:picChg>
        <pc:picChg chg="mod">
          <ac:chgData name="Lalwani, Sunil" userId="95b0a425-4eed-4b84-a7cf-34664c131309" providerId="ADAL" clId="{CC5F0CBF-77A6-4739-8FF3-8FB7DAFF4AC8}" dt="2025-12-17T09:59:08.728" v="727"/>
          <ac:picMkLst>
            <pc:docMk/>
            <pc:sldMk cId="1985673956" sldId="269"/>
            <ac:picMk id="137" creationId="{E52ECE44-C69E-1A0F-9B01-0F752E21A0CA}"/>
          </ac:picMkLst>
        </pc:picChg>
        <pc:picChg chg="mod">
          <ac:chgData name="Lalwani, Sunil" userId="95b0a425-4eed-4b84-a7cf-34664c131309" providerId="ADAL" clId="{CC5F0CBF-77A6-4739-8FF3-8FB7DAFF4AC8}" dt="2025-12-17T10:00:31.160" v="793"/>
          <ac:picMkLst>
            <pc:docMk/>
            <pc:sldMk cId="1985673956" sldId="269"/>
            <ac:picMk id="146" creationId="{EF3CE9AA-FF9D-CE7E-8DE8-A084F0EFEB2B}"/>
          </ac:picMkLst>
        </pc:picChg>
        <pc:picChg chg="mod">
          <ac:chgData name="Lalwani, Sunil" userId="95b0a425-4eed-4b84-a7cf-34664c131309" providerId="ADAL" clId="{CC5F0CBF-77A6-4739-8FF3-8FB7DAFF4AC8}" dt="2025-12-17T10:00:31.160" v="793"/>
          <ac:picMkLst>
            <pc:docMk/>
            <pc:sldMk cId="1985673956" sldId="269"/>
            <ac:picMk id="160" creationId="{73936730-ABB6-32F8-CDAD-505A829214EA}"/>
          </ac:picMkLst>
        </pc:picChg>
        <pc:picChg chg="mod">
          <ac:chgData name="Lalwani, Sunil" userId="95b0a425-4eed-4b84-a7cf-34664c131309" providerId="ADAL" clId="{CC5F0CBF-77A6-4739-8FF3-8FB7DAFF4AC8}" dt="2025-12-17T10:00:31.160" v="793"/>
          <ac:picMkLst>
            <pc:docMk/>
            <pc:sldMk cId="1985673956" sldId="269"/>
            <ac:picMk id="162" creationId="{2CF0C1A1-8C22-29FF-1718-F436AA8AA3B0}"/>
          </ac:picMkLst>
        </pc:picChg>
        <pc:picChg chg="mod">
          <ac:chgData name="Lalwani, Sunil" userId="95b0a425-4eed-4b84-a7cf-34664c131309" providerId="ADAL" clId="{CC5F0CBF-77A6-4739-8FF3-8FB7DAFF4AC8}" dt="2025-12-17T10:02:12.715" v="859"/>
          <ac:picMkLst>
            <pc:docMk/>
            <pc:sldMk cId="1985673956" sldId="269"/>
            <ac:picMk id="179" creationId="{A72C453B-D8C6-E921-EF4A-70C611110A44}"/>
          </ac:picMkLst>
        </pc:picChg>
        <pc:picChg chg="mod">
          <ac:chgData name="Lalwani, Sunil" userId="95b0a425-4eed-4b84-a7cf-34664c131309" providerId="ADAL" clId="{CC5F0CBF-77A6-4739-8FF3-8FB7DAFF4AC8}" dt="2025-12-17T10:02:12.715" v="859"/>
          <ac:picMkLst>
            <pc:docMk/>
            <pc:sldMk cId="1985673956" sldId="269"/>
            <ac:picMk id="187" creationId="{1B05B8CD-6F67-204D-B004-DDA0BF07E511}"/>
          </ac:picMkLst>
        </pc:picChg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0"/>
        </pc:sldMkLst>
      </pc:sldChg>
      <pc:sldChg chg="add">
        <pc:chgData name="Lalwani, Sunil" userId="95b0a425-4eed-4b84-a7cf-34664c131309" providerId="ADAL" clId="{CC5F0CBF-77A6-4739-8FF3-8FB7DAFF4AC8}" dt="2025-12-17T09:49:47.369" v="46"/>
        <pc:sldMkLst>
          <pc:docMk/>
          <pc:sldMk cId="2332438469" sldId="270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1"/>
        </pc:sldMkLst>
      </pc:sldChg>
      <pc:sldChg chg="add ord">
        <pc:chgData name="Lalwani, Sunil" userId="95b0a425-4eed-4b84-a7cf-34664c131309" providerId="ADAL" clId="{CC5F0CBF-77A6-4739-8FF3-8FB7DAFF4AC8}" dt="2025-12-17T09:49:47.819" v="49"/>
        <pc:sldMkLst>
          <pc:docMk/>
          <pc:sldMk cId="4177031481" sldId="271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2"/>
        </pc:sldMkLst>
      </pc:sldChg>
      <pc:sldChg chg="add del">
        <pc:chgData name="Lalwani, Sunil" userId="95b0a425-4eed-4b84-a7cf-34664c131309" providerId="ADAL" clId="{CC5F0CBF-77A6-4739-8FF3-8FB7DAFF4AC8}" dt="2025-12-17T09:49:58.521" v="63" actId="2696"/>
        <pc:sldMkLst>
          <pc:docMk/>
          <pc:sldMk cId="3677194993" sldId="272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3"/>
        </pc:sldMkLst>
      </pc:sldChg>
      <pc:sldChg chg="add ord">
        <pc:chgData name="Lalwani, Sunil" userId="95b0a425-4eed-4b84-a7cf-34664c131309" providerId="ADAL" clId="{CC5F0CBF-77A6-4739-8FF3-8FB7DAFF4AC8}" dt="2025-12-17T09:49:56.901" v="58"/>
        <pc:sldMkLst>
          <pc:docMk/>
          <pc:sldMk cId="3818976545" sldId="273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4"/>
        </pc:sldMkLst>
      </pc:sldChg>
      <pc:sldChg chg="add">
        <pc:chgData name="Lalwani, Sunil" userId="95b0a425-4eed-4b84-a7cf-34664c131309" providerId="ADAL" clId="{CC5F0CBF-77A6-4739-8FF3-8FB7DAFF4AC8}" dt="2025-12-17T09:49:57.470" v="59"/>
        <pc:sldMkLst>
          <pc:docMk/>
          <pc:sldMk cId="1971936131" sldId="274"/>
        </pc:sldMkLst>
      </pc:sldChg>
      <pc:sldChg chg="del">
        <pc:chgData name="Lalwani, Sunil" userId="95b0a425-4eed-4b84-a7cf-34664c131309" providerId="ADAL" clId="{CC5F0CBF-77A6-4739-8FF3-8FB7DAFF4AC8}" dt="2025-12-14T09:22:44.169" v="0" actId="47"/>
        <pc:sldMkLst>
          <pc:docMk/>
          <pc:sldMk cId="0" sldId="275"/>
        </pc:sldMkLst>
      </pc:sldChg>
      <pc:sldChg chg="add ord">
        <pc:chgData name="Lalwani, Sunil" userId="95b0a425-4eed-4b84-a7cf-34664c131309" providerId="ADAL" clId="{CC5F0CBF-77A6-4739-8FF3-8FB7DAFF4AC8}" dt="2025-12-17T09:49:58.094" v="62"/>
        <pc:sldMkLst>
          <pc:docMk/>
          <pc:sldMk cId="2941611839" sldId="275"/>
        </pc:sldMkLst>
      </pc:sldChg>
      <pc:sldChg chg="add del">
        <pc:chgData name="Lalwani, Sunil" userId="95b0a425-4eed-4b84-a7cf-34664c131309" providerId="ADAL" clId="{CC5F0CBF-77A6-4739-8FF3-8FB7DAFF4AC8}" dt="2025-12-17T09:50:09.751" v="76" actId="2696"/>
        <pc:sldMkLst>
          <pc:docMk/>
          <pc:sldMk cId="3261064985" sldId="276"/>
        </pc:sldMkLst>
      </pc:sldChg>
      <pc:sldChg chg="add ord">
        <pc:chgData name="Lalwani, Sunil" userId="95b0a425-4eed-4b84-a7cf-34664c131309" providerId="ADAL" clId="{CC5F0CBF-77A6-4739-8FF3-8FB7DAFF4AC8}" dt="2025-12-17T09:50:08.273" v="71"/>
        <pc:sldMkLst>
          <pc:docMk/>
          <pc:sldMk cId="1431400024" sldId="277"/>
        </pc:sldMkLst>
      </pc:sldChg>
      <pc:sldChg chg="add">
        <pc:chgData name="Lalwani, Sunil" userId="95b0a425-4eed-4b84-a7cf-34664c131309" providerId="ADAL" clId="{CC5F0CBF-77A6-4739-8FF3-8FB7DAFF4AC8}" dt="2025-12-17T09:50:08.852" v="72"/>
        <pc:sldMkLst>
          <pc:docMk/>
          <pc:sldMk cId="250608572" sldId="278"/>
        </pc:sldMkLst>
      </pc:sldChg>
      <pc:sldChg chg="add ord">
        <pc:chgData name="Lalwani, Sunil" userId="95b0a425-4eed-4b84-a7cf-34664c131309" providerId="ADAL" clId="{CC5F0CBF-77A6-4739-8FF3-8FB7DAFF4AC8}" dt="2025-12-17T09:50:09.320" v="75"/>
        <pc:sldMkLst>
          <pc:docMk/>
          <pc:sldMk cId="1953643244" sldId="279"/>
        </pc:sldMkLst>
      </pc:sldChg>
      <pc:sldChg chg="add del">
        <pc:chgData name="Lalwani, Sunil" userId="95b0a425-4eed-4b84-a7cf-34664c131309" providerId="ADAL" clId="{CC5F0CBF-77A6-4739-8FF3-8FB7DAFF4AC8}" dt="2025-12-17T09:50:21.060" v="97" actId="2696"/>
        <pc:sldMkLst>
          <pc:docMk/>
          <pc:sldMk cId="2734342365" sldId="280"/>
        </pc:sldMkLst>
      </pc:sldChg>
      <pc:sldChg chg="add ord">
        <pc:chgData name="Lalwani, Sunil" userId="95b0a425-4eed-4b84-a7cf-34664c131309" providerId="ADAL" clId="{CC5F0CBF-77A6-4739-8FF3-8FB7DAFF4AC8}" dt="2025-12-17T09:50:19.613" v="92"/>
        <pc:sldMkLst>
          <pc:docMk/>
          <pc:sldMk cId="2474837929" sldId="281"/>
        </pc:sldMkLst>
      </pc:sldChg>
      <pc:sldChg chg="add">
        <pc:chgData name="Lalwani, Sunil" userId="95b0a425-4eed-4b84-a7cf-34664c131309" providerId="ADAL" clId="{CC5F0CBF-77A6-4739-8FF3-8FB7DAFF4AC8}" dt="2025-12-17T09:50:20.169" v="93"/>
        <pc:sldMkLst>
          <pc:docMk/>
          <pc:sldMk cId="1606185216" sldId="282"/>
        </pc:sldMkLst>
      </pc:sldChg>
      <pc:sldChg chg="add ord">
        <pc:chgData name="Lalwani, Sunil" userId="95b0a425-4eed-4b84-a7cf-34664c131309" providerId="ADAL" clId="{CC5F0CBF-77A6-4739-8FF3-8FB7DAFF4AC8}" dt="2025-12-17T09:50:20.637" v="96"/>
        <pc:sldMkLst>
          <pc:docMk/>
          <pc:sldMk cId="1658774520" sldId="283"/>
        </pc:sldMkLst>
      </pc:sldChg>
      <pc:sldChg chg="add del">
        <pc:chgData name="Lalwani, Sunil" userId="95b0a425-4eed-4b84-a7cf-34664c131309" providerId="ADAL" clId="{CC5F0CBF-77A6-4739-8FF3-8FB7DAFF4AC8}" dt="2025-12-17T09:50:33.713" v="121" actId="2696"/>
        <pc:sldMkLst>
          <pc:docMk/>
          <pc:sldMk cId="1847847792" sldId="284"/>
        </pc:sldMkLst>
      </pc:sldChg>
      <pc:sldChg chg="add ord">
        <pc:chgData name="Lalwani, Sunil" userId="95b0a425-4eed-4b84-a7cf-34664c131309" providerId="ADAL" clId="{CC5F0CBF-77A6-4739-8FF3-8FB7DAFF4AC8}" dt="2025-12-17T09:50:32.241" v="116"/>
        <pc:sldMkLst>
          <pc:docMk/>
          <pc:sldMk cId="2603789939" sldId="285"/>
        </pc:sldMkLst>
      </pc:sldChg>
      <pc:sldChg chg="add">
        <pc:chgData name="Lalwani, Sunil" userId="95b0a425-4eed-4b84-a7cf-34664c131309" providerId="ADAL" clId="{CC5F0CBF-77A6-4739-8FF3-8FB7DAFF4AC8}" dt="2025-12-17T09:50:32.818" v="117"/>
        <pc:sldMkLst>
          <pc:docMk/>
          <pc:sldMk cId="1144368435" sldId="286"/>
        </pc:sldMkLst>
      </pc:sldChg>
      <pc:sldChg chg="add ord">
        <pc:chgData name="Lalwani, Sunil" userId="95b0a425-4eed-4b84-a7cf-34664c131309" providerId="ADAL" clId="{CC5F0CBF-77A6-4739-8FF3-8FB7DAFF4AC8}" dt="2025-12-17T09:50:33.271" v="120"/>
        <pc:sldMkLst>
          <pc:docMk/>
          <pc:sldMk cId="2807644458" sldId="287"/>
        </pc:sldMkLst>
      </pc:sldChg>
      <pc:sldChg chg="add del">
        <pc:chgData name="Lalwani, Sunil" userId="95b0a425-4eed-4b84-a7cf-34664c131309" providerId="ADAL" clId="{CC5F0CBF-77A6-4739-8FF3-8FB7DAFF4AC8}" dt="2025-12-17T09:50:45.217" v="134" actId="2696"/>
        <pc:sldMkLst>
          <pc:docMk/>
          <pc:sldMk cId="1519726491" sldId="288"/>
        </pc:sldMkLst>
      </pc:sldChg>
      <pc:sldChg chg="add ord">
        <pc:chgData name="Lalwani, Sunil" userId="95b0a425-4eed-4b84-a7cf-34664c131309" providerId="ADAL" clId="{CC5F0CBF-77A6-4739-8FF3-8FB7DAFF4AC8}" dt="2025-12-17T09:50:43.659" v="129"/>
        <pc:sldMkLst>
          <pc:docMk/>
          <pc:sldMk cId="2794122692" sldId="289"/>
        </pc:sldMkLst>
      </pc:sldChg>
      <pc:sldChg chg="add">
        <pc:chgData name="Lalwani, Sunil" userId="95b0a425-4eed-4b84-a7cf-34664c131309" providerId="ADAL" clId="{CC5F0CBF-77A6-4739-8FF3-8FB7DAFF4AC8}" dt="2025-12-17T09:50:44.252" v="130"/>
        <pc:sldMkLst>
          <pc:docMk/>
          <pc:sldMk cId="407455781" sldId="290"/>
        </pc:sldMkLst>
      </pc:sldChg>
      <pc:sldChg chg="add ord">
        <pc:chgData name="Lalwani, Sunil" userId="95b0a425-4eed-4b84-a7cf-34664c131309" providerId="ADAL" clId="{CC5F0CBF-77A6-4739-8FF3-8FB7DAFF4AC8}" dt="2025-12-17T09:50:44.767" v="133"/>
        <pc:sldMkLst>
          <pc:docMk/>
          <pc:sldMk cId="1841576533" sldId="291"/>
        </pc:sldMkLst>
      </pc:sldChg>
      <pc:sldChg chg="add del">
        <pc:chgData name="Lalwani, Sunil" userId="95b0a425-4eed-4b84-a7cf-34664c131309" providerId="ADAL" clId="{CC5F0CBF-77A6-4739-8FF3-8FB7DAFF4AC8}" dt="2025-12-17T09:50:56.783" v="147" actId="2696"/>
        <pc:sldMkLst>
          <pc:docMk/>
          <pc:sldMk cId="3710786872" sldId="292"/>
        </pc:sldMkLst>
      </pc:sldChg>
      <pc:sldChg chg="add ord">
        <pc:chgData name="Lalwani, Sunil" userId="95b0a425-4eed-4b84-a7cf-34664c131309" providerId="ADAL" clId="{CC5F0CBF-77A6-4739-8FF3-8FB7DAFF4AC8}" dt="2025-12-17T09:50:55.272" v="142"/>
        <pc:sldMkLst>
          <pc:docMk/>
          <pc:sldMk cId="591965517" sldId="293"/>
        </pc:sldMkLst>
      </pc:sldChg>
      <pc:sldChg chg="add">
        <pc:chgData name="Lalwani, Sunil" userId="95b0a425-4eed-4b84-a7cf-34664c131309" providerId="ADAL" clId="{CC5F0CBF-77A6-4739-8FF3-8FB7DAFF4AC8}" dt="2025-12-17T09:50:55.871" v="143"/>
        <pc:sldMkLst>
          <pc:docMk/>
          <pc:sldMk cId="1066406204" sldId="294"/>
        </pc:sldMkLst>
      </pc:sldChg>
      <pc:sldChg chg="add ord">
        <pc:chgData name="Lalwani, Sunil" userId="95b0a425-4eed-4b84-a7cf-34664c131309" providerId="ADAL" clId="{CC5F0CBF-77A6-4739-8FF3-8FB7DAFF4AC8}" dt="2025-12-17T09:50:56.335" v="146"/>
        <pc:sldMkLst>
          <pc:docMk/>
          <pc:sldMk cId="231574968" sldId="295"/>
        </pc:sldMkLst>
      </pc:sldChg>
      <pc:sldChg chg="add del">
        <pc:chgData name="Lalwani, Sunil" userId="95b0a425-4eed-4b84-a7cf-34664c131309" providerId="ADAL" clId="{CC5F0CBF-77A6-4739-8FF3-8FB7DAFF4AC8}" dt="2025-12-17T09:51:08.764" v="167" actId="2696"/>
        <pc:sldMkLst>
          <pc:docMk/>
          <pc:sldMk cId="50276667" sldId="296"/>
        </pc:sldMkLst>
      </pc:sldChg>
      <pc:sldChg chg="add ord">
        <pc:chgData name="Lalwani, Sunil" userId="95b0a425-4eed-4b84-a7cf-34664c131309" providerId="ADAL" clId="{CC5F0CBF-77A6-4739-8FF3-8FB7DAFF4AC8}" dt="2025-12-17T09:51:07.307" v="162"/>
        <pc:sldMkLst>
          <pc:docMk/>
          <pc:sldMk cId="3838013447" sldId="297"/>
        </pc:sldMkLst>
      </pc:sldChg>
      <pc:sldChg chg="add">
        <pc:chgData name="Lalwani, Sunil" userId="95b0a425-4eed-4b84-a7cf-34664c131309" providerId="ADAL" clId="{CC5F0CBF-77A6-4739-8FF3-8FB7DAFF4AC8}" dt="2025-12-17T09:51:07.875" v="163"/>
        <pc:sldMkLst>
          <pc:docMk/>
          <pc:sldMk cId="192387192" sldId="298"/>
        </pc:sldMkLst>
      </pc:sldChg>
      <pc:sldChg chg="add ord">
        <pc:chgData name="Lalwani, Sunil" userId="95b0a425-4eed-4b84-a7cf-34664c131309" providerId="ADAL" clId="{CC5F0CBF-77A6-4739-8FF3-8FB7DAFF4AC8}" dt="2025-12-17T09:51:08.348" v="166"/>
        <pc:sldMkLst>
          <pc:docMk/>
          <pc:sldMk cId="3875305305" sldId="299"/>
        </pc:sldMkLst>
      </pc:sldChg>
      <pc:sldChg chg="add del">
        <pc:chgData name="Lalwani, Sunil" userId="95b0a425-4eed-4b84-a7cf-34664c131309" providerId="ADAL" clId="{CC5F0CBF-77A6-4739-8FF3-8FB7DAFF4AC8}" dt="2025-12-17T09:51:22.340" v="191" actId="2696"/>
        <pc:sldMkLst>
          <pc:docMk/>
          <pc:sldMk cId="2320005333" sldId="300"/>
        </pc:sldMkLst>
      </pc:sldChg>
      <pc:sldChg chg="add ord">
        <pc:chgData name="Lalwani, Sunil" userId="95b0a425-4eed-4b84-a7cf-34664c131309" providerId="ADAL" clId="{CC5F0CBF-77A6-4739-8FF3-8FB7DAFF4AC8}" dt="2025-12-17T09:51:20.869" v="186"/>
        <pc:sldMkLst>
          <pc:docMk/>
          <pc:sldMk cId="2374993245" sldId="301"/>
        </pc:sldMkLst>
      </pc:sldChg>
      <pc:sldChg chg="add">
        <pc:chgData name="Lalwani, Sunil" userId="95b0a425-4eed-4b84-a7cf-34664c131309" providerId="ADAL" clId="{CC5F0CBF-77A6-4739-8FF3-8FB7DAFF4AC8}" dt="2025-12-17T09:51:21.446" v="187"/>
        <pc:sldMkLst>
          <pc:docMk/>
          <pc:sldMk cId="3256261721" sldId="302"/>
        </pc:sldMkLst>
      </pc:sldChg>
      <pc:sldChg chg="add ord">
        <pc:chgData name="Lalwani, Sunil" userId="95b0a425-4eed-4b84-a7cf-34664c131309" providerId="ADAL" clId="{CC5F0CBF-77A6-4739-8FF3-8FB7DAFF4AC8}" dt="2025-12-17T09:51:21.909" v="190"/>
        <pc:sldMkLst>
          <pc:docMk/>
          <pc:sldMk cId="9765857" sldId="303"/>
        </pc:sldMkLst>
      </pc:sldChg>
      <pc:sldChg chg="add del">
        <pc:chgData name="Lalwani, Sunil" userId="95b0a425-4eed-4b84-a7cf-34664c131309" providerId="ADAL" clId="{CC5F0CBF-77A6-4739-8FF3-8FB7DAFF4AC8}" dt="2025-12-17T09:51:34.094" v="204" actId="2696"/>
        <pc:sldMkLst>
          <pc:docMk/>
          <pc:sldMk cId="3038089704" sldId="304"/>
        </pc:sldMkLst>
      </pc:sldChg>
      <pc:sldChg chg="add ord">
        <pc:chgData name="Lalwani, Sunil" userId="95b0a425-4eed-4b84-a7cf-34664c131309" providerId="ADAL" clId="{CC5F0CBF-77A6-4739-8FF3-8FB7DAFF4AC8}" dt="2025-12-17T09:51:32.530" v="199"/>
        <pc:sldMkLst>
          <pc:docMk/>
          <pc:sldMk cId="2939006303" sldId="305"/>
        </pc:sldMkLst>
      </pc:sldChg>
      <pc:sldChg chg="add">
        <pc:chgData name="Lalwani, Sunil" userId="95b0a425-4eed-4b84-a7cf-34664c131309" providerId="ADAL" clId="{CC5F0CBF-77A6-4739-8FF3-8FB7DAFF4AC8}" dt="2025-12-17T09:51:33.101" v="200"/>
        <pc:sldMkLst>
          <pc:docMk/>
          <pc:sldMk cId="3801333233" sldId="306"/>
        </pc:sldMkLst>
      </pc:sldChg>
      <pc:sldChg chg="add ord">
        <pc:chgData name="Lalwani, Sunil" userId="95b0a425-4eed-4b84-a7cf-34664c131309" providerId="ADAL" clId="{CC5F0CBF-77A6-4739-8FF3-8FB7DAFF4AC8}" dt="2025-12-17T09:51:33.666" v="203"/>
        <pc:sldMkLst>
          <pc:docMk/>
          <pc:sldMk cId="927185447" sldId="307"/>
        </pc:sldMkLst>
      </pc:sldChg>
      <pc:sldChg chg="add del">
        <pc:chgData name="Lalwani, Sunil" userId="95b0a425-4eed-4b84-a7cf-34664c131309" providerId="ADAL" clId="{CC5F0CBF-77A6-4739-8FF3-8FB7DAFF4AC8}" dt="2025-12-17T09:51:46.517" v="217" actId="2696"/>
        <pc:sldMkLst>
          <pc:docMk/>
          <pc:sldMk cId="1525932510" sldId="308"/>
        </pc:sldMkLst>
      </pc:sldChg>
      <pc:sldChg chg="add ord">
        <pc:chgData name="Lalwani, Sunil" userId="95b0a425-4eed-4b84-a7cf-34664c131309" providerId="ADAL" clId="{CC5F0CBF-77A6-4739-8FF3-8FB7DAFF4AC8}" dt="2025-12-17T09:51:45.056" v="212"/>
        <pc:sldMkLst>
          <pc:docMk/>
          <pc:sldMk cId="1929212710" sldId="309"/>
        </pc:sldMkLst>
      </pc:sldChg>
      <pc:sldChg chg="add">
        <pc:chgData name="Lalwani, Sunil" userId="95b0a425-4eed-4b84-a7cf-34664c131309" providerId="ADAL" clId="{CC5F0CBF-77A6-4739-8FF3-8FB7DAFF4AC8}" dt="2025-12-17T09:51:45.601" v="213"/>
        <pc:sldMkLst>
          <pc:docMk/>
          <pc:sldMk cId="1854518602" sldId="310"/>
        </pc:sldMkLst>
      </pc:sldChg>
      <pc:sldChg chg="add ord">
        <pc:chgData name="Lalwani, Sunil" userId="95b0a425-4eed-4b84-a7cf-34664c131309" providerId="ADAL" clId="{CC5F0CBF-77A6-4739-8FF3-8FB7DAFF4AC8}" dt="2025-12-17T09:51:46.085" v="216"/>
        <pc:sldMkLst>
          <pc:docMk/>
          <pc:sldMk cId="3799814060" sldId="311"/>
        </pc:sldMkLst>
      </pc:sldChg>
      <pc:sldChg chg="add del">
        <pc:chgData name="Lalwani, Sunil" userId="95b0a425-4eed-4b84-a7cf-34664c131309" providerId="ADAL" clId="{CC5F0CBF-77A6-4739-8FF3-8FB7DAFF4AC8}" dt="2025-12-17T09:51:58.572" v="237" actId="2696"/>
        <pc:sldMkLst>
          <pc:docMk/>
          <pc:sldMk cId="2577192379" sldId="312"/>
        </pc:sldMkLst>
      </pc:sldChg>
      <pc:sldChg chg="add ord">
        <pc:chgData name="Lalwani, Sunil" userId="95b0a425-4eed-4b84-a7cf-34664c131309" providerId="ADAL" clId="{CC5F0CBF-77A6-4739-8FF3-8FB7DAFF4AC8}" dt="2025-12-17T09:51:57.100" v="232"/>
        <pc:sldMkLst>
          <pc:docMk/>
          <pc:sldMk cId="1038778695" sldId="313"/>
        </pc:sldMkLst>
      </pc:sldChg>
      <pc:sldChg chg="add">
        <pc:chgData name="Lalwani, Sunil" userId="95b0a425-4eed-4b84-a7cf-34664c131309" providerId="ADAL" clId="{CC5F0CBF-77A6-4739-8FF3-8FB7DAFF4AC8}" dt="2025-12-17T09:51:57.676" v="233"/>
        <pc:sldMkLst>
          <pc:docMk/>
          <pc:sldMk cId="283339828" sldId="314"/>
        </pc:sldMkLst>
      </pc:sldChg>
      <pc:sldChg chg="add ord">
        <pc:chgData name="Lalwani, Sunil" userId="95b0a425-4eed-4b84-a7cf-34664c131309" providerId="ADAL" clId="{CC5F0CBF-77A6-4739-8FF3-8FB7DAFF4AC8}" dt="2025-12-17T09:51:58.142" v="236"/>
        <pc:sldMkLst>
          <pc:docMk/>
          <pc:sldMk cId="3854637910" sldId="315"/>
        </pc:sldMkLst>
      </pc:sldChg>
      <pc:sldChg chg="add del">
        <pc:chgData name="Lalwani, Sunil" userId="95b0a425-4eed-4b84-a7cf-34664c131309" providerId="ADAL" clId="{CC5F0CBF-77A6-4739-8FF3-8FB7DAFF4AC8}" dt="2025-12-17T09:52:13.355" v="261" actId="2696"/>
        <pc:sldMkLst>
          <pc:docMk/>
          <pc:sldMk cId="601007296" sldId="316"/>
        </pc:sldMkLst>
      </pc:sldChg>
      <pc:sldChg chg="add ord">
        <pc:chgData name="Lalwani, Sunil" userId="95b0a425-4eed-4b84-a7cf-34664c131309" providerId="ADAL" clId="{CC5F0CBF-77A6-4739-8FF3-8FB7DAFF4AC8}" dt="2025-12-17T09:52:11.895" v="256"/>
        <pc:sldMkLst>
          <pc:docMk/>
          <pc:sldMk cId="2948824747" sldId="317"/>
        </pc:sldMkLst>
      </pc:sldChg>
      <pc:sldChg chg="add">
        <pc:chgData name="Lalwani, Sunil" userId="95b0a425-4eed-4b84-a7cf-34664c131309" providerId="ADAL" clId="{CC5F0CBF-77A6-4739-8FF3-8FB7DAFF4AC8}" dt="2025-12-17T09:52:12.438" v="257"/>
        <pc:sldMkLst>
          <pc:docMk/>
          <pc:sldMk cId="3403234505" sldId="318"/>
        </pc:sldMkLst>
      </pc:sldChg>
      <pc:sldChg chg="add ord">
        <pc:chgData name="Lalwani, Sunil" userId="95b0a425-4eed-4b84-a7cf-34664c131309" providerId="ADAL" clId="{CC5F0CBF-77A6-4739-8FF3-8FB7DAFF4AC8}" dt="2025-12-17T09:52:12.905" v="260"/>
        <pc:sldMkLst>
          <pc:docMk/>
          <pc:sldMk cId="2448263653" sldId="319"/>
        </pc:sldMkLst>
      </pc:sldChg>
      <pc:sldChg chg="add del">
        <pc:chgData name="Lalwani, Sunil" userId="95b0a425-4eed-4b84-a7cf-34664c131309" providerId="ADAL" clId="{CC5F0CBF-77A6-4739-8FF3-8FB7DAFF4AC8}" dt="2025-12-17T09:52:25.380" v="274" actId="2696"/>
        <pc:sldMkLst>
          <pc:docMk/>
          <pc:sldMk cId="2592618630" sldId="320"/>
        </pc:sldMkLst>
      </pc:sldChg>
      <pc:sldChg chg="add ord">
        <pc:chgData name="Lalwani, Sunil" userId="95b0a425-4eed-4b84-a7cf-34664c131309" providerId="ADAL" clId="{CC5F0CBF-77A6-4739-8FF3-8FB7DAFF4AC8}" dt="2025-12-17T09:52:23.887" v="269"/>
        <pc:sldMkLst>
          <pc:docMk/>
          <pc:sldMk cId="759863096" sldId="321"/>
        </pc:sldMkLst>
      </pc:sldChg>
      <pc:sldChg chg="add">
        <pc:chgData name="Lalwani, Sunil" userId="95b0a425-4eed-4b84-a7cf-34664c131309" providerId="ADAL" clId="{CC5F0CBF-77A6-4739-8FF3-8FB7DAFF4AC8}" dt="2025-12-17T09:52:24.445" v="270"/>
        <pc:sldMkLst>
          <pc:docMk/>
          <pc:sldMk cId="2757578207" sldId="322"/>
        </pc:sldMkLst>
      </pc:sldChg>
      <pc:sldChg chg="add ord">
        <pc:chgData name="Lalwani, Sunil" userId="95b0a425-4eed-4b84-a7cf-34664c131309" providerId="ADAL" clId="{CC5F0CBF-77A6-4739-8FF3-8FB7DAFF4AC8}" dt="2025-12-17T09:52:24.947" v="273"/>
        <pc:sldMkLst>
          <pc:docMk/>
          <pc:sldMk cId="3432913508" sldId="323"/>
        </pc:sldMkLst>
      </pc:sldChg>
      <pc:sldChg chg="add del">
        <pc:chgData name="Lalwani, Sunil" userId="95b0a425-4eed-4b84-a7cf-34664c131309" providerId="ADAL" clId="{CC5F0CBF-77A6-4739-8FF3-8FB7DAFF4AC8}" dt="2025-12-17T09:52:37.194" v="287" actId="2696"/>
        <pc:sldMkLst>
          <pc:docMk/>
          <pc:sldMk cId="2328191328" sldId="324"/>
        </pc:sldMkLst>
      </pc:sldChg>
      <pc:sldChg chg="add ord">
        <pc:chgData name="Lalwani, Sunil" userId="95b0a425-4eed-4b84-a7cf-34664c131309" providerId="ADAL" clId="{CC5F0CBF-77A6-4739-8FF3-8FB7DAFF4AC8}" dt="2025-12-17T09:52:35.724" v="282"/>
        <pc:sldMkLst>
          <pc:docMk/>
          <pc:sldMk cId="16653157" sldId="325"/>
        </pc:sldMkLst>
      </pc:sldChg>
      <pc:sldChg chg="add">
        <pc:chgData name="Lalwani, Sunil" userId="95b0a425-4eed-4b84-a7cf-34664c131309" providerId="ADAL" clId="{CC5F0CBF-77A6-4739-8FF3-8FB7DAFF4AC8}" dt="2025-12-17T09:52:36.287" v="283"/>
        <pc:sldMkLst>
          <pc:docMk/>
          <pc:sldMk cId="4036663333" sldId="326"/>
        </pc:sldMkLst>
      </pc:sldChg>
      <pc:sldChg chg="add ord">
        <pc:chgData name="Lalwani, Sunil" userId="95b0a425-4eed-4b84-a7cf-34664c131309" providerId="ADAL" clId="{CC5F0CBF-77A6-4739-8FF3-8FB7DAFF4AC8}" dt="2025-12-17T09:52:36.768" v="286"/>
        <pc:sldMkLst>
          <pc:docMk/>
          <pc:sldMk cId="2732888778" sldId="327"/>
        </pc:sldMkLst>
      </pc:sldChg>
      <pc:sldChg chg="add del">
        <pc:chgData name="Lalwani, Sunil" userId="95b0a425-4eed-4b84-a7cf-34664c131309" providerId="ADAL" clId="{CC5F0CBF-77A6-4739-8FF3-8FB7DAFF4AC8}" dt="2025-12-17T09:52:50.779" v="307" actId="2696"/>
        <pc:sldMkLst>
          <pc:docMk/>
          <pc:sldMk cId="806195249" sldId="328"/>
        </pc:sldMkLst>
      </pc:sldChg>
      <pc:sldChg chg="add ord">
        <pc:chgData name="Lalwani, Sunil" userId="95b0a425-4eed-4b84-a7cf-34664c131309" providerId="ADAL" clId="{CC5F0CBF-77A6-4739-8FF3-8FB7DAFF4AC8}" dt="2025-12-17T09:52:49.305" v="302"/>
        <pc:sldMkLst>
          <pc:docMk/>
          <pc:sldMk cId="907941089" sldId="329"/>
        </pc:sldMkLst>
      </pc:sldChg>
      <pc:sldChg chg="add">
        <pc:chgData name="Lalwani, Sunil" userId="95b0a425-4eed-4b84-a7cf-34664c131309" providerId="ADAL" clId="{CC5F0CBF-77A6-4739-8FF3-8FB7DAFF4AC8}" dt="2025-12-17T09:52:49.870" v="303"/>
        <pc:sldMkLst>
          <pc:docMk/>
          <pc:sldMk cId="516520266" sldId="330"/>
        </pc:sldMkLst>
      </pc:sldChg>
      <pc:sldChg chg="add ord">
        <pc:chgData name="Lalwani, Sunil" userId="95b0a425-4eed-4b84-a7cf-34664c131309" providerId="ADAL" clId="{CC5F0CBF-77A6-4739-8FF3-8FB7DAFF4AC8}" dt="2025-12-17T09:52:50.348" v="306"/>
        <pc:sldMkLst>
          <pc:docMk/>
          <pc:sldMk cId="41628163" sldId="331"/>
        </pc:sldMkLst>
      </pc:sldChg>
      <pc:sldChg chg="add del">
        <pc:chgData name="Lalwani, Sunil" userId="95b0a425-4eed-4b84-a7cf-34664c131309" providerId="ADAL" clId="{CC5F0CBF-77A6-4739-8FF3-8FB7DAFF4AC8}" dt="2025-12-17T09:53:05.138" v="331" actId="2696"/>
        <pc:sldMkLst>
          <pc:docMk/>
          <pc:sldMk cId="3442525512" sldId="332"/>
        </pc:sldMkLst>
      </pc:sldChg>
      <pc:sldChg chg="add ord">
        <pc:chgData name="Lalwani, Sunil" userId="95b0a425-4eed-4b84-a7cf-34664c131309" providerId="ADAL" clId="{CC5F0CBF-77A6-4739-8FF3-8FB7DAFF4AC8}" dt="2025-12-17T09:53:03.686" v="326"/>
        <pc:sldMkLst>
          <pc:docMk/>
          <pc:sldMk cId="892980121" sldId="333"/>
        </pc:sldMkLst>
      </pc:sldChg>
      <pc:sldChg chg="add">
        <pc:chgData name="Lalwani, Sunil" userId="95b0a425-4eed-4b84-a7cf-34664c131309" providerId="ADAL" clId="{CC5F0CBF-77A6-4739-8FF3-8FB7DAFF4AC8}" dt="2025-12-17T09:53:04.260" v="327"/>
        <pc:sldMkLst>
          <pc:docMk/>
          <pc:sldMk cId="292907214" sldId="334"/>
        </pc:sldMkLst>
      </pc:sldChg>
      <pc:sldChg chg="add ord">
        <pc:chgData name="Lalwani, Sunil" userId="95b0a425-4eed-4b84-a7cf-34664c131309" providerId="ADAL" clId="{CC5F0CBF-77A6-4739-8FF3-8FB7DAFF4AC8}" dt="2025-12-17T09:53:04.718" v="330"/>
        <pc:sldMkLst>
          <pc:docMk/>
          <pc:sldMk cId="1302113871" sldId="335"/>
        </pc:sldMkLst>
      </pc:sldChg>
      <pc:sldChg chg="add del">
        <pc:chgData name="Lalwani, Sunil" userId="95b0a425-4eed-4b84-a7cf-34664c131309" providerId="ADAL" clId="{CC5F0CBF-77A6-4739-8FF3-8FB7DAFF4AC8}" dt="2025-12-17T09:53:17.965" v="344" actId="2696"/>
        <pc:sldMkLst>
          <pc:docMk/>
          <pc:sldMk cId="1856561590" sldId="336"/>
        </pc:sldMkLst>
      </pc:sldChg>
      <pc:sldChg chg="add ord">
        <pc:chgData name="Lalwani, Sunil" userId="95b0a425-4eed-4b84-a7cf-34664c131309" providerId="ADAL" clId="{CC5F0CBF-77A6-4739-8FF3-8FB7DAFF4AC8}" dt="2025-12-17T09:53:16.422" v="339"/>
        <pc:sldMkLst>
          <pc:docMk/>
          <pc:sldMk cId="1402176187" sldId="337"/>
        </pc:sldMkLst>
      </pc:sldChg>
      <pc:sldChg chg="add">
        <pc:chgData name="Lalwani, Sunil" userId="95b0a425-4eed-4b84-a7cf-34664c131309" providerId="ADAL" clId="{CC5F0CBF-77A6-4739-8FF3-8FB7DAFF4AC8}" dt="2025-12-17T09:53:16.998" v="340"/>
        <pc:sldMkLst>
          <pc:docMk/>
          <pc:sldMk cId="42904016" sldId="338"/>
        </pc:sldMkLst>
      </pc:sldChg>
      <pc:sldChg chg="add ord">
        <pc:chgData name="Lalwani, Sunil" userId="95b0a425-4eed-4b84-a7cf-34664c131309" providerId="ADAL" clId="{CC5F0CBF-77A6-4739-8FF3-8FB7DAFF4AC8}" dt="2025-12-17T09:53:17.532" v="343"/>
        <pc:sldMkLst>
          <pc:docMk/>
          <pc:sldMk cId="318340884" sldId="339"/>
        </pc:sldMkLst>
      </pc:sldChg>
      <pc:sldChg chg="add del">
        <pc:chgData name="Lalwani, Sunil" userId="95b0a425-4eed-4b84-a7cf-34664c131309" providerId="ADAL" clId="{CC5F0CBF-77A6-4739-8FF3-8FB7DAFF4AC8}" dt="2025-12-17T09:53:31.874" v="357" actId="2696"/>
        <pc:sldMkLst>
          <pc:docMk/>
          <pc:sldMk cId="1640025999" sldId="340"/>
        </pc:sldMkLst>
      </pc:sldChg>
      <pc:sldChg chg="add ord">
        <pc:chgData name="Lalwani, Sunil" userId="95b0a425-4eed-4b84-a7cf-34664c131309" providerId="ADAL" clId="{CC5F0CBF-77A6-4739-8FF3-8FB7DAFF4AC8}" dt="2025-12-17T09:53:30.397" v="352"/>
        <pc:sldMkLst>
          <pc:docMk/>
          <pc:sldMk cId="2544591472" sldId="341"/>
        </pc:sldMkLst>
      </pc:sldChg>
      <pc:sldChg chg="add">
        <pc:chgData name="Lalwani, Sunil" userId="95b0a425-4eed-4b84-a7cf-34664c131309" providerId="ADAL" clId="{CC5F0CBF-77A6-4739-8FF3-8FB7DAFF4AC8}" dt="2025-12-17T09:53:30.981" v="353"/>
        <pc:sldMkLst>
          <pc:docMk/>
          <pc:sldMk cId="3161593924" sldId="342"/>
        </pc:sldMkLst>
      </pc:sldChg>
      <pc:sldChg chg="add ord">
        <pc:chgData name="Lalwani, Sunil" userId="95b0a425-4eed-4b84-a7cf-34664c131309" providerId="ADAL" clId="{CC5F0CBF-77A6-4739-8FF3-8FB7DAFF4AC8}" dt="2025-12-17T09:53:31.436" v="356"/>
        <pc:sldMkLst>
          <pc:docMk/>
          <pc:sldMk cId="1941632299" sldId="343"/>
        </pc:sldMkLst>
      </pc:sldChg>
      <pc:sldChg chg="add del">
        <pc:chgData name="Lalwani, Sunil" userId="95b0a425-4eed-4b84-a7cf-34664c131309" providerId="ADAL" clId="{CC5F0CBF-77A6-4739-8FF3-8FB7DAFF4AC8}" dt="2025-12-17T09:53:45.867" v="376" actId="2696"/>
        <pc:sldMkLst>
          <pc:docMk/>
          <pc:sldMk cId="711651293" sldId="344"/>
        </pc:sldMkLst>
      </pc:sldChg>
      <pc:sldChg chg="add ord">
        <pc:chgData name="Lalwani, Sunil" userId="95b0a425-4eed-4b84-a7cf-34664c131309" providerId="ADAL" clId="{CC5F0CBF-77A6-4739-8FF3-8FB7DAFF4AC8}" dt="2025-12-17T09:53:44.401" v="371"/>
        <pc:sldMkLst>
          <pc:docMk/>
          <pc:sldMk cId="1578832901" sldId="345"/>
        </pc:sldMkLst>
      </pc:sldChg>
      <pc:sldChg chg="add">
        <pc:chgData name="Lalwani, Sunil" userId="95b0a425-4eed-4b84-a7cf-34664c131309" providerId="ADAL" clId="{CC5F0CBF-77A6-4739-8FF3-8FB7DAFF4AC8}" dt="2025-12-17T09:53:44.970" v="372"/>
        <pc:sldMkLst>
          <pc:docMk/>
          <pc:sldMk cId="2870217327" sldId="346"/>
        </pc:sldMkLst>
      </pc:sldChg>
      <pc:sldChg chg="add ord">
        <pc:chgData name="Lalwani, Sunil" userId="95b0a425-4eed-4b84-a7cf-34664c131309" providerId="ADAL" clId="{CC5F0CBF-77A6-4739-8FF3-8FB7DAFF4AC8}" dt="2025-12-17T09:53:45.435" v="375"/>
        <pc:sldMkLst>
          <pc:docMk/>
          <pc:sldMk cId="631433482" sldId="347"/>
        </pc:sldMkLst>
      </pc:sldChg>
      <pc:sldChg chg="add del">
        <pc:chgData name="Lalwani, Sunil" userId="95b0a425-4eed-4b84-a7cf-34664c131309" providerId="ADAL" clId="{CC5F0CBF-77A6-4739-8FF3-8FB7DAFF4AC8}" dt="2025-12-17T09:54:00.773" v="400" actId="2696"/>
        <pc:sldMkLst>
          <pc:docMk/>
          <pc:sldMk cId="2408837456" sldId="348"/>
        </pc:sldMkLst>
      </pc:sldChg>
      <pc:sldChg chg="add ord">
        <pc:chgData name="Lalwani, Sunil" userId="95b0a425-4eed-4b84-a7cf-34664c131309" providerId="ADAL" clId="{CC5F0CBF-77A6-4739-8FF3-8FB7DAFF4AC8}" dt="2025-12-17T09:53:59.316" v="395"/>
        <pc:sldMkLst>
          <pc:docMk/>
          <pc:sldMk cId="1426431093" sldId="349"/>
        </pc:sldMkLst>
      </pc:sldChg>
      <pc:sldChg chg="add">
        <pc:chgData name="Lalwani, Sunil" userId="95b0a425-4eed-4b84-a7cf-34664c131309" providerId="ADAL" clId="{CC5F0CBF-77A6-4739-8FF3-8FB7DAFF4AC8}" dt="2025-12-17T09:53:59.874" v="396"/>
        <pc:sldMkLst>
          <pc:docMk/>
          <pc:sldMk cId="3103729951" sldId="350"/>
        </pc:sldMkLst>
      </pc:sldChg>
      <pc:sldChg chg="add ord">
        <pc:chgData name="Lalwani, Sunil" userId="95b0a425-4eed-4b84-a7cf-34664c131309" providerId="ADAL" clId="{CC5F0CBF-77A6-4739-8FF3-8FB7DAFF4AC8}" dt="2025-12-17T09:54:00.344" v="399"/>
        <pc:sldMkLst>
          <pc:docMk/>
          <pc:sldMk cId="3917140067" sldId="351"/>
        </pc:sldMkLst>
      </pc:sldChg>
      <pc:sldChg chg="add del">
        <pc:chgData name="Lalwani, Sunil" userId="95b0a425-4eed-4b84-a7cf-34664c131309" providerId="ADAL" clId="{CC5F0CBF-77A6-4739-8FF3-8FB7DAFF4AC8}" dt="2025-12-17T09:54:16.340" v="413" actId="2696"/>
        <pc:sldMkLst>
          <pc:docMk/>
          <pc:sldMk cId="147908419" sldId="352"/>
        </pc:sldMkLst>
      </pc:sldChg>
      <pc:sldChg chg="add ord">
        <pc:chgData name="Lalwani, Sunil" userId="95b0a425-4eed-4b84-a7cf-34664c131309" providerId="ADAL" clId="{CC5F0CBF-77A6-4739-8FF3-8FB7DAFF4AC8}" dt="2025-12-17T09:54:14.761" v="408"/>
        <pc:sldMkLst>
          <pc:docMk/>
          <pc:sldMk cId="1305564196" sldId="353"/>
        </pc:sldMkLst>
      </pc:sldChg>
      <pc:sldChg chg="add">
        <pc:chgData name="Lalwani, Sunil" userId="95b0a425-4eed-4b84-a7cf-34664c131309" providerId="ADAL" clId="{CC5F0CBF-77A6-4739-8FF3-8FB7DAFF4AC8}" dt="2025-12-17T09:54:15.303" v="409"/>
        <pc:sldMkLst>
          <pc:docMk/>
          <pc:sldMk cId="683974110" sldId="354"/>
        </pc:sldMkLst>
      </pc:sldChg>
      <pc:sldChg chg="add ord">
        <pc:chgData name="Lalwani, Sunil" userId="95b0a425-4eed-4b84-a7cf-34664c131309" providerId="ADAL" clId="{CC5F0CBF-77A6-4739-8FF3-8FB7DAFF4AC8}" dt="2025-12-17T09:54:15.894" v="412"/>
        <pc:sldMkLst>
          <pc:docMk/>
          <pc:sldMk cId="4161987446" sldId="355"/>
        </pc:sldMkLst>
      </pc:sldChg>
      <pc:sldChg chg="add del">
        <pc:chgData name="Lalwani, Sunil" userId="95b0a425-4eed-4b84-a7cf-34664c131309" providerId="ADAL" clId="{CC5F0CBF-77A6-4739-8FF3-8FB7DAFF4AC8}" dt="2025-12-17T09:54:28.901" v="426" actId="2696"/>
        <pc:sldMkLst>
          <pc:docMk/>
          <pc:sldMk cId="3327388734" sldId="356"/>
        </pc:sldMkLst>
      </pc:sldChg>
      <pc:sldChg chg="add ord">
        <pc:chgData name="Lalwani, Sunil" userId="95b0a425-4eed-4b84-a7cf-34664c131309" providerId="ADAL" clId="{CC5F0CBF-77A6-4739-8FF3-8FB7DAFF4AC8}" dt="2025-12-17T09:54:27.439" v="421"/>
        <pc:sldMkLst>
          <pc:docMk/>
          <pc:sldMk cId="1140780105" sldId="357"/>
        </pc:sldMkLst>
      </pc:sldChg>
      <pc:sldChg chg="add">
        <pc:chgData name="Lalwani, Sunil" userId="95b0a425-4eed-4b84-a7cf-34664c131309" providerId="ADAL" clId="{CC5F0CBF-77A6-4739-8FF3-8FB7DAFF4AC8}" dt="2025-12-17T09:54:27.984" v="422"/>
        <pc:sldMkLst>
          <pc:docMk/>
          <pc:sldMk cId="3669671998" sldId="358"/>
        </pc:sldMkLst>
      </pc:sldChg>
      <pc:sldChg chg="add ord">
        <pc:chgData name="Lalwani, Sunil" userId="95b0a425-4eed-4b84-a7cf-34664c131309" providerId="ADAL" clId="{CC5F0CBF-77A6-4739-8FF3-8FB7DAFF4AC8}" dt="2025-12-17T09:54:28.468" v="425"/>
        <pc:sldMkLst>
          <pc:docMk/>
          <pc:sldMk cId="2954233807" sldId="359"/>
        </pc:sldMkLst>
      </pc:sldChg>
      <pc:sldChg chg="add del">
        <pc:chgData name="Lalwani, Sunil" userId="95b0a425-4eed-4b84-a7cf-34664c131309" providerId="ADAL" clId="{CC5F0CBF-77A6-4739-8FF3-8FB7DAFF4AC8}" dt="2025-12-17T09:54:43.208" v="444" actId="2696"/>
        <pc:sldMkLst>
          <pc:docMk/>
          <pc:sldMk cId="2262610458" sldId="360"/>
        </pc:sldMkLst>
      </pc:sldChg>
      <pc:sldChg chg="add ord">
        <pc:chgData name="Lalwani, Sunil" userId="95b0a425-4eed-4b84-a7cf-34664c131309" providerId="ADAL" clId="{CC5F0CBF-77A6-4739-8FF3-8FB7DAFF4AC8}" dt="2025-12-17T09:54:41.670" v="439"/>
        <pc:sldMkLst>
          <pc:docMk/>
          <pc:sldMk cId="3661682959" sldId="361"/>
        </pc:sldMkLst>
      </pc:sldChg>
      <pc:sldChg chg="add">
        <pc:chgData name="Lalwani, Sunil" userId="95b0a425-4eed-4b84-a7cf-34664c131309" providerId="ADAL" clId="{CC5F0CBF-77A6-4739-8FF3-8FB7DAFF4AC8}" dt="2025-12-17T09:54:42.290" v="440"/>
        <pc:sldMkLst>
          <pc:docMk/>
          <pc:sldMk cId="3100192387" sldId="362"/>
        </pc:sldMkLst>
      </pc:sldChg>
      <pc:sldChg chg="add ord">
        <pc:chgData name="Lalwani, Sunil" userId="95b0a425-4eed-4b84-a7cf-34664c131309" providerId="ADAL" clId="{CC5F0CBF-77A6-4739-8FF3-8FB7DAFF4AC8}" dt="2025-12-17T09:54:42.761" v="443"/>
        <pc:sldMkLst>
          <pc:docMk/>
          <pc:sldMk cId="3178097679" sldId="363"/>
        </pc:sldMkLst>
      </pc:sldChg>
      <pc:sldChg chg="add del">
        <pc:chgData name="Lalwani, Sunil" userId="95b0a425-4eed-4b84-a7cf-34664c131309" providerId="ADAL" clId="{CC5F0CBF-77A6-4739-8FF3-8FB7DAFF4AC8}" dt="2025-12-17T09:54:59.131" v="468" actId="2696"/>
        <pc:sldMkLst>
          <pc:docMk/>
          <pc:sldMk cId="916275109" sldId="364"/>
        </pc:sldMkLst>
      </pc:sldChg>
      <pc:sldChg chg="add ord">
        <pc:chgData name="Lalwani, Sunil" userId="95b0a425-4eed-4b84-a7cf-34664c131309" providerId="ADAL" clId="{CC5F0CBF-77A6-4739-8FF3-8FB7DAFF4AC8}" dt="2025-12-17T09:54:57.658" v="463"/>
        <pc:sldMkLst>
          <pc:docMk/>
          <pc:sldMk cId="472390310" sldId="365"/>
        </pc:sldMkLst>
      </pc:sldChg>
      <pc:sldChg chg="add">
        <pc:chgData name="Lalwani, Sunil" userId="95b0a425-4eed-4b84-a7cf-34664c131309" providerId="ADAL" clId="{CC5F0CBF-77A6-4739-8FF3-8FB7DAFF4AC8}" dt="2025-12-17T09:54:58.236" v="464"/>
        <pc:sldMkLst>
          <pc:docMk/>
          <pc:sldMk cId="1530013589" sldId="366"/>
        </pc:sldMkLst>
      </pc:sldChg>
      <pc:sldChg chg="add ord">
        <pc:chgData name="Lalwani, Sunil" userId="95b0a425-4eed-4b84-a7cf-34664c131309" providerId="ADAL" clId="{CC5F0CBF-77A6-4739-8FF3-8FB7DAFF4AC8}" dt="2025-12-17T09:54:58.709" v="467"/>
        <pc:sldMkLst>
          <pc:docMk/>
          <pc:sldMk cId="542690688" sldId="367"/>
        </pc:sldMkLst>
      </pc:sldChg>
      <pc:sldChg chg="add del">
        <pc:chgData name="Lalwani, Sunil" userId="95b0a425-4eed-4b84-a7cf-34664c131309" providerId="ADAL" clId="{CC5F0CBF-77A6-4739-8FF3-8FB7DAFF4AC8}" dt="2025-12-17T09:55:13.199" v="481" actId="2696"/>
        <pc:sldMkLst>
          <pc:docMk/>
          <pc:sldMk cId="2690996056" sldId="368"/>
        </pc:sldMkLst>
      </pc:sldChg>
      <pc:sldChg chg="add ord">
        <pc:chgData name="Lalwani, Sunil" userId="95b0a425-4eed-4b84-a7cf-34664c131309" providerId="ADAL" clId="{CC5F0CBF-77A6-4739-8FF3-8FB7DAFF4AC8}" dt="2025-12-17T09:55:11.705" v="476"/>
        <pc:sldMkLst>
          <pc:docMk/>
          <pc:sldMk cId="1473430119" sldId="369"/>
        </pc:sldMkLst>
      </pc:sldChg>
      <pc:sldChg chg="add">
        <pc:chgData name="Lalwani, Sunil" userId="95b0a425-4eed-4b84-a7cf-34664c131309" providerId="ADAL" clId="{CC5F0CBF-77A6-4739-8FF3-8FB7DAFF4AC8}" dt="2025-12-17T09:55:12.277" v="477"/>
        <pc:sldMkLst>
          <pc:docMk/>
          <pc:sldMk cId="959296011" sldId="370"/>
        </pc:sldMkLst>
      </pc:sldChg>
      <pc:sldChg chg="add ord">
        <pc:chgData name="Lalwani, Sunil" userId="95b0a425-4eed-4b84-a7cf-34664c131309" providerId="ADAL" clId="{CC5F0CBF-77A6-4739-8FF3-8FB7DAFF4AC8}" dt="2025-12-17T09:55:12.789" v="480"/>
        <pc:sldMkLst>
          <pc:docMk/>
          <pc:sldMk cId="3350784114" sldId="371"/>
        </pc:sldMkLst>
      </pc:sldChg>
      <pc:sldChg chg="add del">
        <pc:chgData name="Lalwani, Sunil" userId="95b0a425-4eed-4b84-a7cf-34664c131309" providerId="ADAL" clId="{CC5F0CBF-77A6-4739-8FF3-8FB7DAFF4AC8}" dt="2025-12-17T09:55:27.236" v="494" actId="2696"/>
        <pc:sldMkLst>
          <pc:docMk/>
          <pc:sldMk cId="3227690055" sldId="372"/>
        </pc:sldMkLst>
      </pc:sldChg>
      <pc:sldChg chg="add ord">
        <pc:chgData name="Lalwani, Sunil" userId="95b0a425-4eed-4b84-a7cf-34664c131309" providerId="ADAL" clId="{CC5F0CBF-77A6-4739-8FF3-8FB7DAFF4AC8}" dt="2025-12-17T09:55:25.774" v="489"/>
        <pc:sldMkLst>
          <pc:docMk/>
          <pc:sldMk cId="466391261" sldId="373"/>
        </pc:sldMkLst>
      </pc:sldChg>
      <pc:sldChg chg="add">
        <pc:chgData name="Lalwani, Sunil" userId="95b0a425-4eed-4b84-a7cf-34664c131309" providerId="ADAL" clId="{CC5F0CBF-77A6-4739-8FF3-8FB7DAFF4AC8}" dt="2025-12-17T09:55:26.343" v="490"/>
        <pc:sldMkLst>
          <pc:docMk/>
          <pc:sldMk cId="870692970" sldId="374"/>
        </pc:sldMkLst>
      </pc:sldChg>
      <pc:sldChg chg="add ord">
        <pc:chgData name="Lalwani, Sunil" userId="95b0a425-4eed-4b84-a7cf-34664c131309" providerId="ADAL" clId="{CC5F0CBF-77A6-4739-8FF3-8FB7DAFF4AC8}" dt="2025-12-17T09:55:26.801" v="493"/>
        <pc:sldMkLst>
          <pc:docMk/>
          <pc:sldMk cId="2060129355" sldId="375"/>
        </pc:sldMkLst>
      </pc:sldChg>
      <pc:sldChg chg="add del">
        <pc:chgData name="Lalwani, Sunil" userId="95b0a425-4eed-4b84-a7cf-34664c131309" providerId="ADAL" clId="{CC5F0CBF-77A6-4739-8FF3-8FB7DAFF4AC8}" dt="2025-12-17T09:55:40.893" v="512" actId="2696"/>
        <pc:sldMkLst>
          <pc:docMk/>
          <pc:sldMk cId="2250000138" sldId="376"/>
        </pc:sldMkLst>
      </pc:sldChg>
      <pc:sldChg chg="add ord">
        <pc:chgData name="Lalwani, Sunil" userId="95b0a425-4eed-4b84-a7cf-34664c131309" providerId="ADAL" clId="{CC5F0CBF-77A6-4739-8FF3-8FB7DAFF4AC8}" dt="2025-12-17T09:55:39.420" v="507"/>
        <pc:sldMkLst>
          <pc:docMk/>
          <pc:sldMk cId="679194051" sldId="377"/>
        </pc:sldMkLst>
      </pc:sldChg>
      <pc:sldChg chg="add">
        <pc:chgData name="Lalwani, Sunil" userId="95b0a425-4eed-4b84-a7cf-34664c131309" providerId="ADAL" clId="{CC5F0CBF-77A6-4739-8FF3-8FB7DAFF4AC8}" dt="2025-12-17T09:55:39.999" v="508"/>
        <pc:sldMkLst>
          <pc:docMk/>
          <pc:sldMk cId="2456357831" sldId="378"/>
        </pc:sldMkLst>
      </pc:sldChg>
      <pc:sldChg chg="add ord">
        <pc:chgData name="Lalwani, Sunil" userId="95b0a425-4eed-4b84-a7cf-34664c131309" providerId="ADAL" clId="{CC5F0CBF-77A6-4739-8FF3-8FB7DAFF4AC8}" dt="2025-12-17T09:55:40.468" v="511"/>
        <pc:sldMkLst>
          <pc:docMk/>
          <pc:sldMk cId="79646635" sldId="379"/>
        </pc:sldMkLst>
      </pc:sldChg>
      <pc:sldChg chg="add del">
        <pc:chgData name="Lalwani, Sunil" userId="95b0a425-4eed-4b84-a7cf-34664c131309" providerId="ADAL" clId="{CC5F0CBF-77A6-4739-8FF3-8FB7DAFF4AC8}" dt="2025-12-17T09:55:57.803" v="536" actId="2696"/>
        <pc:sldMkLst>
          <pc:docMk/>
          <pc:sldMk cId="1478844798" sldId="380"/>
        </pc:sldMkLst>
      </pc:sldChg>
      <pc:sldChg chg="add ord">
        <pc:chgData name="Lalwani, Sunil" userId="95b0a425-4eed-4b84-a7cf-34664c131309" providerId="ADAL" clId="{CC5F0CBF-77A6-4739-8FF3-8FB7DAFF4AC8}" dt="2025-12-17T09:55:56.302" v="531"/>
        <pc:sldMkLst>
          <pc:docMk/>
          <pc:sldMk cId="2503237928" sldId="381"/>
        </pc:sldMkLst>
      </pc:sldChg>
      <pc:sldChg chg="add">
        <pc:chgData name="Lalwani, Sunil" userId="95b0a425-4eed-4b84-a7cf-34664c131309" providerId="ADAL" clId="{CC5F0CBF-77A6-4739-8FF3-8FB7DAFF4AC8}" dt="2025-12-17T09:55:56.886" v="532"/>
        <pc:sldMkLst>
          <pc:docMk/>
          <pc:sldMk cId="4199333072" sldId="382"/>
        </pc:sldMkLst>
      </pc:sldChg>
      <pc:sldChg chg="add ord">
        <pc:chgData name="Lalwani, Sunil" userId="95b0a425-4eed-4b84-a7cf-34664c131309" providerId="ADAL" clId="{CC5F0CBF-77A6-4739-8FF3-8FB7DAFF4AC8}" dt="2025-12-17T09:55:57.364" v="535"/>
        <pc:sldMkLst>
          <pc:docMk/>
          <pc:sldMk cId="4274976682" sldId="383"/>
        </pc:sldMkLst>
      </pc:sldChg>
      <pc:sldChg chg="add del">
        <pc:chgData name="Lalwani, Sunil" userId="95b0a425-4eed-4b84-a7cf-34664c131309" providerId="ADAL" clId="{CC5F0CBF-77A6-4739-8FF3-8FB7DAFF4AC8}" dt="2025-12-17T09:56:12.387" v="549" actId="2696"/>
        <pc:sldMkLst>
          <pc:docMk/>
          <pc:sldMk cId="1923294274" sldId="384"/>
        </pc:sldMkLst>
      </pc:sldChg>
      <pc:sldChg chg="add ord">
        <pc:chgData name="Lalwani, Sunil" userId="95b0a425-4eed-4b84-a7cf-34664c131309" providerId="ADAL" clId="{CC5F0CBF-77A6-4739-8FF3-8FB7DAFF4AC8}" dt="2025-12-17T09:56:10.862" v="544"/>
        <pc:sldMkLst>
          <pc:docMk/>
          <pc:sldMk cId="1103196106" sldId="385"/>
        </pc:sldMkLst>
      </pc:sldChg>
      <pc:sldChg chg="add">
        <pc:chgData name="Lalwani, Sunil" userId="95b0a425-4eed-4b84-a7cf-34664c131309" providerId="ADAL" clId="{CC5F0CBF-77A6-4739-8FF3-8FB7DAFF4AC8}" dt="2025-12-17T09:56:11.416" v="545"/>
        <pc:sldMkLst>
          <pc:docMk/>
          <pc:sldMk cId="1431707886" sldId="386"/>
        </pc:sldMkLst>
      </pc:sldChg>
      <pc:sldChg chg="add ord">
        <pc:chgData name="Lalwani, Sunil" userId="95b0a425-4eed-4b84-a7cf-34664c131309" providerId="ADAL" clId="{CC5F0CBF-77A6-4739-8FF3-8FB7DAFF4AC8}" dt="2025-12-17T09:56:11.964" v="548"/>
        <pc:sldMkLst>
          <pc:docMk/>
          <pc:sldMk cId="2947122637" sldId="387"/>
        </pc:sldMkLst>
      </pc:sldChg>
      <pc:sldChg chg="add del">
        <pc:chgData name="Lalwani, Sunil" userId="95b0a425-4eed-4b84-a7cf-34664c131309" providerId="ADAL" clId="{CC5F0CBF-77A6-4739-8FF3-8FB7DAFF4AC8}" dt="2025-12-17T09:56:28.283" v="562" actId="2696"/>
        <pc:sldMkLst>
          <pc:docMk/>
          <pc:sldMk cId="2935664443" sldId="388"/>
        </pc:sldMkLst>
      </pc:sldChg>
      <pc:sldChg chg="add ord">
        <pc:chgData name="Lalwani, Sunil" userId="95b0a425-4eed-4b84-a7cf-34664c131309" providerId="ADAL" clId="{CC5F0CBF-77A6-4739-8FF3-8FB7DAFF4AC8}" dt="2025-12-17T09:56:26.837" v="557"/>
        <pc:sldMkLst>
          <pc:docMk/>
          <pc:sldMk cId="333735855" sldId="389"/>
        </pc:sldMkLst>
      </pc:sldChg>
      <pc:sldChg chg="add">
        <pc:chgData name="Lalwani, Sunil" userId="95b0a425-4eed-4b84-a7cf-34664c131309" providerId="ADAL" clId="{CC5F0CBF-77A6-4739-8FF3-8FB7DAFF4AC8}" dt="2025-12-17T09:56:27.385" v="558"/>
        <pc:sldMkLst>
          <pc:docMk/>
          <pc:sldMk cId="3868727651" sldId="390"/>
        </pc:sldMkLst>
      </pc:sldChg>
      <pc:sldChg chg="add ord">
        <pc:chgData name="Lalwani, Sunil" userId="95b0a425-4eed-4b84-a7cf-34664c131309" providerId="ADAL" clId="{CC5F0CBF-77A6-4739-8FF3-8FB7DAFF4AC8}" dt="2025-12-17T09:56:27.852" v="561"/>
        <pc:sldMkLst>
          <pc:docMk/>
          <pc:sldMk cId="4153815142" sldId="391"/>
        </pc:sldMkLst>
      </pc:sldChg>
      <pc:sldChg chg="add del">
        <pc:chgData name="Lalwani, Sunil" userId="95b0a425-4eed-4b84-a7cf-34664c131309" providerId="ADAL" clId="{CC5F0CBF-77A6-4739-8FF3-8FB7DAFF4AC8}" dt="2025-12-17T09:56:43.144" v="580" actId="2696"/>
        <pc:sldMkLst>
          <pc:docMk/>
          <pc:sldMk cId="2532948103" sldId="392"/>
        </pc:sldMkLst>
      </pc:sldChg>
      <pc:sldChg chg="add ord">
        <pc:chgData name="Lalwani, Sunil" userId="95b0a425-4eed-4b84-a7cf-34664c131309" providerId="ADAL" clId="{CC5F0CBF-77A6-4739-8FF3-8FB7DAFF4AC8}" dt="2025-12-17T09:56:41.671" v="575"/>
        <pc:sldMkLst>
          <pc:docMk/>
          <pc:sldMk cId="652170026" sldId="393"/>
        </pc:sldMkLst>
      </pc:sldChg>
      <pc:sldChg chg="add">
        <pc:chgData name="Lalwani, Sunil" userId="95b0a425-4eed-4b84-a7cf-34664c131309" providerId="ADAL" clId="{CC5F0CBF-77A6-4739-8FF3-8FB7DAFF4AC8}" dt="2025-12-17T09:56:42.239" v="576"/>
        <pc:sldMkLst>
          <pc:docMk/>
          <pc:sldMk cId="2013314013" sldId="394"/>
        </pc:sldMkLst>
      </pc:sldChg>
      <pc:sldChg chg="add ord">
        <pc:chgData name="Lalwani, Sunil" userId="95b0a425-4eed-4b84-a7cf-34664c131309" providerId="ADAL" clId="{CC5F0CBF-77A6-4739-8FF3-8FB7DAFF4AC8}" dt="2025-12-17T09:56:42.708" v="579"/>
        <pc:sldMkLst>
          <pc:docMk/>
          <pc:sldMk cId="2959674307" sldId="395"/>
        </pc:sldMkLst>
      </pc:sldChg>
      <pc:sldChg chg="add del">
        <pc:chgData name="Lalwani, Sunil" userId="95b0a425-4eed-4b84-a7cf-34664c131309" providerId="ADAL" clId="{CC5F0CBF-77A6-4739-8FF3-8FB7DAFF4AC8}" dt="2025-12-17T09:57:00.368" v="604" actId="2696"/>
        <pc:sldMkLst>
          <pc:docMk/>
          <pc:sldMk cId="1927191453" sldId="396"/>
        </pc:sldMkLst>
      </pc:sldChg>
      <pc:sldChg chg="add ord">
        <pc:chgData name="Lalwani, Sunil" userId="95b0a425-4eed-4b84-a7cf-34664c131309" providerId="ADAL" clId="{CC5F0CBF-77A6-4739-8FF3-8FB7DAFF4AC8}" dt="2025-12-17T09:56:58.867" v="599"/>
        <pc:sldMkLst>
          <pc:docMk/>
          <pc:sldMk cId="1186701910" sldId="397"/>
        </pc:sldMkLst>
      </pc:sldChg>
      <pc:sldChg chg="add">
        <pc:chgData name="Lalwani, Sunil" userId="95b0a425-4eed-4b84-a7cf-34664c131309" providerId="ADAL" clId="{CC5F0CBF-77A6-4739-8FF3-8FB7DAFF4AC8}" dt="2025-12-17T09:56:59.428" v="600"/>
        <pc:sldMkLst>
          <pc:docMk/>
          <pc:sldMk cId="4066199504" sldId="398"/>
        </pc:sldMkLst>
      </pc:sldChg>
      <pc:sldChg chg="add ord">
        <pc:chgData name="Lalwani, Sunil" userId="95b0a425-4eed-4b84-a7cf-34664c131309" providerId="ADAL" clId="{CC5F0CBF-77A6-4739-8FF3-8FB7DAFF4AC8}" dt="2025-12-17T09:56:59.924" v="603"/>
        <pc:sldMkLst>
          <pc:docMk/>
          <pc:sldMk cId="228389708" sldId="399"/>
        </pc:sldMkLst>
      </pc:sldChg>
      <pc:sldChg chg="add del">
        <pc:chgData name="Lalwani, Sunil" userId="95b0a425-4eed-4b84-a7cf-34664c131309" providerId="ADAL" clId="{CC5F0CBF-77A6-4739-8FF3-8FB7DAFF4AC8}" dt="2025-12-17T09:57:14.333" v="617" actId="2696"/>
        <pc:sldMkLst>
          <pc:docMk/>
          <pc:sldMk cId="1550799177" sldId="400"/>
        </pc:sldMkLst>
      </pc:sldChg>
      <pc:sldChg chg="add ord">
        <pc:chgData name="Lalwani, Sunil" userId="95b0a425-4eed-4b84-a7cf-34664c131309" providerId="ADAL" clId="{CC5F0CBF-77A6-4739-8FF3-8FB7DAFF4AC8}" dt="2025-12-17T09:57:12.836" v="612"/>
        <pc:sldMkLst>
          <pc:docMk/>
          <pc:sldMk cId="80158919" sldId="401"/>
        </pc:sldMkLst>
      </pc:sldChg>
      <pc:sldChg chg="add">
        <pc:chgData name="Lalwani, Sunil" userId="95b0a425-4eed-4b84-a7cf-34664c131309" providerId="ADAL" clId="{CC5F0CBF-77A6-4739-8FF3-8FB7DAFF4AC8}" dt="2025-12-17T09:57:13.390" v="613"/>
        <pc:sldMkLst>
          <pc:docMk/>
          <pc:sldMk cId="2636233368" sldId="402"/>
        </pc:sldMkLst>
      </pc:sldChg>
      <pc:sldChg chg="add ord">
        <pc:chgData name="Lalwani, Sunil" userId="95b0a425-4eed-4b84-a7cf-34664c131309" providerId="ADAL" clId="{CC5F0CBF-77A6-4739-8FF3-8FB7DAFF4AC8}" dt="2025-12-17T09:57:13.899" v="616"/>
        <pc:sldMkLst>
          <pc:docMk/>
          <pc:sldMk cId="107354828" sldId="403"/>
        </pc:sldMkLst>
      </pc:sldChg>
      <pc:sldChg chg="add del">
        <pc:chgData name="Lalwani, Sunil" userId="95b0a425-4eed-4b84-a7cf-34664c131309" providerId="ADAL" clId="{CC5F0CBF-77A6-4739-8FF3-8FB7DAFF4AC8}" dt="2025-12-17T09:57:30.012" v="630" actId="2696"/>
        <pc:sldMkLst>
          <pc:docMk/>
          <pc:sldMk cId="2964939849" sldId="404"/>
        </pc:sldMkLst>
      </pc:sldChg>
      <pc:sldChg chg="add ord">
        <pc:chgData name="Lalwani, Sunil" userId="95b0a425-4eed-4b84-a7cf-34664c131309" providerId="ADAL" clId="{CC5F0CBF-77A6-4739-8FF3-8FB7DAFF4AC8}" dt="2025-12-17T09:57:28.563" v="625"/>
        <pc:sldMkLst>
          <pc:docMk/>
          <pc:sldMk cId="1185183665" sldId="405"/>
        </pc:sldMkLst>
      </pc:sldChg>
      <pc:sldChg chg="add">
        <pc:chgData name="Lalwani, Sunil" userId="95b0a425-4eed-4b84-a7cf-34664c131309" providerId="ADAL" clId="{CC5F0CBF-77A6-4739-8FF3-8FB7DAFF4AC8}" dt="2025-12-17T09:57:29.115" v="626"/>
        <pc:sldMkLst>
          <pc:docMk/>
          <pc:sldMk cId="3895539301" sldId="406"/>
        </pc:sldMkLst>
      </pc:sldChg>
      <pc:sldChg chg="add ord">
        <pc:chgData name="Lalwani, Sunil" userId="95b0a425-4eed-4b84-a7cf-34664c131309" providerId="ADAL" clId="{CC5F0CBF-77A6-4739-8FF3-8FB7DAFF4AC8}" dt="2025-12-17T09:57:29.589" v="629"/>
        <pc:sldMkLst>
          <pc:docMk/>
          <pc:sldMk cId="1517943188" sldId="407"/>
        </pc:sldMkLst>
      </pc:sldChg>
      <pc:sldChg chg="add del">
        <pc:chgData name="Lalwani, Sunil" userId="95b0a425-4eed-4b84-a7cf-34664c131309" providerId="ADAL" clId="{CC5F0CBF-77A6-4739-8FF3-8FB7DAFF4AC8}" dt="2025-12-17T09:57:46.795" v="647" actId="2696"/>
        <pc:sldMkLst>
          <pc:docMk/>
          <pc:sldMk cId="2009642588" sldId="408"/>
        </pc:sldMkLst>
      </pc:sldChg>
      <pc:sldChg chg="add ord">
        <pc:chgData name="Lalwani, Sunil" userId="95b0a425-4eed-4b84-a7cf-34664c131309" providerId="ADAL" clId="{CC5F0CBF-77A6-4739-8FF3-8FB7DAFF4AC8}" dt="2025-12-17T09:57:45.262" v="642"/>
        <pc:sldMkLst>
          <pc:docMk/>
          <pc:sldMk cId="3157439225" sldId="409"/>
        </pc:sldMkLst>
      </pc:sldChg>
      <pc:sldChg chg="add">
        <pc:chgData name="Lalwani, Sunil" userId="95b0a425-4eed-4b84-a7cf-34664c131309" providerId="ADAL" clId="{CC5F0CBF-77A6-4739-8FF3-8FB7DAFF4AC8}" dt="2025-12-17T09:57:45.855" v="643"/>
        <pc:sldMkLst>
          <pc:docMk/>
          <pc:sldMk cId="1971755319" sldId="410"/>
        </pc:sldMkLst>
      </pc:sldChg>
      <pc:sldChg chg="add ord">
        <pc:chgData name="Lalwani, Sunil" userId="95b0a425-4eed-4b84-a7cf-34664c131309" providerId="ADAL" clId="{CC5F0CBF-77A6-4739-8FF3-8FB7DAFF4AC8}" dt="2025-12-17T09:57:46.342" v="646"/>
        <pc:sldMkLst>
          <pc:docMk/>
          <pc:sldMk cId="3311221327" sldId="411"/>
        </pc:sldMkLst>
      </pc:sldChg>
      <pc:sldChg chg="add del">
        <pc:chgData name="Lalwani, Sunil" userId="95b0a425-4eed-4b84-a7cf-34664c131309" providerId="ADAL" clId="{CC5F0CBF-77A6-4739-8FF3-8FB7DAFF4AC8}" dt="2025-12-17T09:58:06.680" v="671" actId="2696"/>
        <pc:sldMkLst>
          <pc:docMk/>
          <pc:sldMk cId="2375986161" sldId="412"/>
        </pc:sldMkLst>
      </pc:sldChg>
      <pc:sldChg chg="add ord">
        <pc:chgData name="Lalwani, Sunil" userId="95b0a425-4eed-4b84-a7cf-34664c131309" providerId="ADAL" clId="{CC5F0CBF-77A6-4739-8FF3-8FB7DAFF4AC8}" dt="2025-12-17T09:58:05.207" v="666"/>
        <pc:sldMkLst>
          <pc:docMk/>
          <pc:sldMk cId="3093563169" sldId="413"/>
        </pc:sldMkLst>
      </pc:sldChg>
      <pc:sldChg chg="add">
        <pc:chgData name="Lalwani, Sunil" userId="95b0a425-4eed-4b84-a7cf-34664c131309" providerId="ADAL" clId="{CC5F0CBF-77A6-4739-8FF3-8FB7DAFF4AC8}" dt="2025-12-17T09:58:05.775" v="667"/>
        <pc:sldMkLst>
          <pc:docMk/>
          <pc:sldMk cId="736563522" sldId="414"/>
        </pc:sldMkLst>
      </pc:sldChg>
      <pc:sldChg chg="add ord">
        <pc:chgData name="Lalwani, Sunil" userId="95b0a425-4eed-4b84-a7cf-34664c131309" providerId="ADAL" clId="{CC5F0CBF-77A6-4739-8FF3-8FB7DAFF4AC8}" dt="2025-12-17T09:58:06.245" v="670"/>
        <pc:sldMkLst>
          <pc:docMk/>
          <pc:sldMk cId="1687147855" sldId="415"/>
        </pc:sldMkLst>
      </pc:sldChg>
      <pc:sldChg chg="add del">
        <pc:chgData name="Lalwani, Sunil" userId="95b0a425-4eed-4b84-a7cf-34664c131309" providerId="ADAL" clId="{CC5F0CBF-77A6-4739-8FF3-8FB7DAFF4AC8}" dt="2025-12-17T09:58:25.528" v="684" actId="2696"/>
        <pc:sldMkLst>
          <pc:docMk/>
          <pc:sldMk cId="1293334739" sldId="416"/>
        </pc:sldMkLst>
      </pc:sldChg>
      <pc:sldChg chg="add ord">
        <pc:chgData name="Lalwani, Sunil" userId="95b0a425-4eed-4b84-a7cf-34664c131309" providerId="ADAL" clId="{CC5F0CBF-77A6-4739-8FF3-8FB7DAFF4AC8}" dt="2025-12-17T09:58:24.007" v="679"/>
        <pc:sldMkLst>
          <pc:docMk/>
          <pc:sldMk cId="1814117318" sldId="417"/>
        </pc:sldMkLst>
      </pc:sldChg>
      <pc:sldChg chg="add">
        <pc:chgData name="Lalwani, Sunil" userId="95b0a425-4eed-4b84-a7cf-34664c131309" providerId="ADAL" clId="{CC5F0CBF-77A6-4739-8FF3-8FB7DAFF4AC8}" dt="2025-12-17T09:58:24.561" v="680"/>
        <pc:sldMkLst>
          <pc:docMk/>
          <pc:sldMk cId="2820450225" sldId="418"/>
        </pc:sldMkLst>
      </pc:sldChg>
      <pc:sldChg chg="add ord">
        <pc:chgData name="Lalwani, Sunil" userId="95b0a425-4eed-4b84-a7cf-34664c131309" providerId="ADAL" clId="{CC5F0CBF-77A6-4739-8FF3-8FB7DAFF4AC8}" dt="2025-12-17T09:58:25.091" v="683"/>
        <pc:sldMkLst>
          <pc:docMk/>
          <pc:sldMk cId="1704615205" sldId="419"/>
        </pc:sldMkLst>
      </pc:sldChg>
      <pc:sldChg chg="add del">
        <pc:chgData name="Lalwani, Sunil" userId="95b0a425-4eed-4b84-a7cf-34664c131309" providerId="ADAL" clId="{CC5F0CBF-77A6-4739-8FF3-8FB7DAFF4AC8}" dt="2025-12-17T09:58:40.963" v="697" actId="2696"/>
        <pc:sldMkLst>
          <pc:docMk/>
          <pc:sldMk cId="3081413016" sldId="420"/>
        </pc:sldMkLst>
      </pc:sldChg>
      <pc:sldChg chg="add ord">
        <pc:chgData name="Lalwani, Sunil" userId="95b0a425-4eed-4b84-a7cf-34664c131309" providerId="ADAL" clId="{CC5F0CBF-77A6-4739-8FF3-8FB7DAFF4AC8}" dt="2025-12-17T09:58:39.528" v="692"/>
        <pc:sldMkLst>
          <pc:docMk/>
          <pc:sldMk cId="3591234050" sldId="421"/>
        </pc:sldMkLst>
      </pc:sldChg>
      <pc:sldChg chg="add">
        <pc:chgData name="Lalwani, Sunil" userId="95b0a425-4eed-4b84-a7cf-34664c131309" providerId="ADAL" clId="{CC5F0CBF-77A6-4739-8FF3-8FB7DAFF4AC8}" dt="2025-12-17T09:58:40.078" v="693"/>
        <pc:sldMkLst>
          <pc:docMk/>
          <pc:sldMk cId="2143595968" sldId="422"/>
        </pc:sldMkLst>
      </pc:sldChg>
      <pc:sldChg chg="add ord">
        <pc:chgData name="Lalwani, Sunil" userId="95b0a425-4eed-4b84-a7cf-34664c131309" providerId="ADAL" clId="{CC5F0CBF-77A6-4739-8FF3-8FB7DAFF4AC8}" dt="2025-12-17T09:58:40.544" v="696"/>
        <pc:sldMkLst>
          <pc:docMk/>
          <pc:sldMk cId="3379851492" sldId="423"/>
        </pc:sldMkLst>
      </pc:sldChg>
      <pc:sldChg chg="add del">
        <pc:chgData name="Lalwani, Sunil" userId="95b0a425-4eed-4b84-a7cf-34664c131309" providerId="ADAL" clId="{CC5F0CBF-77A6-4739-8FF3-8FB7DAFF4AC8}" dt="2025-12-17T09:58:55.983" v="713" actId="2696"/>
        <pc:sldMkLst>
          <pc:docMk/>
          <pc:sldMk cId="543103021" sldId="424"/>
        </pc:sldMkLst>
      </pc:sldChg>
      <pc:sldChg chg="add ord">
        <pc:chgData name="Lalwani, Sunil" userId="95b0a425-4eed-4b84-a7cf-34664c131309" providerId="ADAL" clId="{CC5F0CBF-77A6-4739-8FF3-8FB7DAFF4AC8}" dt="2025-12-17T09:58:54.514" v="708"/>
        <pc:sldMkLst>
          <pc:docMk/>
          <pc:sldMk cId="1571569145" sldId="425"/>
        </pc:sldMkLst>
      </pc:sldChg>
      <pc:sldChg chg="add">
        <pc:chgData name="Lalwani, Sunil" userId="95b0a425-4eed-4b84-a7cf-34664c131309" providerId="ADAL" clId="{CC5F0CBF-77A6-4739-8FF3-8FB7DAFF4AC8}" dt="2025-12-17T09:58:55.068" v="709"/>
        <pc:sldMkLst>
          <pc:docMk/>
          <pc:sldMk cId="738955410" sldId="426"/>
        </pc:sldMkLst>
      </pc:sldChg>
      <pc:sldChg chg="add ord">
        <pc:chgData name="Lalwani, Sunil" userId="95b0a425-4eed-4b84-a7cf-34664c131309" providerId="ADAL" clId="{CC5F0CBF-77A6-4739-8FF3-8FB7DAFF4AC8}" dt="2025-12-17T09:58:55.551" v="712"/>
        <pc:sldMkLst>
          <pc:docMk/>
          <pc:sldMk cId="767502621" sldId="427"/>
        </pc:sldMkLst>
      </pc:sldChg>
      <pc:sldChg chg="add del">
        <pc:chgData name="Lalwani, Sunil" userId="95b0a425-4eed-4b84-a7cf-34664c131309" providerId="ADAL" clId="{CC5F0CBF-77A6-4739-8FF3-8FB7DAFF4AC8}" dt="2025-12-17T09:59:14.646" v="737" actId="2696"/>
        <pc:sldMkLst>
          <pc:docMk/>
          <pc:sldMk cId="898782342" sldId="428"/>
        </pc:sldMkLst>
      </pc:sldChg>
      <pc:sldChg chg="add ord">
        <pc:chgData name="Lalwani, Sunil" userId="95b0a425-4eed-4b84-a7cf-34664c131309" providerId="ADAL" clId="{CC5F0CBF-77A6-4739-8FF3-8FB7DAFF4AC8}" dt="2025-12-17T09:59:13.164" v="732"/>
        <pc:sldMkLst>
          <pc:docMk/>
          <pc:sldMk cId="759723578" sldId="429"/>
        </pc:sldMkLst>
      </pc:sldChg>
      <pc:sldChg chg="add">
        <pc:chgData name="Lalwani, Sunil" userId="95b0a425-4eed-4b84-a7cf-34664c131309" providerId="ADAL" clId="{CC5F0CBF-77A6-4739-8FF3-8FB7DAFF4AC8}" dt="2025-12-17T09:59:13.756" v="733"/>
        <pc:sldMkLst>
          <pc:docMk/>
          <pc:sldMk cId="3651541323" sldId="430"/>
        </pc:sldMkLst>
      </pc:sldChg>
      <pc:sldChg chg="add ord">
        <pc:chgData name="Lalwani, Sunil" userId="95b0a425-4eed-4b84-a7cf-34664c131309" providerId="ADAL" clId="{CC5F0CBF-77A6-4739-8FF3-8FB7DAFF4AC8}" dt="2025-12-17T09:59:14.229" v="736"/>
        <pc:sldMkLst>
          <pc:docMk/>
          <pc:sldMk cId="4146977425" sldId="431"/>
        </pc:sldMkLst>
      </pc:sldChg>
      <pc:sldChg chg="add del">
        <pc:chgData name="Lalwani, Sunil" userId="95b0a425-4eed-4b84-a7cf-34664c131309" providerId="ADAL" clId="{CC5F0CBF-77A6-4739-8FF3-8FB7DAFF4AC8}" dt="2025-12-17T09:59:29.028" v="750" actId="2696"/>
        <pc:sldMkLst>
          <pc:docMk/>
          <pc:sldMk cId="3991948817" sldId="432"/>
        </pc:sldMkLst>
      </pc:sldChg>
      <pc:sldChg chg="add ord">
        <pc:chgData name="Lalwani, Sunil" userId="95b0a425-4eed-4b84-a7cf-34664c131309" providerId="ADAL" clId="{CC5F0CBF-77A6-4739-8FF3-8FB7DAFF4AC8}" dt="2025-12-17T09:59:27.486" v="745"/>
        <pc:sldMkLst>
          <pc:docMk/>
          <pc:sldMk cId="3953915395" sldId="433"/>
        </pc:sldMkLst>
      </pc:sldChg>
      <pc:sldChg chg="add">
        <pc:chgData name="Lalwani, Sunil" userId="95b0a425-4eed-4b84-a7cf-34664c131309" providerId="ADAL" clId="{CC5F0CBF-77A6-4739-8FF3-8FB7DAFF4AC8}" dt="2025-12-17T09:59:28.064" v="746"/>
        <pc:sldMkLst>
          <pc:docMk/>
          <pc:sldMk cId="3793193778" sldId="434"/>
        </pc:sldMkLst>
      </pc:sldChg>
      <pc:sldChg chg="add ord">
        <pc:chgData name="Lalwani, Sunil" userId="95b0a425-4eed-4b84-a7cf-34664c131309" providerId="ADAL" clId="{CC5F0CBF-77A6-4739-8FF3-8FB7DAFF4AC8}" dt="2025-12-17T09:59:28.582" v="749"/>
        <pc:sldMkLst>
          <pc:docMk/>
          <pc:sldMk cId="1239350493" sldId="435"/>
        </pc:sldMkLst>
      </pc:sldChg>
      <pc:sldChg chg="add del">
        <pc:chgData name="Lalwani, Sunil" userId="95b0a425-4eed-4b84-a7cf-34664c131309" providerId="ADAL" clId="{CC5F0CBF-77A6-4739-8FF3-8FB7DAFF4AC8}" dt="2025-12-17T09:59:49.278" v="763" actId="2696"/>
        <pc:sldMkLst>
          <pc:docMk/>
          <pc:sldMk cId="621058241" sldId="436"/>
        </pc:sldMkLst>
      </pc:sldChg>
      <pc:sldChg chg="add ord">
        <pc:chgData name="Lalwani, Sunil" userId="95b0a425-4eed-4b84-a7cf-34664c131309" providerId="ADAL" clId="{CC5F0CBF-77A6-4739-8FF3-8FB7DAFF4AC8}" dt="2025-12-17T09:59:47.547" v="758"/>
        <pc:sldMkLst>
          <pc:docMk/>
          <pc:sldMk cId="3888040388" sldId="437"/>
        </pc:sldMkLst>
      </pc:sldChg>
      <pc:sldChg chg="add">
        <pc:chgData name="Lalwani, Sunil" userId="95b0a425-4eed-4b84-a7cf-34664c131309" providerId="ADAL" clId="{CC5F0CBF-77A6-4739-8FF3-8FB7DAFF4AC8}" dt="2025-12-17T09:59:48.177" v="759"/>
        <pc:sldMkLst>
          <pc:docMk/>
          <pc:sldMk cId="2015460062" sldId="438"/>
        </pc:sldMkLst>
      </pc:sldChg>
      <pc:sldChg chg="add ord">
        <pc:chgData name="Lalwani, Sunil" userId="95b0a425-4eed-4b84-a7cf-34664c131309" providerId="ADAL" clId="{CC5F0CBF-77A6-4739-8FF3-8FB7DAFF4AC8}" dt="2025-12-17T09:59:48.820" v="762"/>
        <pc:sldMkLst>
          <pc:docMk/>
          <pc:sldMk cId="2289892000" sldId="439"/>
        </pc:sldMkLst>
      </pc:sldChg>
      <pc:sldChg chg="add del">
        <pc:chgData name="Lalwani, Sunil" userId="95b0a425-4eed-4b84-a7cf-34664c131309" providerId="ADAL" clId="{CC5F0CBF-77A6-4739-8FF3-8FB7DAFF4AC8}" dt="2025-12-17T10:00:11.684" v="779" actId="2696"/>
        <pc:sldMkLst>
          <pc:docMk/>
          <pc:sldMk cId="3922741890" sldId="440"/>
        </pc:sldMkLst>
      </pc:sldChg>
      <pc:sldChg chg="add ord">
        <pc:chgData name="Lalwani, Sunil" userId="95b0a425-4eed-4b84-a7cf-34664c131309" providerId="ADAL" clId="{CC5F0CBF-77A6-4739-8FF3-8FB7DAFF4AC8}" dt="2025-12-17T10:00:10.083" v="774"/>
        <pc:sldMkLst>
          <pc:docMk/>
          <pc:sldMk cId="1643409044" sldId="441"/>
        </pc:sldMkLst>
      </pc:sldChg>
      <pc:sldChg chg="add">
        <pc:chgData name="Lalwani, Sunil" userId="95b0a425-4eed-4b84-a7cf-34664c131309" providerId="ADAL" clId="{CC5F0CBF-77A6-4739-8FF3-8FB7DAFF4AC8}" dt="2025-12-17T10:00:10.700" v="775"/>
        <pc:sldMkLst>
          <pc:docMk/>
          <pc:sldMk cId="126989589" sldId="442"/>
        </pc:sldMkLst>
      </pc:sldChg>
      <pc:sldChg chg="add ord">
        <pc:chgData name="Lalwani, Sunil" userId="95b0a425-4eed-4b84-a7cf-34664c131309" providerId="ADAL" clId="{CC5F0CBF-77A6-4739-8FF3-8FB7DAFF4AC8}" dt="2025-12-17T10:00:11.248" v="778"/>
        <pc:sldMkLst>
          <pc:docMk/>
          <pc:sldMk cId="1296923503" sldId="443"/>
        </pc:sldMkLst>
      </pc:sldChg>
      <pc:sldChg chg="add del">
        <pc:chgData name="Lalwani, Sunil" userId="95b0a425-4eed-4b84-a7cf-34664c131309" providerId="ADAL" clId="{CC5F0CBF-77A6-4739-8FF3-8FB7DAFF4AC8}" dt="2025-12-17T10:00:38.923" v="803" actId="2696"/>
        <pc:sldMkLst>
          <pc:docMk/>
          <pc:sldMk cId="431099777" sldId="444"/>
        </pc:sldMkLst>
      </pc:sldChg>
      <pc:sldChg chg="add ord">
        <pc:chgData name="Lalwani, Sunil" userId="95b0a425-4eed-4b84-a7cf-34664c131309" providerId="ADAL" clId="{CC5F0CBF-77A6-4739-8FF3-8FB7DAFF4AC8}" dt="2025-12-17T10:00:37.300" v="798"/>
        <pc:sldMkLst>
          <pc:docMk/>
          <pc:sldMk cId="909358452" sldId="445"/>
        </pc:sldMkLst>
      </pc:sldChg>
      <pc:sldChg chg="add">
        <pc:chgData name="Lalwani, Sunil" userId="95b0a425-4eed-4b84-a7cf-34664c131309" providerId="ADAL" clId="{CC5F0CBF-77A6-4739-8FF3-8FB7DAFF4AC8}" dt="2025-12-17T10:00:37.921" v="799"/>
        <pc:sldMkLst>
          <pc:docMk/>
          <pc:sldMk cId="1134402747" sldId="446"/>
        </pc:sldMkLst>
      </pc:sldChg>
      <pc:sldChg chg="add ord">
        <pc:chgData name="Lalwani, Sunil" userId="95b0a425-4eed-4b84-a7cf-34664c131309" providerId="ADAL" clId="{CC5F0CBF-77A6-4739-8FF3-8FB7DAFF4AC8}" dt="2025-12-17T10:00:38.472" v="802"/>
        <pc:sldMkLst>
          <pc:docMk/>
          <pc:sldMk cId="2653545973" sldId="447"/>
        </pc:sldMkLst>
      </pc:sldChg>
      <pc:sldChg chg="add del">
        <pc:chgData name="Lalwani, Sunil" userId="95b0a425-4eed-4b84-a7cf-34664c131309" providerId="ADAL" clId="{CC5F0CBF-77A6-4739-8FF3-8FB7DAFF4AC8}" dt="2025-12-17T10:01:04.818" v="816" actId="2696"/>
        <pc:sldMkLst>
          <pc:docMk/>
          <pc:sldMk cId="331770965" sldId="448"/>
        </pc:sldMkLst>
      </pc:sldChg>
      <pc:sldChg chg="add ord">
        <pc:chgData name="Lalwani, Sunil" userId="95b0a425-4eed-4b84-a7cf-34664c131309" providerId="ADAL" clId="{CC5F0CBF-77A6-4739-8FF3-8FB7DAFF4AC8}" dt="2025-12-17T10:01:03.105" v="811"/>
        <pc:sldMkLst>
          <pc:docMk/>
          <pc:sldMk cId="1399213396" sldId="449"/>
        </pc:sldMkLst>
      </pc:sldChg>
      <pc:sldChg chg="add">
        <pc:chgData name="Lalwani, Sunil" userId="95b0a425-4eed-4b84-a7cf-34664c131309" providerId="ADAL" clId="{CC5F0CBF-77A6-4739-8FF3-8FB7DAFF4AC8}" dt="2025-12-17T10:01:03.702" v="812"/>
        <pc:sldMkLst>
          <pc:docMk/>
          <pc:sldMk cId="1051546071" sldId="450"/>
        </pc:sldMkLst>
      </pc:sldChg>
      <pc:sldChg chg="add ord">
        <pc:chgData name="Lalwani, Sunil" userId="95b0a425-4eed-4b84-a7cf-34664c131309" providerId="ADAL" clId="{CC5F0CBF-77A6-4739-8FF3-8FB7DAFF4AC8}" dt="2025-12-17T10:01:04.386" v="815"/>
        <pc:sldMkLst>
          <pc:docMk/>
          <pc:sldMk cId="1503200017" sldId="451"/>
        </pc:sldMkLst>
      </pc:sldChg>
      <pc:sldChg chg="add del">
        <pc:chgData name="Lalwani, Sunil" userId="95b0a425-4eed-4b84-a7cf-34664c131309" providerId="ADAL" clId="{CC5F0CBF-77A6-4739-8FF3-8FB7DAFF4AC8}" dt="2025-12-17T10:01:30.272" v="829" actId="2696"/>
        <pc:sldMkLst>
          <pc:docMk/>
          <pc:sldMk cId="1365028267" sldId="452"/>
        </pc:sldMkLst>
      </pc:sldChg>
      <pc:sldChg chg="add ord">
        <pc:chgData name="Lalwani, Sunil" userId="95b0a425-4eed-4b84-a7cf-34664c131309" providerId="ADAL" clId="{CC5F0CBF-77A6-4739-8FF3-8FB7DAFF4AC8}" dt="2025-12-17T10:01:28.649" v="824"/>
        <pc:sldMkLst>
          <pc:docMk/>
          <pc:sldMk cId="54715933" sldId="453"/>
        </pc:sldMkLst>
      </pc:sldChg>
      <pc:sldChg chg="add">
        <pc:chgData name="Lalwani, Sunil" userId="95b0a425-4eed-4b84-a7cf-34664c131309" providerId="ADAL" clId="{CC5F0CBF-77A6-4739-8FF3-8FB7DAFF4AC8}" dt="2025-12-17T10:01:29.278" v="825"/>
        <pc:sldMkLst>
          <pc:docMk/>
          <pc:sldMk cId="31768592" sldId="454"/>
        </pc:sldMkLst>
      </pc:sldChg>
      <pc:sldChg chg="add ord">
        <pc:chgData name="Lalwani, Sunil" userId="95b0a425-4eed-4b84-a7cf-34664c131309" providerId="ADAL" clId="{CC5F0CBF-77A6-4739-8FF3-8FB7DAFF4AC8}" dt="2025-12-17T10:01:29.826" v="828"/>
        <pc:sldMkLst>
          <pc:docMk/>
          <pc:sldMk cId="909839429" sldId="455"/>
        </pc:sldMkLst>
      </pc:sldChg>
      <pc:sldChg chg="add del">
        <pc:chgData name="Lalwani, Sunil" userId="95b0a425-4eed-4b84-a7cf-34664c131309" providerId="ADAL" clId="{CC5F0CBF-77A6-4739-8FF3-8FB7DAFF4AC8}" dt="2025-12-17T10:01:55.554" v="845" actId="2696"/>
        <pc:sldMkLst>
          <pc:docMk/>
          <pc:sldMk cId="3923287478" sldId="456"/>
        </pc:sldMkLst>
      </pc:sldChg>
      <pc:sldChg chg="add ord">
        <pc:chgData name="Lalwani, Sunil" userId="95b0a425-4eed-4b84-a7cf-34664c131309" providerId="ADAL" clId="{CC5F0CBF-77A6-4739-8FF3-8FB7DAFF4AC8}" dt="2025-12-17T10:01:53.918" v="840"/>
        <pc:sldMkLst>
          <pc:docMk/>
          <pc:sldMk cId="183519092" sldId="457"/>
        </pc:sldMkLst>
      </pc:sldChg>
      <pc:sldChg chg="add">
        <pc:chgData name="Lalwani, Sunil" userId="95b0a425-4eed-4b84-a7cf-34664c131309" providerId="ADAL" clId="{CC5F0CBF-77A6-4739-8FF3-8FB7DAFF4AC8}" dt="2025-12-17T10:01:54.512" v="841"/>
        <pc:sldMkLst>
          <pc:docMk/>
          <pc:sldMk cId="2045462726" sldId="458"/>
        </pc:sldMkLst>
      </pc:sldChg>
      <pc:sldChg chg="add ord">
        <pc:chgData name="Lalwani, Sunil" userId="95b0a425-4eed-4b84-a7cf-34664c131309" providerId="ADAL" clId="{CC5F0CBF-77A6-4739-8FF3-8FB7DAFF4AC8}" dt="2025-12-17T10:01:55.075" v="844"/>
        <pc:sldMkLst>
          <pc:docMk/>
          <pc:sldMk cId="4135862309" sldId="459"/>
        </pc:sldMkLst>
      </pc:sldChg>
      <pc:sldChg chg="add">
        <pc:chgData name="Lalwani, Sunil" userId="95b0a425-4eed-4b84-a7cf-34664c131309" providerId="ADAL" clId="{CC5F0CBF-77A6-4739-8FF3-8FB7DAFF4AC8}" dt="2025-12-17T10:01:56.985" v="847"/>
        <pc:sldMkLst>
          <pc:docMk/>
          <pc:sldMk cId="2682882985" sldId="4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610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3302255463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Key message: Focus on cost-to-serve reduction and service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225000984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Key message: Focus on cost-to-serve reduction and service resilience.</a:t>
            </a:r>
          </a:p>
        </p:txBody>
      </p:sp>
    </p:spTree>
    <p:extLst>
      <p:ext uri="{BB962C8B-B14F-4D97-AF65-F5344CB8AC3E}">
        <p14:creationId xmlns:p14="http://schemas.microsoft.com/office/powerpoint/2010/main" val="51332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18.svg"/><Relationship Id="rId5" Type="http://schemas.openxmlformats.org/officeDocument/2006/relationships/image" Target="../media/image14.sv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svg"/><Relationship Id="rId18" Type="http://schemas.openxmlformats.org/officeDocument/2006/relationships/image" Target="../media/image32.svg"/><Relationship Id="rId26" Type="http://schemas.openxmlformats.org/officeDocument/2006/relationships/image" Target="../media/image38.svg"/><Relationship Id="rId3" Type="http://schemas.openxmlformats.org/officeDocument/2006/relationships/image" Target="../media/image1.png"/><Relationship Id="rId21" Type="http://schemas.openxmlformats.org/officeDocument/2006/relationships/image" Target="../media/image33.png"/><Relationship Id="rId34" Type="http://schemas.openxmlformats.org/officeDocument/2006/relationships/image" Target="../media/image18.svg"/><Relationship Id="rId7" Type="http://schemas.openxmlformats.org/officeDocument/2006/relationships/image" Target="../media/image22.svg"/><Relationship Id="rId12" Type="http://schemas.openxmlformats.org/officeDocument/2006/relationships/image" Target="../media/image4.png"/><Relationship Id="rId17" Type="http://schemas.openxmlformats.org/officeDocument/2006/relationships/image" Target="../media/image31.png"/><Relationship Id="rId25" Type="http://schemas.openxmlformats.org/officeDocument/2006/relationships/image" Target="../media/image37.png"/><Relationship Id="rId3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0.svg"/><Relationship Id="rId20" Type="http://schemas.openxmlformats.org/officeDocument/2006/relationships/image" Target="../media/image14.sv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24" Type="http://schemas.openxmlformats.org/officeDocument/2006/relationships/image" Target="../media/image36.svg"/><Relationship Id="rId32" Type="http://schemas.openxmlformats.org/officeDocument/2006/relationships/image" Target="../media/image16.svg"/><Relationship Id="rId5" Type="http://schemas.openxmlformats.org/officeDocument/2006/relationships/image" Target="../media/image20.svg"/><Relationship Id="rId15" Type="http://schemas.openxmlformats.org/officeDocument/2006/relationships/image" Target="../media/image29.svg"/><Relationship Id="rId23" Type="http://schemas.openxmlformats.org/officeDocument/2006/relationships/image" Target="../media/image35.png"/><Relationship Id="rId28" Type="http://schemas.openxmlformats.org/officeDocument/2006/relationships/image" Target="../media/image39.svg"/><Relationship Id="rId10" Type="http://schemas.openxmlformats.org/officeDocument/2006/relationships/image" Target="../media/image25.png"/><Relationship Id="rId19" Type="http://schemas.openxmlformats.org/officeDocument/2006/relationships/image" Target="../media/image13.png"/><Relationship Id="rId31" Type="http://schemas.openxmlformats.org/officeDocument/2006/relationships/image" Target="../media/image1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Relationship Id="rId14" Type="http://schemas.openxmlformats.org/officeDocument/2006/relationships/image" Target="../media/image28.png"/><Relationship Id="rId22" Type="http://schemas.openxmlformats.org/officeDocument/2006/relationships/image" Target="../media/image34.svg"/><Relationship Id="rId27" Type="http://schemas.openxmlformats.org/officeDocument/2006/relationships/image" Target="../media/image7.png"/><Relationship Id="rId30" Type="http://schemas.openxmlformats.org/officeDocument/2006/relationships/image" Target="../media/image41.svg"/><Relationship Id="rId8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20.svg"/><Relationship Id="rId10" Type="http://schemas.openxmlformats.org/officeDocument/2006/relationships/image" Target="../media/image8.png"/><Relationship Id="rId4" Type="http://schemas.openxmlformats.org/officeDocument/2006/relationships/image" Target="../media/image19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20.svg"/><Relationship Id="rId10" Type="http://schemas.openxmlformats.org/officeDocument/2006/relationships/image" Target="../media/image8.png"/><Relationship Id="rId4" Type="http://schemas.openxmlformats.org/officeDocument/2006/relationships/image" Target="../media/image19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22.svg"/><Relationship Id="rId10" Type="http://schemas.openxmlformats.org/officeDocument/2006/relationships/image" Target="../media/image8.png"/><Relationship Id="rId4" Type="http://schemas.openxmlformats.org/officeDocument/2006/relationships/image" Target="../media/image21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22.svg"/><Relationship Id="rId10" Type="http://schemas.openxmlformats.org/officeDocument/2006/relationships/image" Target="../media/image8.png"/><Relationship Id="rId4" Type="http://schemas.openxmlformats.org/officeDocument/2006/relationships/image" Target="../media/image21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24.svg"/><Relationship Id="rId10" Type="http://schemas.openxmlformats.org/officeDocument/2006/relationships/image" Target="../media/image8.png"/><Relationship Id="rId4" Type="http://schemas.openxmlformats.org/officeDocument/2006/relationships/image" Target="../media/image23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24.svg"/><Relationship Id="rId10" Type="http://schemas.openxmlformats.org/officeDocument/2006/relationships/image" Target="../media/image8.png"/><Relationship Id="rId4" Type="http://schemas.openxmlformats.org/officeDocument/2006/relationships/image" Target="../media/image23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26.svg"/><Relationship Id="rId10" Type="http://schemas.openxmlformats.org/officeDocument/2006/relationships/image" Target="../media/image8.png"/><Relationship Id="rId4" Type="http://schemas.openxmlformats.org/officeDocument/2006/relationships/image" Target="../media/image25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26.svg"/><Relationship Id="rId10" Type="http://schemas.openxmlformats.org/officeDocument/2006/relationships/image" Target="../media/image8.png"/><Relationship Id="rId4" Type="http://schemas.openxmlformats.org/officeDocument/2006/relationships/image" Target="../media/image25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27.svg"/><Relationship Id="rId10" Type="http://schemas.openxmlformats.org/officeDocument/2006/relationships/image" Target="../media/image8.png"/><Relationship Id="rId4" Type="http://schemas.openxmlformats.org/officeDocument/2006/relationships/image" Target="../media/image25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27.svg"/><Relationship Id="rId10" Type="http://schemas.openxmlformats.org/officeDocument/2006/relationships/image" Target="../media/image8.png"/><Relationship Id="rId4" Type="http://schemas.openxmlformats.org/officeDocument/2006/relationships/image" Target="../media/image25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0.svg"/><Relationship Id="rId10" Type="http://schemas.openxmlformats.org/officeDocument/2006/relationships/image" Target="../media/image8.png"/><Relationship Id="rId4" Type="http://schemas.openxmlformats.org/officeDocument/2006/relationships/image" Target="../media/image25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0.svg"/><Relationship Id="rId10" Type="http://schemas.openxmlformats.org/officeDocument/2006/relationships/image" Target="../media/image8.png"/><Relationship Id="rId4" Type="http://schemas.openxmlformats.org/officeDocument/2006/relationships/image" Target="../media/image25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14.svg"/><Relationship Id="rId10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14.svg"/><Relationship Id="rId10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6.svg"/><Relationship Id="rId10" Type="http://schemas.openxmlformats.org/officeDocument/2006/relationships/image" Target="../media/image8.png"/><Relationship Id="rId4" Type="http://schemas.openxmlformats.org/officeDocument/2006/relationships/image" Target="../media/image35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6.svg"/><Relationship Id="rId10" Type="http://schemas.openxmlformats.org/officeDocument/2006/relationships/image" Target="../media/image8.png"/><Relationship Id="rId4" Type="http://schemas.openxmlformats.org/officeDocument/2006/relationships/image" Target="../media/image35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41.svg"/><Relationship Id="rId5" Type="http://schemas.openxmlformats.org/officeDocument/2006/relationships/image" Target="../media/image36.sv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image" Target="../media/image41.svg"/><Relationship Id="rId5" Type="http://schemas.openxmlformats.org/officeDocument/2006/relationships/image" Target="../media/image36.svg"/><Relationship Id="rId10" Type="http://schemas.openxmlformats.org/officeDocument/2006/relationships/image" Target="../media/image40.png"/><Relationship Id="rId4" Type="http://schemas.openxmlformats.org/officeDocument/2006/relationships/image" Target="../media/image35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571"/>
            <a:ext cx="106659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Supply Chain Segmentation Strategies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Customer-Based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861429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Tailored service levels for enterprise vs. SMB clients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2905839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Product-Based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888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2882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3581A3E5-7F6D-6C99-0AD1-F9DF457F585B}"/>
              </a:ext>
            </a:extLst>
          </p:cNvPr>
          <p:cNvGrpSpPr/>
          <p:nvPr/>
        </p:nvGrpSpPr>
        <p:grpSpPr>
          <a:xfrm>
            <a:off x="793790" y="760570"/>
            <a:ext cx="4572000" cy="4417339"/>
            <a:chOff x="793790" y="760570"/>
            <a:chExt cx="4572000" cy="4417339"/>
          </a:xfrm>
          <a:noFill/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2F90F5E-5CFC-2B25-353B-893CD2E0FFE6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7820739" cy="4744166"/>
            </a:xfrm>
            <a:grpFill/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32DA48A5-F2EF-A973-9E61-F6F308863722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8803838" cy="5727383"/>
              </a:xfrm>
              <a:grpFill/>
            </p:grpSpPr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EF600C18-08A1-44C4-0B81-732692980695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13042821" cy="5279233"/>
                </a:xfrm>
                <a:grpFill/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6710C66E-DD76-8454-213F-E58E097AB100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11979235" cy="4417339"/>
                  </a:xfrm>
                  <a:grpFill/>
                </p:grpSpPr>
                <p:grpSp>
                  <p:nvGrpSpPr>
                    <p:cNvPr id="27" name="Group 26">
                      <a:extLst>
                        <a:ext uri="{FF2B5EF4-FFF2-40B4-BE49-F238E27FC236}">
                          <a16:creationId xmlns:a16="http://schemas.microsoft.com/office/drawing/2014/main" id="{02B06C10-16DF-BD0D-136E-232C689C8A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7820739" cy="2484597"/>
                    </a:xfrm>
                    <a:grpFill/>
                  </p:grpSpPr>
                  <p:grpSp>
                    <p:nvGrpSpPr>
                      <p:cNvPr id="26" name="Group 25">
                        <a:extLst>
                          <a:ext uri="{FF2B5EF4-FFF2-40B4-BE49-F238E27FC236}">
                            <a16:creationId xmlns:a16="http://schemas.microsoft.com/office/drawing/2014/main" id="{EC528C12-FB70-6653-62DC-1F624FC316E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8803838" cy="5727383"/>
                      </a:xfrm>
                      <a:grpFill/>
                    </p:grpSpPr>
                    <p:grpSp>
                      <p:nvGrpSpPr>
                        <p:cNvPr id="25" name="Group 24">
                          <a:extLst>
                            <a:ext uri="{FF2B5EF4-FFF2-40B4-BE49-F238E27FC236}">
                              <a16:creationId xmlns:a16="http://schemas.microsoft.com/office/drawing/2014/main" id="{3C5E96FF-76CC-B824-FCBE-91D23A6E39C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13042821" cy="2826664"/>
                        </a:xfrm>
                        <a:grpFill/>
                      </p:grpSpPr>
                      <p:grpSp>
                        <p:nvGrpSpPr>
                          <p:cNvPr id="24" name="Group 23">
                            <a:extLst>
                              <a:ext uri="{FF2B5EF4-FFF2-40B4-BE49-F238E27FC236}">
                                <a16:creationId xmlns:a16="http://schemas.microsoft.com/office/drawing/2014/main" id="{42D7EF1E-A950-E473-CFFD-15755371FED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11979235" cy="1964771"/>
                          </a:xfrm>
                          <a:grpFill/>
                        </p:grpSpPr>
                        <p:grpSp>
                          <p:nvGrpSpPr>
                            <p:cNvPr id="23" name="Group 22">
                              <a:extLst>
                                <a:ext uri="{FF2B5EF4-FFF2-40B4-BE49-F238E27FC236}">
                                  <a16:creationId xmlns:a16="http://schemas.microsoft.com/office/drawing/2014/main" id="{8D958DC7-9319-5AFA-69D3-DE8F614EED7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760570"/>
                              <a:ext cx="4572000" cy="1371600"/>
                              <a:chOff x="793790" y="760570"/>
                              <a:chExt cx="5561171" cy="2484597"/>
                            </a:xfrm>
                            <a:grpFill/>
                          </p:grpSpPr>
                          <p:grpSp>
                            <p:nvGrpSpPr>
                              <p:cNvPr id="22" name="Group 21">
                                <a:extLst>
                                  <a:ext uri="{FF2B5EF4-FFF2-40B4-BE49-F238E27FC236}">
                                    <a16:creationId xmlns:a16="http://schemas.microsoft.com/office/drawing/2014/main" id="{73D21658-FA36-AB15-9AD5-4E977CC5D20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760570"/>
                                <a:ext cx="4572000" cy="1371600"/>
                                <a:chOff x="793790" y="760570"/>
                                <a:chExt cx="8803838" cy="5727383"/>
                              </a:xfrm>
                              <a:grpFill/>
                            </p:grpSpPr>
                            <p:grpSp>
                              <p:nvGrpSpPr>
                                <p:cNvPr id="21" name="Group 20">
                                  <a:extLst>
                                    <a:ext uri="{FF2B5EF4-FFF2-40B4-BE49-F238E27FC236}">
                                      <a16:creationId xmlns:a16="http://schemas.microsoft.com/office/drawing/2014/main" id="{3176A159-B16B-3E18-408D-219727CB9D59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760570"/>
                                  <a:ext cx="4572000" cy="1371600"/>
                                  <a:chOff x="793790" y="760570"/>
                                  <a:chExt cx="4572000" cy="2826664"/>
                                </a:xfrm>
                                <a:grpFill/>
                              </p:grpSpPr>
                              <p:grpSp>
                                <p:nvGrpSpPr>
                                  <p:cNvPr id="20" name="Group 19">
                                    <a:extLst>
                                      <a:ext uri="{FF2B5EF4-FFF2-40B4-BE49-F238E27FC236}">
                                        <a16:creationId xmlns:a16="http://schemas.microsoft.com/office/drawing/2014/main" id="{2901BDC7-3109-8E18-04AB-A21982B6BB3B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93790" y="760570"/>
                                    <a:ext cx="4572000" cy="1371600"/>
                                    <a:chOff x="793790" y="760570"/>
                                    <a:chExt cx="4572000" cy="1964771"/>
                                  </a:xfrm>
                                  <a:grpFill/>
                                </p:grpSpPr>
                                <p:sp>
                                  <p:nvSpPr>
                                    <p:cNvPr id="2" name="Text 0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3790" y="760570"/>
                                      <a:ext cx="4572000" cy="1371600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5550"/>
                                        </a:lnSpc>
                                        <a:buNone/>
                                      </a:pPr>
                                      <a:r>
                                        <a:rPr lang="en-US" sz="3200" b="1" dirty="0">
                                          <a:solidFill>
                                            <a:srgbClr val="000000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Supply Chain Segmentation Strategies</a:t>
                                      </a:r>
                                      <a:endParaRPr lang="en-US" sz="445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3" name="Text 1"/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857256" y="2371011"/>
                                      <a:ext cx="2835235" cy="354330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r">
                                        <a:lnSpc>
                                          <a:spcPts val="2750"/>
                                        </a:lnSpc>
                                        <a:buNone/>
                                      </a:pPr>
                                      <a:r>
                                        <a:rPr lang="en-US" sz="2200" b="1" dirty="0">
                                          <a:solidFill>
                                            <a:srgbClr val="272525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Customer-Based</a:t>
                                      </a:r>
                                      <a:endParaRPr lang="en-US" sz="220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4" name="Text 2" descr="Decorative – no critical information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2861429"/>
                                    <a:ext cx="3898702" cy="725805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 anchor="t"/>
                                  <a:lstStyle/>
                                  <a:p>
                                    <a:pPr marL="0" indent="0" algn="r">
                                      <a:lnSpc>
                                        <a:spcPts val="2850"/>
                                      </a:lnSpc>
                                      <a:buNone/>
                                    </a:pPr>
                                    <a:r>
                                      <a:rPr lang="en-US" sz="1750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" pitchFamily="34" charset="-122"/>
                                        <a:cs typeface="Inter" pitchFamily="34" charset="-120"/>
                                      </a:rPr>
                                      <a:t>Tailored service levels for enterprise vs. SMB clients</a:t>
                                    </a:r>
                                    <a:endParaRPr lang="en-US" sz="17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pic>
                              <p:nvPicPr>
                                <p:cNvPr id="5" name="Image 0" descr="Decorative – no critical information"/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3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5032653" y="1922978"/>
                                  <a:ext cx="4564975" cy="4564975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</p:pic>
                          </p:grpSp>
                          <p:pic>
                            <p:nvPicPr>
                              <p:cNvPr id="6" name="Image 1" descr="Decorative – no critical information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4">
                                <a:extLst>
                                  <a:ext uri="{96DAC541-7B7A-43D3-8B79-37D633B846F1}">
                                    <asvg:svgBlip xmlns:asvg="http://schemas.microsoft.com/office/drawing/2016/SVG/main" r:embed="rId5"/>
                                  </a:ext>
                                </a:extLst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6015633" y="2905839"/>
                                <a:ext cx="339328" cy="339328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grpSp>
                        <p:sp>
                          <p:nvSpPr>
                            <p:cNvPr id="7" name="Text 3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9937790" y="2371011"/>
                              <a:ext cx="2835235" cy="35433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750"/>
                                </a:lnSpc>
                                <a:buNone/>
                              </a:pPr>
                              <a:r>
                                <a:rPr lang="en-US" sz="22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Product-Based</a:t>
                              </a:r>
                              <a:endParaRPr lang="en-US" sz="2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8" name="Text 4" descr="Decorative – no critical information"/>
                          <p:cNvSpPr/>
                          <p:nvPr/>
                        </p:nvSpPr>
                        <p:spPr>
                          <a:xfrm>
                            <a:off x="9937790" y="2861429"/>
                            <a:ext cx="3898821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Different handling for high-value vs. commodity items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pic>
                      <p:nvPicPr>
                        <p:cNvPr id="9" name="Image 2" descr="Decorative – no critical information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032653" y="1922978"/>
                          <a:ext cx="4564975" cy="456497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</p:pic>
                  </p:grpSp>
                  <p:pic>
                    <p:nvPicPr>
                      <p:cNvPr id="10" name="Image 3" descr="Decorative – no critical information"/>
                      <p:cNvPicPr>
                        <a:picLocks noChangeAspect="1"/>
                      </p:cNvPicPr>
                      <p:nvPr/>
                    </p:nvPicPr>
                    <p:blipFill>
                      <a:blip r:embed="rId7">
                        <a:extLst>
                          <a:ext uri="{96DAC541-7B7A-43D3-8B79-37D633B846F1}">
                            <asvg:svgBlip xmlns:asvg="http://schemas.microsoft.com/office/drawing/2016/SVG/main" r:embed="rId8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275201" y="2905839"/>
                        <a:ext cx="339328" cy="339328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11" name="Text 5" descr="Decorative – no critical information"/>
                    <p:cNvSpPr/>
                    <p:nvPr/>
                  </p:nvSpPr>
                  <p:spPr>
                    <a:xfrm>
                      <a:off x="9937790" y="4823579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Geographic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2" name="Text 6" descr="Decorative – no critical information"/>
                  <p:cNvSpPr/>
                  <p:nvPr/>
                </p:nvSpPr>
                <p:spPr>
                  <a:xfrm>
                    <a:off x="9937790" y="5313998"/>
                    <a:ext cx="3898821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Region-specific distribution strategies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13" name="Image 4" descr="Decorative – no critical information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32653" y="1922978"/>
                  <a:ext cx="4564975" cy="456497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</p:grpSp>
          <p:pic>
            <p:nvPicPr>
              <p:cNvPr id="14" name="Image 5" descr="Decorative – no critical information"/>
              <p:cNvPicPr>
                <a:picLocks noChangeAspect="1"/>
              </p:cNvPicPr>
              <p:nvPr/>
            </p:nvPicPr>
            <p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8275201" y="5165408"/>
                <a:ext cx="339328" cy="339328"/>
              </a:xfrm>
              <a:prstGeom prst="rect">
                <a:avLst/>
              </a:prstGeom>
            </p:spPr>
          </p:pic>
        </p:grpSp>
        <p:sp>
          <p:nvSpPr>
            <p:cNvPr id="15" name="Text 7" descr="Decorative – no critical information"/>
            <p:cNvSpPr/>
            <p:nvPr/>
          </p:nvSpPr>
          <p:spPr>
            <a:xfrm>
              <a:off x="1857256" y="4823579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Service Level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6" name="Text 8" descr="Decorative – no critical information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289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227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5142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843F2AD-1CDC-A307-574F-84C07F68E0FD}"/>
              </a:ext>
            </a:extLst>
          </p:cNvPr>
          <p:cNvGrpSpPr/>
          <p:nvPr/>
        </p:nvGrpSpPr>
        <p:grpSpPr>
          <a:xfrm>
            <a:off x="793790" y="760570"/>
            <a:ext cx="4572000" cy="2826664"/>
            <a:chOff x="793790" y="760570"/>
            <a:chExt cx="4572000" cy="2826664"/>
          </a:xfrm>
          <a:solidFill>
            <a:srgbClr val="C07000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E1A384A-330F-995B-74C2-A321261FB31B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4572000" cy="1964771"/>
            </a:xfrm>
            <a:grpFill/>
          </p:grpSpPr>
          <p:sp>
            <p:nvSpPr>
              <p:cNvPr id="5" name="Text 0">
                <a:extLst>
                  <a:ext uri="{FF2B5EF4-FFF2-40B4-BE49-F238E27FC236}">
                    <a16:creationId xmlns:a16="http://schemas.microsoft.com/office/drawing/2014/main" id="{E5D07C16-FBFC-6B23-EF79-CF3243622B4C}"/>
                  </a:ext>
                </a:extLst>
              </p:cNvPr>
              <p:cNvSpPr/>
              <p:nvPr/>
            </p:nvSpPr>
            <p:spPr>
              <a:xfrm>
                <a:off x="793790" y="760570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Supply Chain Segmentation Strategies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6" name="Text 1">
                <a:extLst>
                  <a:ext uri="{FF2B5EF4-FFF2-40B4-BE49-F238E27FC236}">
                    <a16:creationId xmlns:a16="http://schemas.microsoft.com/office/drawing/2014/main" id="{5DED6590-1ECB-03EC-EC23-5A4FD5455610}"/>
                  </a:ext>
                </a:extLst>
              </p:cNvPr>
              <p:cNvSpPr/>
              <p:nvPr/>
            </p:nvSpPr>
            <p:spPr>
              <a:xfrm>
                <a:off x="1857256" y="2371011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r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Customer-Based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2" descr="Decorative – no critical information">
              <a:extLst>
                <a:ext uri="{FF2B5EF4-FFF2-40B4-BE49-F238E27FC236}">
                  <a16:creationId xmlns:a16="http://schemas.microsoft.com/office/drawing/2014/main" id="{225EE0B2-2ACD-AEF5-3B1B-DB507FA1E504}"/>
                </a:ext>
              </a:extLst>
            </p:cNvPr>
            <p:cNvSpPr/>
            <p:nvPr/>
          </p:nvSpPr>
          <p:spPr>
            <a:xfrm>
              <a:off x="793790" y="2861429"/>
              <a:ext cx="3898702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Tailored service levels for enterprise vs. SMB clients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E8C75B6-5812-E048-A79B-BE4ECA4B67A8}"/>
              </a:ext>
            </a:extLst>
          </p:cNvPr>
          <p:cNvGrpSpPr/>
          <p:nvPr/>
        </p:nvGrpSpPr>
        <p:grpSpPr>
          <a:xfrm>
            <a:off x="793790" y="760570"/>
            <a:ext cx="8803838" cy="5727383"/>
            <a:chOff x="793790" y="760570"/>
            <a:chExt cx="8803838" cy="5727383"/>
          </a:xfrm>
          <a:solidFill>
            <a:srgbClr val="C07000"/>
          </a:solidFill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3E4A04-D03E-72E1-883A-33D004CB6D20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4572000" cy="2826664"/>
            </a:xfrm>
            <a:grpFill/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4F46360A-6CC0-9F9C-C8F9-6811CC9AD825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4572000" cy="1964771"/>
              </a:xfrm>
              <a:grpFill/>
            </p:grpSpPr>
            <p:sp>
              <p:nvSpPr>
                <p:cNvPr id="12" name="Text 0">
                  <a:extLst>
                    <a:ext uri="{FF2B5EF4-FFF2-40B4-BE49-F238E27FC236}">
                      <a16:creationId xmlns:a16="http://schemas.microsoft.com/office/drawing/2014/main" id="{7142A7A9-9D32-B2A4-E7DD-DE191967481A}"/>
                    </a:ext>
                  </a:extLst>
                </p:cNvPr>
                <p:cNvSpPr/>
                <p:nvPr/>
              </p:nvSpPr>
              <p:spPr>
                <a:xfrm>
                  <a:off x="793790" y="760570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Supply Chain Segmentation Strategies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13" name="Text 1">
                  <a:extLst>
                    <a:ext uri="{FF2B5EF4-FFF2-40B4-BE49-F238E27FC236}">
                      <a16:creationId xmlns:a16="http://schemas.microsoft.com/office/drawing/2014/main" id="{60583AEB-377C-F0F3-D66B-04F6ABF5CA3C}"/>
                    </a:ext>
                  </a:extLst>
                </p:cNvPr>
                <p:cNvSpPr/>
                <p:nvPr/>
              </p:nvSpPr>
              <p:spPr>
                <a:xfrm>
                  <a:off x="1857256" y="2371011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r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Customer-Based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1" name="Text 2" descr="Decorative – no critical information">
                <a:extLst>
                  <a:ext uri="{FF2B5EF4-FFF2-40B4-BE49-F238E27FC236}">
                    <a16:creationId xmlns:a16="http://schemas.microsoft.com/office/drawing/2014/main" id="{F68A0B27-08E8-4F5B-0091-556A80123843}"/>
                  </a:ext>
                </a:extLst>
              </p:cNvPr>
              <p:cNvSpPr/>
              <p:nvPr/>
            </p:nvSpPr>
            <p:spPr>
              <a:xfrm>
                <a:off x="793790" y="2861429"/>
                <a:ext cx="3898702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r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Tailored service levels for enterprise vs. SMB clients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9" name="Image 0" descr="Decorative – no critical information">
              <a:extLst>
                <a:ext uri="{FF2B5EF4-FFF2-40B4-BE49-F238E27FC236}">
                  <a16:creationId xmlns:a16="http://schemas.microsoft.com/office/drawing/2014/main" id="{D6BDE7DD-6286-0BA1-C647-6F458D5CB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32653" y="1922978"/>
              <a:ext cx="4564975" cy="456497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10E8D2-2554-6EEF-68AB-B5FB986C562D}"/>
              </a:ext>
            </a:extLst>
          </p:cNvPr>
          <p:cNvGrpSpPr/>
          <p:nvPr/>
        </p:nvGrpSpPr>
        <p:grpSpPr>
          <a:xfrm>
            <a:off x="793790" y="760570"/>
            <a:ext cx="5561171" cy="2484597"/>
            <a:chOff x="793790" y="760570"/>
            <a:chExt cx="5561171" cy="2484597"/>
          </a:xfrm>
          <a:solidFill>
            <a:srgbClr val="C07000"/>
          </a:solidFill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FA5F17F-37CB-89E5-563D-3E85E52669CF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8803838" cy="5727383"/>
            </a:xfrm>
            <a:grpFill/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F1556FE1-DE64-683B-94CD-32A595A17BA2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4572000" cy="2826664"/>
              </a:xfrm>
              <a:grpFill/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5568D1EB-85FB-97B7-4B1B-F98FD7C1C3C8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4572000" cy="1964771"/>
                </a:xfrm>
                <a:grpFill/>
              </p:grpSpPr>
              <p:sp>
                <p:nvSpPr>
                  <p:cNvPr id="21" name="Text 0">
                    <a:extLst>
                      <a:ext uri="{FF2B5EF4-FFF2-40B4-BE49-F238E27FC236}">
                        <a16:creationId xmlns:a16="http://schemas.microsoft.com/office/drawing/2014/main" id="{18CED9E5-CC6A-7DBF-1786-8434BE427387}"/>
                      </a:ext>
                    </a:extLst>
                  </p:cNvPr>
                  <p:cNvSpPr/>
                  <p:nvPr/>
                </p:nvSpPr>
                <p:spPr>
                  <a:xfrm>
                    <a:off x="793790" y="760570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Supply Chain Segmentation Strategies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22" name="Text 1">
                    <a:extLst>
                      <a:ext uri="{FF2B5EF4-FFF2-40B4-BE49-F238E27FC236}">
                        <a16:creationId xmlns:a16="http://schemas.microsoft.com/office/drawing/2014/main" id="{394F5240-2C02-0BC6-94FD-A2206216771F}"/>
                      </a:ext>
                    </a:extLst>
                  </p:cNvPr>
                  <p:cNvSpPr/>
                  <p:nvPr/>
                </p:nvSpPr>
                <p:spPr>
                  <a:xfrm>
                    <a:off x="1857256" y="2371011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r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Customer-Based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20" name="Text 2" descr="Decorative – no critical information">
                  <a:extLst>
                    <a:ext uri="{FF2B5EF4-FFF2-40B4-BE49-F238E27FC236}">
                      <a16:creationId xmlns:a16="http://schemas.microsoft.com/office/drawing/2014/main" id="{AC732C76-90B3-44AC-6AB5-792AFED3B89C}"/>
                    </a:ext>
                  </a:extLst>
                </p:cNvPr>
                <p:cNvSpPr/>
                <p:nvPr/>
              </p:nvSpPr>
              <p:spPr>
                <a:xfrm>
                  <a:off x="793790" y="2861429"/>
                  <a:ext cx="3898702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r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Tailored service levels for enterprise vs. SMB clients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18" name="Image 0" descr="Decorative – no critical information">
                <a:extLst>
                  <a:ext uri="{FF2B5EF4-FFF2-40B4-BE49-F238E27FC236}">
                    <a16:creationId xmlns:a16="http://schemas.microsoft.com/office/drawing/2014/main" id="{3EEB675B-9D88-56F7-0F1F-F96E8F3CDD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32653" y="1922978"/>
                <a:ext cx="4564975" cy="456497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pic>
          <p:nvPicPr>
            <p:cNvPr id="16" name="Image 1" descr="Decorative – no critical information">
              <a:extLst>
                <a:ext uri="{FF2B5EF4-FFF2-40B4-BE49-F238E27FC236}">
                  <a16:creationId xmlns:a16="http://schemas.microsoft.com/office/drawing/2014/main" id="{3CAB4FF0-7057-FEE2-58D0-CFE82950D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15633" y="2905839"/>
              <a:ext cx="339328" cy="339328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D85F5F0-D1B4-1D43-48D1-B706B7DC445F}"/>
              </a:ext>
            </a:extLst>
          </p:cNvPr>
          <p:cNvGrpSpPr/>
          <p:nvPr/>
        </p:nvGrpSpPr>
        <p:grpSpPr>
          <a:xfrm>
            <a:off x="793790" y="760570"/>
            <a:ext cx="11979235" cy="1964771"/>
            <a:chOff x="793790" y="760570"/>
            <a:chExt cx="11979235" cy="1964771"/>
          </a:xfrm>
          <a:noFill/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9AF86F-AD11-5991-E650-E572AF59D5DD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5561171" cy="2484597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16EF53AC-233B-2B67-DEF8-16D6F5CA2B28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8803838" cy="5727383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896DD28A-CEA0-2F0C-83F5-33CA09004AE5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4572000" cy="2826664"/>
                </a:xfrm>
                <a:grpFill/>
              </p:grpSpPr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17B96968-8E37-2E6A-6E03-BD7FFBFE1726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4572000" cy="1964771"/>
                  </a:xfrm>
                  <a:grpFill/>
                </p:grpSpPr>
                <p:sp>
                  <p:nvSpPr>
                    <p:cNvPr id="32" name="Text 0">
                      <a:extLst>
                        <a:ext uri="{FF2B5EF4-FFF2-40B4-BE49-F238E27FC236}">
                          <a16:creationId xmlns:a16="http://schemas.microsoft.com/office/drawing/2014/main" id="{792F572C-4BC1-5CE5-E4FA-BDD169069C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90" y="760570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55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Supply Chain Segmentation Strategies</a:t>
                      </a:r>
                      <a:endParaRPr lang="en-US" sz="44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3" name="Text 1">
                      <a:extLst>
                        <a:ext uri="{FF2B5EF4-FFF2-40B4-BE49-F238E27FC236}">
                          <a16:creationId xmlns:a16="http://schemas.microsoft.com/office/drawing/2014/main" id="{188C32DF-7E06-873F-4323-625B767326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57256" y="2371011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r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Customer-Based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31" name="Text 2" descr="Decorative – no critical information">
                    <a:extLst>
                      <a:ext uri="{FF2B5EF4-FFF2-40B4-BE49-F238E27FC236}">
                        <a16:creationId xmlns:a16="http://schemas.microsoft.com/office/drawing/2014/main" id="{3EA01C41-C593-0C90-4DEB-86C78B39BD51}"/>
                      </a:ext>
                    </a:extLst>
                  </p:cNvPr>
                  <p:cNvSpPr/>
                  <p:nvPr/>
                </p:nvSpPr>
                <p:spPr>
                  <a:xfrm>
                    <a:off x="793790" y="2861429"/>
                    <a:ext cx="3898702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r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Tailored service levels for enterprise vs. SMB clients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29" name="Image 0" descr="Decorative – no critical information">
                  <a:extLst>
                    <a:ext uri="{FF2B5EF4-FFF2-40B4-BE49-F238E27FC236}">
                      <a16:creationId xmlns:a16="http://schemas.microsoft.com/office/drawing/2014/main" id="{FEC133EF-C613-6DA8-15E5-40596D0190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32653" y="1922978"/>
                  <a:ext cx="4564975" cy="456497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</p:grpSp>
          <p:pic>
            <p:nvPicPr>
              <p:cNvPr id="27" name="Image 1" descr="Decorative – no critical information">
                <a:extLst>
                  <a:ext uri="{FF2B5EF4-FFF2-40B4-BE49-F238E27FC236}">
                    <a16:creationId xmlns:a16="http://schemas.microsoft.com/office/drawing/2014/main" id="{76B98CEF-EEBF-F578-04EC-2F3B370CC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6015633" y="2905839"/>
                <a:ext cx="339328" cy="339328"/>
              </a:xfrm>
              <a:prstGeom prst="rect">
                <a:avLst/>
              </a:prstGeom>
            </p:spPr>
          </p:pic>
        </p:grpSp>
        <p:sp>
          <p:nvSpPr>
            <p:cNvPr id="25" name="Text 3" descr="Decorative – no critical information">
              <a:extLst>
                <a:ext uri="{FF2B5EF4-FFF2-40B4-BE49-F238E27FC236}">
                  <a16:creationId xmlns:a16="http://schemas.microsoft.com/office/drawing/2014/main" id="{1A45EF22-43B9-E2C3-6622-6232977ECE2B}"/>
                </a:ext>
              </a:extLst>
            </p:cNvPr>
            <p:cNvSpPr/>
            <p:nvPr/>
          </p:nvSpPr>
          <p:spPr>
            <a:xfrm>
              <a:off x="9937790" y="2371011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Product-Based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C098F79-144D-32AA-CBA6-AC868F45B877}"/>
              </a:ext>
            </a:extLst>
          </p:cNvPr>
          <p:cNvGrpSpPr/>
          <p:nvPr/>
        </p:nvGrpSpPr>
        <p:grpSpPr>
          <a:xfrm>
            <a:off x="793790" y="760570"/>
            <a:ext cx="13042821" cy="2826664"/>
            <a:chOff x="793790" y="760570"/>
            <a:chExt cx="13042821" cy="2826664"/>
          </a:xfrm>
          <a:solidFill>
            <a:srgbClr val="C07000"/>
          </a:solidFill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9BE0617-D6C0-EE49-76A9-F9C3BF8AB9BD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1979235" cy="1964771"/>
            </a:xfrm>
            <a:grpFill/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2BCBD7A-C17E-0BCF-796F-114132E6F97C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5561171" cy="2484597"/>
              </a:xfrm>
              <a:grpFill/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1EAD67EB-1CEB-6173-FF49-685944EF6C06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8803838" cy="5727383"/>
                </a:xfrm>
                <a:grpFill/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3A282246-0F6E-1B4C-2A02-7715A6AAD7B6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4572000" cy="2826664"/>
                  </a:xfrm>
                  <a:grpFill/>
                </p:grpSpPr>
                <p:grpSp>
                  <p:nvGrpSpPr>
                    <p:cNvPr id="43" name="Group 42">
                      <a:extLst>
                        <a:ext uri="{FF2B5EF4-FFF2-40B4-BE49-F238E27FC236}">
                          <a16:creationId xmlns:a16="http://schemas.microsoft.com/office/drawing/2014/main" id="{169296C3-78C2-C0EE-2CAD-FC7E8EA33B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4572000" cy="1964771"/>
                    </a:xfrm>
                    <a:grpFill/>
                  </p:grpSpPr>
                  <p:sp>
                    <p:nvSpPr>
                      <p:cNvPr id="45" name="Text 0">
                        <a:extLst>
                          <a:ext uri="{FF2B5EF4-FFF2-40B4-BE49-F238E27FC236}">
                            <a16:creationId xmlns:a16="http://schemas.microsoft.com/office/drawing/2014/main" id="{B1D8A111-33A5-0346-D95D-70514E1049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790" y="760570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55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Supply Chain Segmentation Strategies</a:t>
                        </a:r>
                        <a:endParaRPr lang="en-US" sz="44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46" name="Text 1">
                        <a:extLst>
                          <a:ext uri="{FF2B5EF4-FFF2-40B4-BE49-F238E27FC236}">
                            <a16:creationId xmlns:a16="http://schemas.microsoft.com/office/drawing/2014/main" id="{C4428CE8-8804-E8C5-52F6-9288EB1930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57256" y="2371011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r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Customer-Based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4" name="Text 2" descr="Decorative – no critical information">
                      <a:extLst>
                        <a:ext uri="{FF2B5EF4-FFF2-40B4-BE49-F238E27FC236}">
                          <a16:creationId xmlns:a16="http://schemas.microsoft.com/office/drawing/2014/main" id="{F4F6BAD2-502F-9BA0-4022-B6299A076D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3790" y="2861429"/>
                      <a:ext cx="3898702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r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Tailored service levels for enterprise vs. SMB clients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42" name="Image 0" descr="Decorative – no critical information">
                    <a:extLst>
                      <a:ext uri="{FF2B5EF4-FFF2-40B4-BE49-F238E27FC236}">
                        <a16:creationId xmlns:a16="http://schemas.microsoft.com/office/drawing/2014/main" id="{F54D6053-57F7-EDF8-CD28-B0B1B016A4B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032653" y="1922978"/>
                    <a:ext cx="4564975" cy="456497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pic>
              <p:nvPicPr>
                <p:cNvPr id="40" name="Image 1" descr="Decorative – no critical information">
                  <a:extLst>
                    <a:ext uri="{FF2B5EF4-FFF2-40B4-BE49-F238E27FC236}">
                      <a16:creationId xmlns:a16="http://schemas.microsoft.com/office/drawing/2014/main" id="{D874BA39-529A-F08F-7C2C-AED050A492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15633" y="2905839"/>
                  <a:ext cx="339328" cy="339328"/>
                </a:xfrm>
                <a:prstGeom prst="rect">
                  <a:avLst/>
                </a:prstGeom>
              </p:spPr>
            </p:pic>
          </p:grpSp>
          <p:sp>
            <p:nvSpPr>
              <p:cNvPr id="38" name="Text 3" descr="Decorative – no critical information">
                <a:extLst>
                  <a:ext uri="{FF2B5EF4-FFF2-40B4-BE49-F238E27FC236}">
                    <a16:creationId xmlns:a16="http://schemas.microsoft.com/office/drawing/2014/main" id="{A521B141-635C-F8F9-EE91-842628D365E9}"/>
                  </a:ext>
                </a:extLst>
              </p:cNvPr>
              <p:cNvSpPr/>
              <p:nvPr/>
            </p:nvSpPr>
            <p:spPr>
              <a:xfrm>
                <a:off x="9937790" y="2371011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Product-Based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36" name="Text 4" descr="Decorative – no critical information">
              <a:extLst>
                <a:ext uri="{FF2B5EF4-FFF2-40B4-BE49-F238E27FC236}">
                  <a16:creationId xmlns:a16="http://schemas.microsoft.com/office/drawing/2014/main" id="{6333FDFC-EB69-A231-AA28-C0C4605AA2D7}"/>
                </a:ext>
              </a:extLst>
            </p:cNvPr>
            <p:cNvSpPr/>
            <p:nvPr/>
          </p:nvSpPr>
          <p:spPr>
            <a:xfrm>
              <a:off x="9937790" y="2861429"/>
              <a:ext cx="38988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Different handling for high-value vs. commodity items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C42381B-3134-43E9-37B2-5E68B2791A9E}"/>
              </a:ext>
            </a:extLst>
          </p:cNvPr>
          <p:cNvGrpSpPr/>
          <p:nvPr/>
        </p:nvGrpSpPr>
        <p:grpSpPr>
          <a:xfrm>
            <a:off x="946190" y="912970"/>
            <a:ext cx="8803838" cy="5727383"/>
            <a:chOff x="793790" y="760570"/>
            <a:chExt cx="8803838" cy="5727383"/>
          </a:xfrm>
          <a:noFill/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1A11972C-0951-E212-7FD8-0DE3353F6681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3042821" cy="2826664"/>
            </a:xfrm>
            <a:grpFill/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641AC5F9-F322-D6DE-CD05-09D9249CA26D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1979235" cy="1964771"/>
              </a:xfrm>
              <a:grpFill/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D7E1C991-C3AA-1413-C6A3-012F22936169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5561171" cy="2484597"/>
                </a:xfrm>
                <a:grpFill/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850316A0-BF48-761D-22E7-C0B49D4CADC5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8803838" cy="5727383"/>
                  </a:xfrm>
                  <a:grpFill/>
                </p:grpSpPr>
                <p:grpSp>
                  <p:nvGrpSpPr>
                    <p:cNvPr id="56" name="Group 55">
                      <a:extLst>
                        <a:ext uri="{FF2B5EF4-FFF2-40B4-BE49-F238E27FC236}">
                          <a16:creationId xmlns:a16="http://schemas.microsoft.com/office/drawing/2014/main" id="{31A295F9-C03F-5B57-5D28-C9DD3CC90D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4572000" cy="2826664"/>
                    </a:xfrm>
                    <a:grpFill/>
                  </p:grpSpPr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95FF0A1A-C4B0-D164-7D36-DFFC2B14322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4572000" cy="1964771"/>
                      </a:xfrm>
                      <a:grpFill/>
                    </p:grpSpPr>
                    <p:sp>
                      <p:nvSpPr>
                        <p:cNvPr id="60" name="Text 0">
                          <a:extLst>
                            <a:ext uri="{FF2B5EF4-FFF2-40B4-BE49-F238E27FC236}">
                              <a16:creationId xmlns:a16="http://schemas.microsoft.com/office/drawing/2014/main" id="{C1AE869A-2077-EAD6-79CA-24BE444E7C8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3790" y="760570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55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Supply Chain Segmentation Strategies</a:t>
                          </a:r>
                          <a:endParaRPr lang="en-US" sz="44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61" name="Text 1">
                          <a:extLst>
                            <a:ext uri="{FF2B5EF4-FFF2-40B4-BE49-F238E27FC236}">
                              <a16:creationId xmlns:a16="http://schemas.microsoft.com/office/drawing/2014/main" id="{A4FA58FD-7DA1-05E8-8D8E-3F7B0195B47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857256" y="2371011"/>
                          <a:ext cx="2835235" cy="35433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r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Customer-Based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59" name="Text 2" descr="Decorative – no critical information">
                        <a:extLst>
                          <a:ext uri="{FF2B5EF4-FFF2-40B4-BE49-F238E27FC236}">
                            <a16:creationId xmlns:a16="http://schemas.microsoft.com/office/drawing/2014/main" id="{C673ADCF-E5A6-251E-C25B-EF38A11430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3790" y="2861429"/>
                        <a:ext cx="3898702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r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Tailored service levels for enterprise vs. SMB clients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57" name="Image 0" descr="Decorative – no critical information">
                      <a:extLst>
                        <a:ext uri="{FF2B5EF4-FFF2-40B4-BE49-F238E27FC236}">
                          <a16:creationId xmlns:a16="http://schemas.microsoft.com/office/drawing/2014/main" id="{B719BBE9-6344-49AB-AF8F-5B0BA43F0F8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5032653" y="1922978"/>
                      <a:ext cx="4564975" cy="456497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</p:grpSp>
              <p:pic>
                <p:nvPicPr>
                  <p:cNvPr id="55" name="Image 1" descr="Decorative – no critical information">
                    <a:extLst>
                      <a:ext uri="{FF2B5EF4-FFF2-40B4-BE49-F238E27FC236}">
                        <a16:creationId xmlns:a16="http://schemas.microsoft.com/office/drawing/2014/main" id="{790106A3-5F20-E5DE-5507-C21D5336D58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96DAC541-7B7A-43D3-8B79-37D633B846F1}">
                        <asvg:svgBlip xmlns:asvg="http://schemas.microsoft.com/office/drawing/2016/SVG/main" r:embed="rId11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15633" y="2905839"/>
                    <a:ext cx="339328" cy="33932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53" name="Text 3" descr="Decorative – no critical information">
                  <a:extLst>
                    <a:ext uri="{FF2B5EF4-FFF2-40B4-BE49-F238E27FC236}">
                      <a16:creationId xmlns:a16="http://schemas.microsoft.com/office/drawing/2014/main" id="{6F4BC68E-2062-EFCB-F4CA-F2B95EF8054F}"/>
                    </a:ext>
                  </a:extLst>
                </p:cNvPr>
                <p:cNvSpPr/>
                <p:nvPr/>
              </p:nvSpPr>
              <p:spPr>
                <a:xfrm>
                  <a:off x="9937790" y="2371011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Product-Based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51" name="Text 4" descr="Decorative – no critical information">
                <a:extLst>
                  <a:ext uri="{FF2B5EF4-FFF2-40B4-BE49-F238E27FC236}">
                    <a16:creationId xmlns:a16="http://schemas.microsoft.com/office/drawing/2014/main" id="{FFBF804E-3532-9E46-10E8-A9BA998C6F73}"/>
                  </a:ext>
                </a:extLst>
              </p:cNvPr>
              <p:cNvSpPr/>
              <p:nvPr/>
            </p:nvSpPr>
            <p:spPr>
              <a:xfrm>
                <a:off x="9937790" y="2861429"/>
                <a:ext cx="38988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Different handling for high-value vs. commodity items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49" name="Image 2" descr="Decorative – no critical information">
              <a:extLst>
                <a:ext uri="{FF2B5EF4-FFF2-40B4-BE49-F238E27FC236}">
                  <a16:creationId xmlns:a16="http://schemas.microsoft.com/office/drawing/2014/main" id="{FC42F299-0B83-EEA4-8D66-5AB53A5F6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032653" y="1922978"/>
              <a:ext cx="4564975" cy="456497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D947B23-183D-D15D-64C5-88A05C19314A}"/>
              </a:ext>
            </a:extLst>
          </p:cNvPr>
          <p:cNvGrpSpPr/>
          <p:nvPr/>
        </p:nvGrpSpPr>
        <p:grpSpPr>
          <a:xfrm>
            <a:off x="793790" y="760570"/>
            <a:ext cx="7820739" cy="2484597"/>
            <a:chOff x="793790" y="760570"/>
            <a:chExt cx="7820739" cy="2484597"/>
          </a:xfrm>
          <a:noFill/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7116864B-4CE5-171B-3A08-C9F57673805F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8803838" cy="5727383"/>
            </a:xfrm>
            <a:grpFill/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EBFF6B73-6343-2E63-C1C0-3CBBA9810410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3042821" cy="2826664"/>
              </a:xfrm>
              <a:grpFill/>
            </p:grpSpPr>
            <p:grpSp>
              <p:nvGrpSpPr>
                <p:cNvPr id="67" name="Group 66">
                  <a:extLst>
                    <a:ext uri="{FF2B5EF4-FFF2-40B4-BE49-F238E27FC236}">
                      <a16:creationId xmlns:a16="http://schemas.microsoft.com/office/drawing/2014/main" id="{1C847CFE-259E-BE5B-9890-26BEFBA558F6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11979235" cy="1964771"/>
                </a:xfrm>
                <a:grpFill/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397020CE-E4CC-0B6D-9386-7B4298463946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5561171" cy="2484597"/>
                  </a:xfrm>
                  <a:grpFill/>
                </p:grpSpPr>
                <p:grpSp>
                  <p:nvGrpSpPr>
                    <p:cNvPr id="71" name="Group 70">
                      <a:extLst>
                        <a:ext uri="{FF2B5EF4-FFF2-40B4-BE49-F238E27FC236}">
                          <a16:creationId xmlns:a16="http://schemas.microsoft.com/office/drawing/2014/main" id="{6684F319-0BD3-D8AB-FDAA-6927623D1D0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8803838" cy="5727383"/>
                    </a:xfrm>
                    <a:grpFill/>
                  </p:grpSpPr>
                  <p:grpSp>
                    <p:nvGrpSpPr>
                      <p:cNvPr id="73" name="Group 72">
                        <a:extLst>
                          <a:ext uri="{FF2B5EF4-FFF2-40B4-BE49-F238E27FC236}">
                            <a16:creationId xmlns:a16="http://schemas.microsoft.com/office/drawing/2014/main" id="{78078648-84C4-813D-6425-BDD320A59AC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4572000" cy="2826664"/>
                      </a:xfrm>
                      <a:grpFill/>
                    </p:grpSpPr>
                    <p:grpSp>
                      <p:nvGrpSpPr>
                        <p:cNvPr id="75" name="Group 74">
                          <a:extLst>
                            <a:ext uri="{FF2B5EF4-FFF2-40B4-BE49-F238E27FC236}">
                              <a16:creationId xmlns:a16="http://schemas.microsoft.com/office/drawing/2014/main" id="{5742D6EB-BA76-C9AB-FDE6-84C64CD44B7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4572000" cy="1964771"/>
                        </a:xfrm>
                        <a:grpFill/>
                      </p:grpSpPr>
                      <p:sp>
                        <p:nvSpPr>
                          <p:cNvPr id="77" name="Text 0">
                            <a:extLst>
                              <a:ext uri="{FF2B5EF4-FFF2-40B4-BE49-F238E27FC236}">
                                <a16:creationId xmlns:a16="http://schemas.microsoft.com/office/drawing/2014/main" id="{5B16E855-8A50-3C71-55EA-85255F64ADC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93790" y="760570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5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Supply Chain Segmentation Strategies</a:t>
                            </a:r>
                            <a:endParaRPr lang="en-US" sz="44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78" name="Text 1">
                            <a:extLst>
                              <a:ext uri="{FF2B5EF4-FFF2-40B4-BE49-F238E27FC236}">
                                <a16:creationId xmlns:a16="http://schemas.microsoft.com/office/drawing/2014/main" id="{FAD45243-C92B-9790-7918-07F212E3B1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857256" y="2371011"/>
                            <a:ext cx="2835235" cy="35433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r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22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Customer-Based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6" name="Text 2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9A00EDAA-10DD-871C-90A1-D84E36D66C9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793790" y="2861429"/>
                          <a:ext cx="3898702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r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Tailored service levels for enterprise vs. SMB clients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pic>
                    <p:nvPicPr>
                      <p:cNvPr id="74" name="Image 0" descr="Decorative – no critical information">
                        <a:extLst>
                          <a:ext uri="{FF2B5EF4-FFF2-40B4-BE49-F238E27FC236}">
                            <a16:creationId xmlns:a16="http://schemas.microsoft.com/office/drawing/2014/main" id="{29596094-EA72-A6E1-B7A7-FA9A6B6F607E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32653" y="1922978"/>
                        <a:ext cx="4564975" cy="456497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</p:grpSp>
                <p:pic>
                  <p:nvPicPr>
                    <p:cNvPr id="72" name="Image 1" descr="Decorative – no critical information">
                      <a:extLst>
                        <a:ext uri="{FF2B5EF4-FFF2-40B4-BE49-F238E27FC236}">
                          <a16:creationId xmlns:a16="http://schemas.microsoft.com/office/drawing/2014/main" id="{C98184EA-5742-F8C9-8557-AC7C818A227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">
                      <a:extLst>
                        <a:ext uri="{96DAC541-7B7A-43D3-8B79-37D633B846F1}">
                          <asvg:svgBlip xmlns:asvg="http://schemas.microsoft.com/office/drawing/2016/SVG/main" r:embed="rId1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15633" y="2905839"/>
                      <a:ext cx="339328" cy="339328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70" name="Text 3" descr="Decorative – no critical information">
                    <a:extLst>
                      <a:ext uri="{FF2B5EF4-FFF2-40B4-BE49-F238E27FC236}">
                        <a16:creationId xmlns:a16="http://schemas.microsoft.com/office/drawing/2014/main" id="{95561646-E9F8-EF03-7920-35B82C00509D}"/>
                      </a:ext>
                    </a:extLst>
                  </p:cNvPr>
                  <p:cNvSpPr/>
                  <p:nvPr/>
                </p:nvSpPr>
                <p:spPr>
                  <a:xfrm>
                    <a:off x="9937790" y="2371011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Product-Based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68" name="Text 4" descr="Decorative – no critical information">
                  <a:extLst>
                    <a:ext uri="{FF2B5EF4-FFF2-40B4-BE49-F238E27FC236}">
                      <a16:creationId xmlns:a16="http://schemas.microsoft.com/office/drawing/2014/main" id="{DDA93CFF-CED5-72EC-587C-47D336168706}"/>
                    </a:ext>
                  </a:extLst>
                </p:cNvPr>
                <p:cNvSpPr/>
                <p:nvPr/>
              </p:nvSpPr>
              <p:spPr>
                <a:xfrm>
                  <a:off x="9937790" y="2861429"/>
                  <a:ext cx="3898821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Different handling for high-value vs. commodity items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66" name="Image 2" descr="Decorative – no critical information">
                <a:extLst>
                  <a:ext uri="{FF2B5EF4-FFF2-40B4-BE49-F238E27FC236}">
                    <a16:creationId xmlns:a16="http://schemas.microsoft.com/office/drawing/2014/main" id="{711738FA-5A32-2609-975B-829CEAF3AC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32653" y="1922978"/>
                <a:ext cx="4564975" cy="456497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pic>
          <p:nvPicPr>
            <p:cNvPr id="64" name="Image 3" descr="Decorative – no critical information">
              <a:extLst>
                <a:ext uri="{FF2B5EF4-FFF2-40B4-BE49-F238E27FC236}">
                  <a16:creationId xmlns:a16="http://schemas.microsoft.com/office/drawing/2014/main" id="{1F07536B-69DF-5808-A5BE-E0EA0EB3D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275201" y="2905839"/>
              <a:ext cx="339328" cy="339328"/>
            </a:xfrm>
            <a:prstGeom prst="rect">
              <a:avLst/>
            </a:prstGeom>
          </p:spPr>
        </p:pic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8D162A2-D9B0-987D-9715-BE0CFCC566AB}"/>
              </a:ext>
            </a:extLst>
          </p:cNvPr>
          <p:cNvGrpSpPr/>
          <p:nvPr/>
        </p:nvGrpSpPr>
        <p:grpSpPr>
          <a:xfrm>
            <a:off x="793790" y="760570"/>
            <a:ext cx="11979235" cy="4417339"/>
            <a:chOff x="793790" y="760570"/>
            <a:chExt cx="11979235" cy="4417339"/>
          </a:xfrm>
          <a:solidFill>
            <a:srgbClr val="C07000"/>
          </a:solidFill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E2697501-2472-3CE7-599C-94AFCF21BE8D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7820739" cy="2484597"/>
            </a:xfrm>
            <a:grpFill/>
          </p:grpSpPr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14454C1A-0748-DB74-99AD-34E070498F91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8803838" cy="5727383"/>
              </a:xfrm>
              <a:grpFill/>
            </p:grpSpPr>
            <p:grpSp>
              <p:nvGrpSpPr>
                <p:cNvPr id="84" name="Group 83">
                  <a:extLst>
                    <a:ext uri="{FF2B5EF4-FFF2-40B4-BE49-F238E27FC236}">
                      <a16:creationId xmlns:a16="http://schemas.microsoft.com/office/drawing/2014/main" id="{1A60E4B9-2889-3F23-25E9-00EE26C7E822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13042821" cy="2826664"/>
                </a:xfrm>
                <a:grpFill/>
              </p:grpSpPr>
              <p:grpSp>
                <p:nvGrpSpPr>
                  <p:cNvPr id="86" name="Group 85">
                    <a:extLst>
                      <a:ext uri="{FF2B5EF4-FFF2-40B4-BE49-F238E27FC236}">
                        <a16:creationId xmlns:a16="http://schemas.microsoft.com/office/drawing/2014/main" id="{01BB9EC2-4E9E-EE3C-4345-850D48B094BE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11979235" cy="1964771"/>
                  </a:xfrm>
                  <a:grpFill/>
                </p:grpSpPr>
                <p:grpSp>
                  <p:nvGrpSpPr>
                    <p:cNvPr id="88" name="Group 87">
                      <a:extLst>
                        <a:ext uri="{FF2B5EF4-FFF2-40B4-BE49-F238E27FC236}">
                          <a16:creationId xmlns:a16="http://schemas.microsoft.com/office/drawing/2014/main" id="{02C32932-5F4B-6030-2969-19D18E20BF2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5561171" cy="2484597"/>
                    </a:xfrm>
                    <a:grpFill/>
                  </p:grpSpPr>
                  <p:grpSp>
                    <p:nvGrpSpPr>
                      <p:cNvPr id="90" name="Group 89">
                        <a:extLst>
                          <a:ext uri="{FF2B5EF4-FFF2-40B4-BE49-F238E27FC236}">
                            <a16:creationId xmlns:a16="http://schemas.microsoft.com/office/drawing/2014/main" id="{52C2FDEB-1137-109E-B1E7-C9E6B6D9D7A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8803838" cy="5727383"/>
                      </a:xfrm>
                      <a:grpFill/>
                    </p:grpSpPr>
                    <p:grpSp>
                      <p:nvGrpSpPr>
                        <p:cNvPr id="92" name="Group 91">
                          <a:extLst>
                            <a:ext uri="{FF2B5EF4-FFF2-40B4-BE49-F238E27FC236}">
                              <a16:creationId xmlns:a16="http://schemas.microsoft.com/office/drawing/2014/main" id="{04007B66-5723-A2D9-C9C8-60A5160F251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4572000" cy="2826664"/>
                        </a:xfrm>
                        <a:grpFill/>
                      </p:grpSpPr>
                      <p:grpSp>
                        <p:nvGrpSpPr>
                          <p:cNvPr id="94" name="Group 93">
                            <a:extLst>
                              <a:ext uri="{FF2B5EF4-FFF2-40B4-BE49-F238E27FC236}">
                                <a16:creationId xmlns:a16="http://schemas.microsoft.com/office/drawing/2014/main" id="{F989C9FB-8EE3-5A70-7840-DF80098AE89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4572000" cy="1964771"/>
                          </a:xfrm>
                          <a:grpFill/>
                        </p:grpSpPr>
                        <p:sp>
                          <p:nvSpPr>
                            <p:cNvPr id="96" name="Text 0">
                              <a:extLst>
                                <a:ext uri="{FF2B5EF4-FFF2-40B4-BE49-F238E27FC236}">
                                  <a16:creationId xmlns:a16="http://schemas.microsoft.com/office/drawing/2014/main" id="{2DDC5730-9A47-B05E-607E-986269025A6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3790" y="760570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5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Supply Chain Segmentation Strategies</a:t>
                              </a:r>
                              <a:endParaRPr lang="en-US" sz="44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97" name="Text 1">
                              <a:extLst>
                                <a:ext uri="{FF2B5EF4-FFF2-40B4-BE49-F238E27FC236}">
                                  <a16:creationId xmlns:a16="http://schemas.microsoft.com/office/drawing/2014/main" id="{E3D99169-BAF3-C92B-46E7-EB0C2A0EC74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857256" y="2371011"/>
                              <a:ext cx="2835235" cy="35433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r">
                                <a:lnSpc>
                                  <a:spcPts val="2750"/>
                                </a:lnSpc>
                                <a:buNone/>
                              </a:pPr>
                              <a:r>
                                <a:rPr lang="en-US" sz="22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Customer-Based</a:t>
                              </a:r>
                              <a:endParaRPr lang="en-US" sz="2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95" name="Text 2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DED2B041-D18B-3653-1C4F-646F4807675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93790" y="2861429"/>
                            <a:ext cx="3898702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r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Tailored service levels for enterprise vs. SMB clients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pic>
                      <p:nvPicPr>
                        <p:cNvPr id="93" name="Image 0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FA09C7E8-1A1B-A079-8F64-BBFE54670A1C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032653" y="1922978"/>
                          <a:ext cx="4564975" cy="456497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</p:pic>
                  </p:grpSp>
                  <p:pic>
                    <p:nvPicPr>
                      <p:cNvPr id="91" name="Image 1" descr="Decorative – no critical information">
                        <a:extLst>
                          <a:ext uri="{FF2B5EF4-FFF2-40B4-BE49-F238E27FC236}">
                            <a16:creationId xmlns:a16="http://schemas.microsoft.com/office/drawing/2014/main" id="{476E6763-2D86-8871-0EB2-4B066BA7CEF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0">
                        <a:extLst>
                          <a:ext uri="{96DAC541-7B7A-43D3-8B79-37D633B846F1}">
                            <asvg:svgBlip xmlns:asvg="http://schemas.microsoft.com/office/drawing/2016/SVG/main" r:embed="rId16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15633" y="2905839"/>
                        <a:ext cx="339328" cy="339328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89" name="Text 3" descr="Decorative – no critical information">
                      <a:extLst>
                        <a:ext uri="{FF2B5EF4-FFF2-40B4-BE49-F238E27FC236}">
                          <a16:creationId xmlns:a16="http://schemas.microsoft.com/office/drawing/2014/main" id="{FFE5E84D-332E-D7B1-F5FE-D62CECE758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37790" y="2371011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Product-Based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7" name="Text 4" descr="Decorative – no critical information">
                    <a:extLst>
                      <a:ext uri="{FF2B5EF4-FFF2-40B4-BE49-F238E27FC236}">
                        <a16:creationId xmlns:a16="http://schemas.microsoft.com/office/drawing/2014/main" id="{487DF3E4-922D-4436-1D42-5DB7BD6D1E44}"/>
                      </a:ext>
                    </a:extLst>
                  </p:cNvPr>
                  <p:cNvSpPr/>
                  <p:nvPr/>
                </p:nvSpPr>
                <p:spPr>
                  <a:xfrm>
                    <a:off x="9937790" y="2861429"/>
                    <a:ext cx="3898821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Different handling for high-value vs. commodity items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85" name="Image 2" descr="Decorative – no critical information">
                  <a:extLst>
                    <a:ext uri="{FF2B5EF4-FFF2-40B4-BE49-F238E27FC236}">
                      <a16:creationId xmlns:a16="http://schemas.microsoft.com/office/drawing/2014/main" id="{3A57251D-9C28-0535-F535-BF4D29A8E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032653" y="1922978"/>
                  <a:ext cx="4564975" cy="456497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</p:grpSp>
          <p:pic>
            <p:nvPicPr>
              <p:cNvPr id="83" name="Image 3" descr="Decorative – no critical information">
                <a:extLst>
                  <a:ext uri="{FF2B5EF4-FFF2-40B4-BE49-F238E27FC236}">
                    <a16:creationId xmlns:a16="http://schemas.microsoft.com/office/drawing/2014/main" id="{565AFA6A-AC44-A4A9-08D1-91E307967C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8275201" y="2905839"/>
                <a:ext cx="339328" cy="339328"/>
              </a:xfrm>
              <a:prstGeom prst="rect">
                <a:avLst/>
              </a:prstGeom>
            </p:spPr>
          </p:pic>
        </p:grpSp>
        <p:sp>
          <p:nvSpPr>
            <p:cNvPr id="81" name="Text 5" descr="Decorative – no critical information">
              <a:extLst>
                <a:ext uri="{FF2B5EF4-FFF2-40B4-BE49-F238E27FC236}">
                  <a16:creationId xmlns:a16="http://schemas.microsoft.com/office/drawing/2014/main" id="{4F566C96-D1A7-CBD2-E14F-16AB14ECCB9D}"/>
                </a:ext>
              </a:extLst>
            </p:cNvPr>
            <p:cNvSpPr/>
            <p:nvPr/>
          </p:nvSpPr>
          <p:spPr>
            <a:xfrm>
              <a:off x="9937790" y="4823579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Geographic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7FEB1BB7-1A28-092F-2B1A-33A5DF00C2D9}"/>
              </a:ext>
            </a:extLst>
          </p:cNvPr>
          <p:cNvGrpSpPr/>
          <p:nvPr/>
        </p:nvGrpSpPr>
        <p:grpSpPr>
          <a:xfrm>
            <a:off x="793790" y="760570"/>
            <a:ext cx="13042821" cy="5279233"/>
            <a:chOff x="793790" y="760570"/>
            <a:chExt cx="13042821" cy="5279233"/>
          </a:xfrm>
          <a:noFill/>
        </p:grpSpPr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05C3A567-E930-58AD-DA6A-3976C4C21D39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1979235" cy="4417339"/>
            </a:xfrm>
            <a:grpFill/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A41406DC-A910-129C-22D5-7255F5FA8508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7820739" cy="2484597"/>
              </a:xfrm>
              <a:grpFill/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14964F8D-9563-B081-DF81-94DE4924A8F6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8803838" cy="5727383"/>
                </a:xfrm>
                <a:grpFill/>
              </p:grpSpPr>
              <p:grpSp>
                <p:nvGrpSpPr>
                  <p:cNvPr id="105" name="Group 104">
                    <a:extLst>
                      <a:ext uri="{FF2B5EF4-FFF2-40B4-BE49-F238E27FC236}">
                        <a16:creationId xmlns:a16="http://schemas.microsoft.com/office/drawing/2014/main" id="{D74CA765-EE49-9BD8-4429-8D6128BE2517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13042821" cy="2826664"/>
                  </a:xfrm>
                  <a:grpFill/>
                </p:grpSpPr>
                <p:grpSp>
                  <p:nvGrpSpPr>
                    <p:cNvPr id="107" name="Group 106">
                      <a:extLst>
                        <a:ext uri="{FF2B5EF4-FFF2-40B4-BE49-F238E27FC236}">
                          <a16:creationId xmlns:a16="http://schemas.microsoft.com/office/drawing/2014/main" id="{D4D65E4B-F15E-336B-1DBC-98184A0A76A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11979235" cy="1964771"/>
                    </a:xfrm>
                    <a:grpFill/>
                  </p:grpSpPr>
                  <p:grpSp>
                    <p:nvGrpSpPr>
                      <p:cNvPr id="109" name="Group 108">
                        <a:extLst>
                          <a:ext uri="{FF2B5EF4-FFF2-40B4-BE49-F238E27FC236}">
                            <a16:creationId xmlns:a16="http://schemas.microsoft.com/office/drawing/2014/main" id="{CF1642E6-A048-D3E5-B715-17E235E0362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5561171" cy="2484597"/>
                      </a:xfrm>
                      <a:grpFill/>
                    </p:grpSpPr>
                    <p:grpSp>
                      <p:nvGrpSpPr>
                        <p:cNvPr id="111" name="Group 110">
                          <a:extLst>
                            <a:ext uri="{FF2B5EF4-FFF2-40B4-BE49-F238E27FC236}">
                              <a16:creationId xmlns:a16="http://schemas.microsoft.com/office/drawing/2014/main" id="{C98A7B3C-F84A-ACBF-B83B-C197ABFD503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8803838" cy="5727383"/>
                        </a:xfrm>
                        <a:grpFill/>
                      </p:grpSpPr>
                      <p:grpSp>
                        <p:nvGrpSpPr>
                          <p:cNvPr id="113" name="Group 112">
                            <a:extLst>
                              <a:ext uri="{FF2B5EF4-FFF2-40B4-BE49-F238E27FC236}">
                                <a16:creationId xmlns:a16="http://schemas.microsoft.com/office/drawing/2014/main" id="{09152896-BB15-C389-FF69-BF2876266E1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4572000" cy="2826664"/>
                          </a:xfrm>
                          <a:grpFill/>
                        </p:grpSpPr>
                        <p:grpSp>
                          <p:nvGrpSpPr>
                            <p:cNvPr id="115" name="Group 114">
                              <a:extLst>
                                <a:ext uri="{FF2B5EF4-FFF2-40B4-BE49-F238E27FC236}">
                                  <a16:creationId xmlns:a16="http://schemas.microsoft.com/office/drawing/2014/main" id="{4F09ACC3-E84B-AA60-848D-BE821E42B16A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760570"/>
                              <a:ext cx="4572000" cy="1371600"/>
                              <a:chOff x="793790" y="760570"/>
                              <a:chExt cx="4572000" cy="1964771"/>
                            </a:xfrm>
                            <a:grpFill/>
                          </p:grpSpPr>
                          <p:sp>
                            <p:nvSpPr>
                              <p:cNvPr id="117" name="Text 0">
                                <a:extLst>
                                  <a:ext uri="{FF2B5EF4-FFF2-40B4-BE49-F238E27FC236}">
                                    <a16:creationId xmlns:a16="http://schemas.microsoft.com/office/drawing/2014/main" id="{D79A4B6A-25E0-471B-25B6-2D9E737E79D7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3790" y="760570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5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Supply Chain Segmentation Strategies</a:t>
                                </a:r>
                                <a:endParaRPr lang="en-US" sz="44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118" name="Text 1">
                                <a:extLst>
                                  <a:ext uri="{FF2B5EF4-FFF2-40B4-BE49-F238E27FC236}">
                                    <a16:creationId xmlns:a16="http://schemas.microsoft.com/office/drawing/2014/main" id="{FF04EAFA-0D77-0E8D-E547-FAC349A9A95B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857256" y="2371011"/>
                                <a:ext cx="2835235" cy="35433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r">
                                  <a:lnSpc>
                                    <a:spcPts val="2750"/>
                                  </a:lnSpc>
                                  <a:buNone/>
                                </a:pPr>
                                <a:r>
                                  <a:rPr lang="en-US" sz="2200" b="1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Customer-Based</a:t>
                                </a:r>
                                <a:endParaRPr lang="en-US" sz="22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116" name="Text 2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99DBCFBF-BC09-0A6A-F006-B700F7F497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93790" y="2861429"/>
                              <a:ext cx="3898702" cy="72580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r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Tailored service levels for enterprise vs. SMB clients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pic>
                        <p:nvPicPr>
                          <p:cNvPr id="114" name="Image 0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8DF101E0-22EB-4069-FC67-E4B8942E39BE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5032653" y="1922978"/>
                            <a:ext cx="4564975" cy="456497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</p:pic>
                    </p:grpSp>
                    <p:pic>
                      <p:nvPicPr>
                        <p:cNvPr id="112" name="Image 1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DA455537-9318-EE5B-14AB-1707CD20C9D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9">
                          <a:extLst>
                            <a:ext uri="{96DAC541-7B7A-43D3-8B79-37D633B846F1}">
                              <asvg:svgBlip xmlns:asvg="http://schemas.microsoft.com/office/drawing/2016/SVG/main" r:embed="rId2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15633" y="2905839"/>
                          <a:ext cx="339328" cy="339328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110" name="Text 3" descr="Decorative – no critical information">
                        <a:extLst>
                          <a:ext uri="{FF2B5EF4-FFF2-40B4-BE49-F238E27FC236}">
                            <a16:creationId xmlns:a16="http://schemas.microsoft.com/office/drawing/2014/main" id="{5720435E-4E69-C1BC-634D-0A62D7BE10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37790" y="2371011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Product-Based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108" name="Text 4" descr="Decorative – no critical information">
                      <a:extLst>
                        <a:ext uri="{FF2B5EF4-FFF2-40B4-BE49-F238E27FC236}">
                          <a16:creationId xmlns:a16="http://schemas.microsoft.com/office/drawing/2014/main" id="{548B3C44-5DD2-8A49-653B-9A89247FCA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37790" y="2861429"/>
                      <a:ext cx="3898821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Different handling for high-value vs. commodity items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106" name="Image 2" descr="Decorative – no critical information">
                    <a:extLst>
                      <a:ext uri="{FF2B5EF4-FFF2-40B4-BE49-F238E27FC236}">
                        <a16:creationId xmlns:a16="http://schemas.microsoft.com/office/drawing/2014/main" id="{8C963021-DF5B-5E4C-A3BA-F77EA6739D2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5032653" y="1922978"/>
                    <a:ext cx="4564975" cy="456497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pic>
              <p:nvPicPr>
                <p:cNvPr id="104" name="Image 3" descr="Decorative – no critical information">
                  <a:extLst>
                    <a:ext uri="{FF2B5EF4-FFF2-40B4-BE49-F238E27FC236}">
                      <a16:creationId xmlns:a16="http://schemas.microsoft.com/office/drawing/2014/main" id="{2751B9DB-A381-6982-9113-B38358BD58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96DAC541-7B7A-43D3-8B79-37D633B846F1}">
                      <asvg:svgBlip xmlns:asvg="http://schemas.microsoft.com/office/drawing/2016/SVG/main" r:embed="rId2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75201" y="2905839"/>
                  <a:ext cx="339328" cy="339328"/>
                </a:xfrm>
                <a:prstGeom prst="rect">
                  <a:avLst/>
                </a:prstGeom>
              </p:spPr>
            </p:pic>
          </p:grpSp>
          <p:sp>
            <p:nvSpPr>
              <p:cNvPr id="102" name="Text 5" descr="Decorative – no critical information">
                <a:extLst>
                  <a:ext uri="{FF2B5EF4-FFF2-40B4-BE49-F238E27FC236}">
                    <a16:creationId xmlns:a16="http://schemas.microsoft.com/office/drawing/2014/main" id="{5D9D6427-ABF1-B9BC-5156-C98CA3451494}"/>
                  </a:ext>
                </a:extLst>
              </p:cNvPr>
              <p:cNvSpPr/>
              <p:nvPr/>
            </p:nvSpPr>
            <p:spPr>
              <a:xfrm>
                <a:off x="9937790" y="4823579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Geographic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00" name="Text 6" descr="Decorative – no critical information">
              <a:extLst>
                <a:ext uri="{FF2B5EF4-FFF2-40B4-BE49-F238E27FC236}">
                  <a16:creationId xmlns:a16="http://schemas.microsoft.com/office/drawing/2014/main" id="{7B5BA89E-8568-917E-540F-7D18452F4783}"/>
                </a:ext>
              </a:extLst>
            </p:cNvPr>
            <p:cNvSpPr/>
            <p:nvPr/>
          </p:nvSpPr>
          <p:spPr>
            <a:xfrm>
              <a:off x="9937790" y="5313998"/>
              <a:ext cx="38988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Region-specific distribution strategies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0512DAD0-FFF1-F730-32DE-75724BFB1B00}"/>
              </a:ext>
            </a:extLst>
          </p:cNvPr>
          <p:cNvGrpSpPr/>
          <p:nvPr/>
        </p:nvGrpSpPr>
        <p:grpSpPr>
          <a:xfrm>
            <a:off x="1098590" y="1065370"/>
            <a:ext cx="8803838" cy="5727383"/>
            <a:chOff x="793790" y="760570"/>
            <a:chExt cx="8803838" cy="5727383"/>
          </a:xfrm>
          <a:solidFill>
            <a:srgbClr val="C07000"/>
          </a:solidFill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BE7AC391-CDEF-A348-1E53-5EF5D69E4094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3042821" cy="5279233"/>
            </a:xfrm>
            <a:grpFill/>
          </p:grpSpPr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B2D3B48C-810B-BCEC-72D9-535303A339D7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1979235" cy="4417339"/>
              </a:xfrm>
              <a:grpFill/>
            </p:grpSpPr>
            <p:grpSp>
              <p:nvGrpSpPr>
                <p:cNvPr id="124" name="Group 123">
                  <a:extLst>
                    <a:ext uri="{FF2B5EF4-FFF2-40B4-BE49-F238E27FC236}">
                      <a16:creationId xmlns:a16="http://schemas.microsoft.com/office/drawing/2014/main" id="{4D16831A-180F-B1B2-7ADF-4C0536DF9DA2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7820739" cy="2484597"/>
                </a:xfrm>
                <a:grpFill/>
              </p:grpSpPr>
              <p:grpSp>
                <p:nvGrpSpPr>
                  <p:cNvPr id="126" name="Group 125">
                    <a:extLst>
                      <a:ext uri="{FF2B5EF4-FFF2-40B4-BE49-F238E27FC236}">
                        <a16:creationId xmlns:a16="http://schemas.microsoft.com/office/drawing/2014/main" id="{2ABC567B-A0DD-237B-15B3-1C455F0E59E6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8803838" cy="5727383"/>
                  </a:xfrm>
                  <a:grpFill/>
                </p:grpSpPr>
                <p:grpSp>
                  <p:nvGrpSpPr>
                    <p:cNvPr id="128" name="Group 127">
                      <a:extLst>
                        <a:ext uri="{FF2B5EF4-FFF2-40B4-BE49-F238E27FC236}">
                          <a16:creationId xmlns:a16="http://schemas.microsoft.com/office/drawing/2014/main" id="{A3D1493F-0CFB-2B9B-272B-C0AA9FB1127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13042821" cy="2826664"/>
                    </a:xfrm>
                    <a:grpFill/>
                  </p:grpSpPr>
                  <p:grpSp>
                    <p:nvGrpSpPr>
                      <p:cNvPr id="130" name="Group 129">
                        <a:extLst>
                          <a:ext uri="{FF2B5EF4-FFF2-40B4-BE49-F238E27FC236}">
                            <a16:creationId xmlns:a16="http://schemas.microsoft.com/office/drawing/2014/main" id="{1C48E960-48B5-03F4-533D-ACFFDD32FFC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11979235" cy="1964771"/>
                      </a:xfrm>
                      <a:grpFill/>
                    </p:grpSpPr>
                    <p:grpSp>
                      <p:nvGrpSpPr>
                        <p:cNvPr id="132" name="Group 131">
                          <a:extLst>
                            <a:ext uri="{FF2B5EF4-FFF2-40B4-BE49-F238E27FC236}">
                              <a16:creationId xmlns:a16="http://schemas.microsoft.com/office/drawing/2014/main" id="{702CA427-0C47-381A-9380-432245F63F1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5561171" cy="2484597"/>
                        </a:xfrm>
                        <a:grpFill/>
                      </p:grpSpPr>
                      <p:grpSp>
                        <p:nvGrpSpPr>
                          <p:cNvPr id="134" name="Group 133">
                            <a:extLst>
                              <a:ext uri="{FF2B5EF4-FFF2-40B4-BE49-F238E27FC236}">
                                <a16:creationId xmlns:a16="http://schemas.microsoft.com/office/drawing/2014/main" id="{0F470396-0B56-45C0-6623-F93DA0DCFD6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8803838" cy="5727383"/>
                          </a:xfrm>
                          <a:grpFill/>
                        </p:grpSpPr>
                        <p:grpSp>
                          <p:nvGrpSpPr>
                            <p:cNvPr id="136" name="Group 135">
                              <a:extLst>
                                <a:ext uri="{FF2B5EF4-FFF2-40B4-BE49-F238E27FC236}">
                                  <a16:creationId xmlns:a16="http://schemas.microsoft.com/office/drawing/2014/main" id="{9876BD38-DAE9-97A6-9E08-F88DFBE8DBF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760570"/>
                              <a:ext cx="4572000" cy="1371600"/>
                              <a:chOff x="793790" y="760570"/>
                              <a:chExt cx="4572000" cy="2826664"/>
                            </a:xfrm>
                            <a:grpFill/>
                          </p:grpSpPr>
                          <p:grpSp>
                            <p:nvGrpSpPr>
                              <p:cNvPr id="138" name="Group 137">
                                <a:extLst>
                                  <a:ext uri="{FF2B5EF4-FFF2-40B4-BE49-F238E27FC236}">
                                    <a16:creationId xmlns:a16="http://schemas.microsoft.com/office/drawing/2014/main" id="{75524D7F-3E34-32CD-C833-D4AA7536282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760570"/>
                                <a:ext cx="4572000" cy="1371600"/>
                                <a:chOff x="793790" y="760570"/>
                                <a:chExt cx="4572000" cy="1964771"/>
                              </a:xfrm>
                              <a:grpFill/>
                            </p:grpSpPr>
                            <p:sp>
                              <p:nvSpPr>
                                <p:cNvPr id="140" name="Text 0">
                                  <a:extLst>
                                    <a:ext uri="{FF2B5EF4-FFF2-40B4-BE49-F238E27FC236}">
                                      <a16:creationId xmlns:a16="http://schemas.microsoft.com/office/drawing/2014/main" id="{6AF58770-6089-64D9-54E8-46E2096B151B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93790" y="760570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5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Supply Chain Segmentation Strategies</a:t>
                                  </a:r>
                                  <a:endParaRPr lang="en-US" sz="44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141" name="Text 1">
                                  <a:extLst>
                                    <a:ext uri="{FF2B5EF4-FFF2-40B4-BE49-F238E27FC236}">
                                      <a16:creationId xmlns:a16="http://schemas.microsoft.com/office/drawing/2014/main" id="{CBDD1C4B-7F86-C93B-78EA-13C4206A2E82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1857256" y="2371011"/>
                                  <a:ext cx="2835235" cy="35433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r">
                                    <a:lnSpc>
                                      <a:spcPts val="2750"/>
                                    </a:lnSpc>
                                    <a:buNone/>
                                  </a:pPr>
                                  <a:r>
                                    <a:rPr lang="en-US" sz="2200" b="1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Customer-Based</a:t>
                                  </a:r>
                                  <a:endParaRPr lang="en-US" sz="220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139" name="Text 2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04F35DAE-B430-1DBA-A56A-F5316CFE9A1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793790" y="2861429"/>
                                <a:ext cx="3898702" cy="72580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r">
                                  <a:lnSpc>
                                    <a:spcPts val="2850"/>
                                  </a:lnSpc>
                                  <a:buNone/>
                                </a:pPr>
                                <a:r>
                                  <a:rPr lang="en-US" sz="17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" pitchFamily="34" charset="-122"/>
                                    <a:cs typeface="Inter" pitchFamily="34" charset="-120"/>
                                  </a:rPr>
                                  <a:t>Tailored service levels for enterprise vs. SMB clients</a:t>
                                </a:r>
                                <a:endParaRPr lang="en-US" sz="17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pic>
                          <p:nvPicPr>
                            <p:cNvPr id="137" name="Image 0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E52ECE44-C69E-1A0F-9B01-0F752E21A0CA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32653" y="1922978"/>
                              <a:ext cx="4564975" cy="456497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</p:pic>
                      </p:grpSp>
                      <p:pic>
                        <p:nvPicPr>
                          <p:cNvPr id="135" name="Image 1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0AAEE955-6BEC-83AE-66BE-1E5B2F519AD9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96DAC541-7B7A-43D3-8B79-37D633B846F1}">
                                <asvg:svgBlip xmlns:asvg="http://schemas.microsoft.com/office/drawing/2016/SVG/main" r:embed="rId24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6015633" y="2905839"/>
                            <a:ext cx="339328" cy="339328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sp>
                      <p:nvSpPr>
                        <p:cNvPr id="133" name="Text 3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FDA5E78C-52FC-2B2B-210C-C76067542A5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937790" y="2371011"/>
                          <a:ext cx="2835235" cy="35433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Product-Based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31" name="Text 4" descr="Decorative – no critical information">
                        <a:extLst>
                          <a:ext uri="{FF2B5EF4-FFF2-40B4-BE49-F238E27FC236}">
                            <a16:creationId xmlns:a16="http://schemas.microsoft.com/office/drawing/2014/main" id="{0218E453-F0A6-0749-BC0D-309FEAD235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937790" y="2861429"/>
                        <a:ext cx="3898821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Different handling for high-value vs. commodity items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129" name="Image 2" descr="Decorative – no critical information">
                      <a:extLst>
                        <a:ext uri="{FF2B5EF4-FFF2-40B4-BE49-F238E27FC236}">
                          <a16:creationId xmlns:a16="http://schemas.microsoft.com/office/drawing/2014/main" id="{6CB91BD7-41F4-456A-BA6F-CADBB8790956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2"/>
                    <a:stretch>
                      <a:fillRect/>
                    </a:stretch>
                  </p:blipFill>
                  <p:spPr>
                    <a:xfrm>
                      <a:off x="5032653" y="1922978"/>
                      <a:ext cx="4564975" cy="456497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</p:grpSp>
              <p:pic>
                <p:nvPicPr>
                  <p:cNvPr id="127" name="Image 3" descr="Decorative – no critical information">
                    <a:extLst>
                      <a:ext uri="{FF2B5EF4-FFF2-40B4-BE49-F238E27FC236}">
                        <a16:creationId xmlns:a16="http://schemas.microsoft.com/office/drawing/2014/main" id="{4B65CC02-D051-174D-30C3-CA2F3A999B8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5">
                    <a:extLst>
                      <a:ext uri="{96DAC541-7B7A-43D3-8B79-37D633B846F1}">
                        <asvg:svgBlip xmlns:asvg="http://schemas.microsoft.com/office/drawing/2016/SVG/main" r:embed="rId26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75201" y="2905839"/>
                    <a:ext cx="339328" cy="33932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25" name="Text 5" descr="Decorative – no critical information">
                  <a:extLst>
                    <a:ext uri="{FF2B5EF4-FFF2-40B4-BE49-F238E27FC236}">
                      <a16:creationId xmlns:a16="http://schemas.microsoft.com/office/drawing/2014/main" id="{8A638E95-58BE-0224-1EE3-6DAF6F1B18B3}"/>
                    </a:ext>
                  </a:extLst>
                </p:cNvPr>
                <p:cNvSpPr/>
                <p:nvPr/>
              </p:nvSpPr>
              <p:spPr>
                <a:xfrm>
                  <a:off x="9937790" y="4823579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Geographic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3" name="Text 6" descr="Decorative – no critical information">
                <a:extLst>
                  <a:ext uri="{FF2B5EF4-FFF2-40B4-BE49-F238E27FC236}">
                    <a16:creationId xmlns:a16="http://schemas.microsoft.com/office/drawing/2014/main" id="{8F2D3739-488B-E6C6-73D7-43D2A95E87FD}"/>
                  </a:ext>
                </a:extLst>
              </p:cNvPr>
              <p:cNvSpPr/>
              <p:nvPr/>
            </p:nvSpPr>
            <p:spPr>
              <a:xfrm>
                <a:off x="9937790" y="5313998"/>
                <a:ext cx="38988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Region-specific distribution strategies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121" name="Image 4" descr="Decorative – no critical information">
              <a:extLst>
                <a:ext uri="{FF2B5EF4-FFF2-40B4-BE49-F238E27FC236}">
                  <a16:creationId xmlns:a16="http://schemas.microsoft.com/office/drawing/2014/main" id="{551CD2DD-43C6-9CB9-C139-8339E0EB0C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032653" y="1922978"/>
              <a:ext cx="4564975" cy="456497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8C195F5-6E5B-5F54-87BA-22AB70C78BE8}"/>
              </a:ext>
            </a:extLst>
          </p:cNvPr>
          <p:cNvGrpSpPr/>
          <p:nvPr/>
        </p:nvGrpSpPr>
        <p:grpSpPr>
          <a:xfrm>
            <a:off x="793790" y="760570"/>
            <a:ext cx="7820739" cy="4744166"/>
            <a:chOff x="793790" y="760570"/>
            <a:chExt cx="7820739" cy="4744166"/>
          </a:xfrm>
          <a:solidFill>
            <a:srgbClr val="C07000"/>
          </a:solidFill>
        </p:grpSpPr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9C0B732F-5BD1-EC23-FE02-3C6443A2DBCB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8803838" cy="5727383"/>
            </a:xfrm>
            <a:grpFill/>
          </p:grpSpPr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BCBE5C33-D304-6EEE-9B8A-DEB41D791BCB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3042821" cy="5279233"/>
              </a:xfrm>
              <a:grpFill/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AEA4E3D0-2B93-743D-541E-460ED124E061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11979235" cy="4417339"/>
                </a:xfrm>
                <a:grpFill/>
              </p:grpSpPr>
              <p:grpSp>
                <p:nvGrpSpPr>
                  <p:cNvPr id="149" name="Group 148">
                    <a:extLst>
                      <a:ext uri="{FF2B5EF4-FFF2-40B4-BE49-F238E27FC236}">
                        <a16:creationId xmlns:a16="http://schemas.microsoft.com/office/drawing/2014/main" id="{1EA1193F-14ED-48DE-E351-83821927FAD9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7820739" cy="2484597"/>
                  </a:xfrm>
                  <a:grpFill/>
                </p:grpSpPr>
                <p:grpSp>
                  <p:nvGrpSpPr>
                    <p:cNvPr id="151" name="Group 150">
                      <a:extLst>
                        <a:ext uri="{FF2B5EF4-FFF2-40B4-BE49-F238E27FC236}">
                          <a16:creationId xmlns:a16="http://schemas.microsoft.com/office/drawing/2014/main" id="{283E6112-E139-3416-A510-B148CF5858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8803838" cy="5727383"/>
                    </a:xfrm>
                    <a:grpFill/>
                  </p:grpSpPr>
                  <p:grpSp>
                    <p:nvGrpSpPr>
                      <p:cNvPr id="153" name="Group 152">
                        <a:extLst>
                          <a:ext uri="{FF2B5EF4-FFF2-40B4-BE49-F238E27FC236}">
                            <a16:creationId xmlns:a16="http://schemas.microsoft.com/office/drawing/2014/main" id="{94783FE3-5C4F-FDC0-5FCA-D904866D45B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13042821" cy="2826664"/>
                      </a:xfrm>
                      <a:grpFill/>
                    </p:grpSpPr>
                    <p:grpSp>
                      <p:nvGrpSpPr>
                        <p:cNvPr id="155" name="Group 154">
                          <a:extLst>
                            <a:ext uri="{FF2B5EF4-FFF2-40B4-BE49-F238E27FC236}">
                              <a16:creationId xmlns:a16="http://schemas.microsoft.com/office/drawing/2014/main" id="{B97D30DD-F7C7-2F49-0A7E-C1A4E166758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11979235" cy="1964771"/>
                        </a:xfrm>
                        <a:grpFill/>
                      </p:grpSpPr>
                      <p:grpSp>
                        <p:nvGrpSpPr>
                          <p:cNvPr id="157" name="Group 156">
                            <a:extLst>
                              <a:ext uri="{FF2B5EF4-FFF2-40B4-BE49-F238E27FC236}">
                                <a16:creationId xmlns:a16="http://schemas.microsoft.com/office/drawing/2014/main" id="{9578CB95-9789-F774-2158-4A6154DD2BC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5561171" cy="2484597"/>
                          </a:xfrm>
                          <a:grpFill/>
                        </p:grpSpPr>
                        <p:grpSp>
                          <p:nvGrpSpPr>
                            <p:cNvPr id="159" name="Group 158">
                              <a:extLst>
                                <a:ext uri="{FF2B5EF4-FFF2-40B4-BE49-F238E27FC236}">
                                  <a16:creationId xmlns:a16="http://schemas.microsoft.com/office/drawing/2014/main" id="{E1CEE90C-D33F-084E-2DFB-240DAFA04FE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760570"/>
                              <a:ext cx="4572000" cy="1371600"/>
                              <a:chOff x="793790" y="760570"/>
                              <a:chExt cx="8803838" cy="5727383"/>
                            </a:xfrm>
                            <a:grpFill/>
                          </p:grpSpPr>
                          <p:grpSp>
                            <p:nvGrpSpPr>
                              <p:cNvPr id="161" name="Group 160">
                                <a:extLst>
                                  <a:ext uri="{FF2B5EF4-FFF2-40B4-BE49-F238E27FC236}">
                                    <a16:creationId xmlns:a16="http://schemas.microsoft.com/office/drawing/2014/main" id="{B9BFA69D-96DB-7F33-127A-CE7B994855DE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760570"/>
                                <a:ext cx="4572000" cy="1371600"/>
                                <a:chOff x="793790" y="760570"/>
                                <a:chExt cx="4572000" cy="2826664"/>
                              </a:xfrm>
                              <a:grpFill/>
                            </p:grpSpPr>
                            <p:grpSp>
                              <p:nvGrpSpPr>
                                <p:cNvPr id="163" name="Group 162">
                                  <a:extLst>
                                    <a:ext uri="{FF2B5EF4-FFF2-40B4-BE49-F238E27FC236}">
                                      <a16:creationId xmlns:a16="http://schemas.microsoft.com/office/drawing/2014/main" id="{4E9635FB-BD3A-3F9A-DBFF-E203D5502821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760570"/>
                                  <a:ext cx="4572000" cy="1371600"/>
                                  <a:chOff x="793790" y="760570"/>
                                  <a:chExt cx="4572000" cy="1964771"/>
                                </a:xfrm>
                                <a:grpFill/>
                              </p:grpSpPr>
                              <p:sp>
                                <p:nvSpPr>
                                  <p:cNvPr id="165" name="Text 0">
                                    <a:extLst>
                                      <a:ext uri="{FF2B5EF4-FFF2-40B4-BE49-F238E27FC236}">
                                        <a16:creationId xmlns:a16="http://schemas.microsoft.com/office/drawing/2014/main" id="{D29FA799-0506-EA35-1428-D8E27B1A640C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793790" y="760570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5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Supply Chain Segmentation Strategies</a:t>
                                    </a:r>
                                    <a:endParaRPr lang="en-US" sz="44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166" name="Text 1">
                                    <a:extLst>
                                      <a:ext uri="{FF2B5EF4-FFF2-40B4-BE49-F238E27FC236}">
                                        <a16:creationId xmlns:a16="http://schemas.microsoft.com/office/drawing/2014/main" id="{47ED0049-34FA-036F-0B49-E07E80EB744C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857256" y="2371011"/>
                                    <a:ext cx="2835235" cy="35433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r">
                                      <a:lnSpc>
                                        <a:spcPts val="2750"/>
                                      </a:lnSpc>
                                      <a:buNone/>
                                    </a:pPr>
                                    <a:r>
                                      <a:rPr lang="en-US" sz="2200" b="1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Customer-Based</a:t>
                                    </a:r>
                                    <a:endParaRPr lang="en-US" sz="220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164" name="Text 2" descr="Decorative – no critical information">
                                  <a:extLst>
                                    <a:ext uri="{FF2B5EF4-FFF2-40B4-BE49-F238E27FC236}">
                                      <a16:creationId xmlns:a16="http://schemas.microsoft.com/office/drawing/2014/main" id="{CFF33AEC-8CFD-7A1A-8EB5-D0E9FE0FFFC1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793790" y="2861429"/>
                                  <a:ext cx="3898702" cy="725805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square" lIns="0" tIns="0" rIns="0" bIns="0" rtlCol="0" anchor="t"/>
                                <a:lstStyle/>
                                <a:p>
                                  <a:pPr marL="0" indent="0" algn="r">
                                    <a:lnSpc>
                                      <a:spcPts val="2850"/>
                                    </a:lnSpc>
                                    <a:buNone/>
                                  </a:pPr>
                                  <a:r>
                                    <a:rPr lang="en-US" sz="1750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" pitchFamily="34" charset="-122"/>
                                      <a:cs typeface="Inter" pitchFamily="34" charset="-120"/>
                                    </a:rPr>
                                    <a:t>Tailored service levels for enterprise vs. SMB clients</a:t>
                                  </a:r>
                                  <a:endParaRPr lang="en-US" sz="17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pic>
                            <p:nvPicPr>
                              <p:cNvPr id="162" name="Image 0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2CF0C1A1-8C22-29FF-1718-F436AA8AA3B0}"/>
                                  </a:ext>
                                </a:extLst>
                              </p:cNvPr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5032653" y="1922978"/>
                                <a:ext cx="4564975" cy="456497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</p:pic>
                        </p:grpSp>
                        <p:pic>
                          <p:nvPicPr>
                            <p:cNvPr id="160" name="Image 1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73936730-ABB6-32F8-CDAD-505A829214EA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96DAC541-7B7A-43D3-8B79-37D633B846F1}">
                                  <asvg:svgBlip xmlns:asvg="http://schemas.microsoft.com/office/drawing/2016/SVG/main" r:embed="rId24"/>
                                </a:ext>
                              </a:extLst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15633" y="2905839"/>
                              <a:ext cx="339328" cy="339328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sp>
                        <p:nvSpPr>
                          <p:cNvPr id="158" name="Text 3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23149579-1C3E-79C0-6931-54B261B226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937790" y="2371011"/>
                            <a:ext cx="2835235" cy="35433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22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Product-Based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156" name="Text 4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C177429D-2492-6020-14E8-131C052B816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937790" y="2861429"/>
                          <a:ext cx="3898821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Different handling for high-value vs. commodity items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pic>
                    <p:nvPicPr>
                      <p:cNvPr id="154" name="Image 2" descr="Decorative – no critical information">
                        <a:extLst>
                          <a:ext uri="{FF2B5EF4-FFF2-40B4-BE49-F238E27FC236}">
                            <a16:creationId xmlns:a16="http://schemas.microsoft.com/office/drawing/2014/main" id="{4091787D-6B63-53E3-047B-B7EEA96D5FF0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32653" y="1922978"/>
                        <a:ext cx="4564975" cy="456497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</p:grpSp>
                <p:pic>
                  <p:nvPicPr>
                    <p:cNvPr id="152" name="Image 3" descr="Decorative – no critical information">
                      <a:extLst>
                        <a:ext uri="{FF2B5EF4-FFF2-40B4-BE49-F238E27FC236}">
                          <a16:creationId xmlns:a16="http://schemas.microsoft.com/office/drawing/2014/main" id="{E8ECEA99-94A3-FA26-5F7F-CD4A47028B74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5">
                      <a:extLst>
                        <a:ext uri="{96DAC541-7B7A-43D3-8B79-37D633B846F1}">
                          <asvg:svgBlip xmlns:asvg="http://schemas.microsoft.com/office/drawing/2016/SVG/main" r:embed="rId2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275201" y="2905839"/>
                      <a:ext cx="339328" cy="339328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50" name="Text 5" descr="Decorative – no critical information">
                    <a:extLst>
                      <a:ext uri="{FF2B5EF4-FFF2-40B4-BE49-F238E27FC236}">
                        <a16:creationId xmlns:a16="http://schemas.microsoft.com/office/drawing/2014/main" id="{F0C90AE5-8C49-7611-CCDA-A60BE69F6402}"/>
                      </a:ext>
                    </a:extLst>
                  </p:cNvPr>
                  <p:cNvSpPr/>
                  <p:nvPr/>
                </p:nvSpPr>
                <p:spPr>
                  <a:xfrm>
                    <a:off x="9937790" y="4823579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Geographic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48" name="Text 6" descr="Decorative – no critical information">
                  <a:extLst>
                    <a:ext uri="{FF2B5EF4-FFF2-40B4-BE49-F238E27FC236}">
                      <a16:creationId xmlns:a16="http://schemas.microsoft.com/office/drawing/2014/main" id="{4EB66407-AB00-3CB1-921D-B452DC205E16}"/>
                    </a:ext>
                  </a:extLst>
                </p:cNvPr>
                <p:cNvSpPr/>
                <p:nvPr/>
              </p:nvSpPr>
              <p:spPr>
                <a:xfrm>
                  <a:off x="9937790" y="5313998"/>
                  <a:ext cx="3898821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Region-specific distribution strategies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146" name="Image 4" descr="Decorative – no critical information">
                <a:extLst>
                  <a:ext uri="{FF2B5EF4-FFF2-40B4-BE49-F238E27FC236}">
                    <a16:creationId xmlns:a16="http://schemas.microsoft.com/office/drawing/2014/main" id="{EF3CE9AA-FF9D-CE7E-8DE8-A084F0EFEB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032653" y="1922978"/>
                <a:ext cx="4564975" cy="456497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pic>
          <p:nvPicPr>
            <p:cNvPr id="144" name="Image 5" descr="Decorative – no critical information">
              <a:extLst>
                <a:ext uri="{FF2B5EF4-FFF2-40B4-BE49-F238E27FC236}">
                  <a16:creationId xmlns:a16="http://schemas.microsoft.com/office/drawing/2014/main" id="{DFCD38D0-DDA2-0F55-8A38-8FF8DE41C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8275201" y="5165408"/>
              <a:ext cx="339328" cy="339328"/>
            </a:xfrm>
            <a:prstGeom prst="rect">
              <a:avLst/>
            </a:prstGeom>
          </p:spPr>
        </p:pic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D0570397-9F5A-CDDF-0848-D84199441E69}"/>
              </a:ext>
            </a:extLst>
          </p:cNvPr>
          <p:cNvGrpSpPr/>
          <p:nvPr/>
        </p:nvGrpSpPr>
        <p:grpSpPr>
          <a:xfrm>
            <a:off x="793790" y="760570"/>
            <a:ext cx="4572000" cy="4417339"/>
            <a:chOff x="793790" y="760570"/>
            <a:chExt cx="4572000" cy="4417339"/>
          </a:xfrm>
          <a:noFill/>
        </p:grpSpPr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6459EA4E-D41A-203E-B60C-A5BB8B8F97D3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7820739" cy="4744166"/>
            </a:xfrm>
            <a:grpFill/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6ACC08DC-FC1C-B8F1-0E3C-F41B92AB90B4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8803838" cy="5727383"/>
              </a:xfrm>
              <a:grpFill/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22C54117-ACDB-21B7-6CA8-B890D43A548E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13042821" cy="5279233"/>
                </a:xfrm>
                <a:grpFill/>
              </p:grpSpPr>
              <p:grpSp>
                <p:nvGrpSpPr>
                  <p:cNvPr id="174" name="Group 173">
                    <a:extLst>
                      <a:ext uri="{FF2B5EF4-FFF2-40B4-BE49-F238E27FC236}">
                        <a16:creationId xmlns:a16="http://schemas.microsoft.com/office/drawing/2014/main" id="{08A54492-28E5-C827-BF6D-2CA59A18CF83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11979235" cy="4417339"/>
                  </a:xfrm>
                  <a:grpFill/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E2145514-62FB-AC4D-6FDD-92A7DAF7EB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7820739" cy="2484597"/>
                    </a:xfrm>
                    <a:grpFill/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C1DBEFF4-E13E-18F2-30D9-2C61BBA26ED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8803838" cy="5727383"/>
                      </a:xfrm>
                      <a:grpFill/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50DE580-B26D-E817-37CA-57F30AF32CB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13042821" cy="2826664"/>
                        </a:xfrm>
                        <a:grpFill/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0BF34709-C8E0-AEE0-590D-92EFBB42A97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11979235" cy="1964771"/>
                          </a:xfrm>
                          <a:grpFill/>
                        </p:grpSpPr>
                        <p:grpSp>
                          <p:nvGrpSpPr>
                            <p:cNvPr id="184" name="Group 183">
                              <a:extLst>
                                <a:ext uri="{FF2B5EF4-FFF2-40B4-BE49-F238E27FC236}">
                                  <a16:creationId xmlns:a16="http://schemas.microsoft.com/office/drawing/2014/main" id="{7D97777B-1E94-573A-B5CB-FDA934647B6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760570"/>
                              <a:ext cx="4572000" cy="1371600"/>
                              <a:chOff x="793790" y="760570"/>
                              <a:chExt cx="5561171" cy="2484597"/>
                            </a:xfrm>
                            <a:grpFill/>
                          </p:grpSpPr>
                          <p:grpSp>
                            <p:nvGrpSpPr>
                              <p:cNvPr id="186" name="Group 185">
                                <a:extLst>
                                  <a:ext uri="{FF2B5EF4-FFF2-40B4-BE49-F238E27FC236}">
                                    <a16:creationId xmlns:a16="http://schemas.microsoft.com/office/drawing/2014/main" id="{ED91E76E-2E3A-719C-87B0-96768420E075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760570"/>
                                <a:ext cx="4572000" cy="1371600"/>
                                <a:chOff x="793790" y="760570"/>
                                <a:chExt cx="8803838" cy="5727383"/>
                              </a:xfrm>
                              <a:grpFill/>
                            </p:grpSpPr>
                            <p:grpSp>
                              <p:nvGrpSpPr>
                                <p:cNvPr id="188" name="Group 187">
                                  <a:extLst>
                                    <a:ext uri="{FF2B5EF4-FFF2-40B4-BE49-F238E27FC236}">
                                      <a16:creationId xmlns:a16="http://schemas.microsoft.com/office/drawing/2014/main" id="{1053D58A-12BA-A504-D717-B0A6C64AEDE2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760570"/>
                                  <a:ext cx="4572000" cy="1371600"/>
                                  <a:chOff x="793790" y="760570"/>
                                  <a:chExt cx="4572000" cy="2826664"/>
                                </a:xfrm>
                                <a:grpFill/>
                              </p:grpSpPr>
                              <p:grpSp>
                                <p:nvGrpSpPr>
                                  <p:cNvPr id="190" name="Group 189">
                                    <a:extLst>
                                      <a:ext uri="{FF2B5EF4-FFF2-40B4-BE49-F238E27FC236}">
                                        <a16:creationId xmlns:a16="http://schemas.microsoft.com/office/drawing/2014/main" id="{33DDE247-64F6-C454-DA97-F05D49704E8B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793790" y="760570"/>
                                    <a:ext cx="4572000" cy="1371600"/>
                                    <a:chOff x="793790" y="760570"/>
                                    <a:chExt cx="4572000" cy="1964771"/>
                                  </a:xfrm>
                                  <a:grpFill/>
                                </p:grpSpPr>
                                <p:sp>
                                  <p:nvSpPr>
                                    <p:cNvPr id="192" name="Text 0">
                                      <a:extLst>
                                        <a:ext uri="{FF2B5EF4-FFF2-40B4-BE49-F238E27FC236}">
                                          <a16:creationId xmlns:a16="http://schemas.microsoft.com/office/drawing/2014/main" id="{8D3CDCF6-7937-CE9E-8263-86E619EFF598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793790" y="760570"/>
                                      <a:ext cx="4572000" cy="1371600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l">
                                        <a:lnSpc>
                                          <a:spcPts val="5550"/>
                                        </a:lnSpc>
                                        <a:buNone/>
                                      </a:pPr>
                                      <a:r>
                                        <a:rPr lang="en-US" sz="3200" b="1" dirty="0">
                                          <a:solidFill>
                                            <a:srgbClr val="000000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Supply Chain Segmentation Strategies</a:t>
                                      </a:r>
                                      <a:endParaRPr lang="en-US" sz="445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  <p:sp>
                                  <p:nvSpPr>
                                    <p:cNvPr id="193" name="Text 1">
                                      <a:extLst>
                                        <a:ext uri="{FF2B5EF4-FFF2-40B4-BE49-F238E27FC236}">
                                          <a16:creationId xmlns:a16="http://schemas.microsoft.com/office/drawing/2014/main" id="{3C91F71A-824C-0A21-A66F-3B2D9172CB43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857256" y="2371011"/>
                                      <a:ext cx="2835235" cy="354330"/>
                                    </a:xfrm>
                                    <a:prstGeom prst="rect">
                                      <a:avLst/>
                                    </a:prstGeom>
                                    <a:grpFill/>
                                    <a:ln w="12700">
                                      <a:solidFill>
                                        <a:srgbClr val="000000"/>
                                      </a:solidFill>
                                    </a:ln>
                                  </p:spPr>
                                  <p:txBody>
                                    <a:bodyPr wrap="none" lIns="0" tIns="0" rIns="0" bIns="0" rtlCol="0" anchor="t"/>
                                    <a:lstStyle/>
                                    <a:p>
                                      <a:pPr marL="0" indent="0" algn="r">
                                        <a:lnSpc>
                                          <a:spcPts val="2750"/>
                                        </a:lnSpc>
                                        <a:buNone/>
                                      </a:pPr>
                                      <a:r>
                                        <a:rPr lang="en-US" sz="2200" b="1" dirty="0">
                                          <a:solidFill>
                                            <a:srgbClr val="272525"/>
                                          </a:solidFill>
                                          <a:latin typeface="Calibri" panose="020F0502020204030204" pitchFamily="34" charset="0"/>
                                          <a:ea typeface="Inter Bold" pitchFamily="34" charset="-122"/>
                                          <a:cs typeface="Inter Bold" pitchFamily="34" charset="-120"/>
                                        </a:rPr>
                                        <a:t>Customer-Based</a:t>
                                      </a:r>
                                      <a:endParaRPr lang="en-US" sz="2200" dirty="0">
                                        <a:latin typeface="Calibri" panose="020F0502020204030204" pitchFamily="34" charset="0"/>
                                      </a:endParaRP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191" name="Text 2" descr="Decorative – no critical information">
                                    <a:extLst>
                                      <a:ext uri="{FF2B5EF4-FFF2-40B4-BE49-F238E27FC236}">
                                        <a16:creationId xmlns:a16="http://schemas.microsoft.com/office/drawing/2014/main" id="{4204CFE4-40E8-3A47-9222-B0CED828FFF2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793790" y="2861429"/>
                                    <a:ext cx="3898702" cy="725805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square" lIns="0" tIns="0" rIns="0" bIns="0" rtlCol="0" anchor="t"/>
                                  <a:lstStyle/>
                                  <a:p>
                                    <a:pPr marL="0" indent="0" algn="r">
                                      <a:lnSpc>
                                        <a:spcPts val="2850"/>
                                      </a:lnSpc>
                                      <a:buNone/>
                                    </a:pPr>
                                    <a:r>
                                      <a:rPr lang="en-US" sz="1750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" pitchFamily="34" charset="-122"/>
                                        <a:cs typeface="Inter" pitchFamily="34" charset="-120"/>
                                      </a:rPr>
                                      <a:t>Tailored service levels for enterprise vs. SMB clients</a:t>
                                    </a:r>
                                    <a:endParaRPr lang="en-US" sz="17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pic>
                              <p:nvPicPr>
                                <p:cNvPr id="189" name="Image 0" descr="Decorative – no critical information">
                                  <a:extLst>
                                    <a:ext uri="{FF2B5EF4-FFF2-40B4-BE49-F238E27FC236}">
                                      <a16:creationId xmlns:a16="http://schemas.microsoft.com/office/drawing/2014/main" id="{215F55A5-8721-50F7-CAA2-7B3FC5ADD5E6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3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5032653" y="1922978"/>
                                  <a:ext cx="4564975" cy="4564975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</p:pic>
                          </p:grpSp>
                          <p:pic>
                            <p:nvPicPr>
                              <p:cNvPr id="187" name="Image 1" descr="Decorative – no critical information">
                                <a:extLst>
                                  <a:ext uri="{FF2B5EF4-FFF2-40B4-BE49-F238E27FC236}">
                                    <a16:creationId xmlns:a16="http://schemas.microsoft.com/office/drawing/2014/main" id="{1B05B8CD-6F67-204D-B004-DDA0BF07E511}"/>
                                  </a:ext>
                                </a:extLst>
                              </p:cNvPr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19">
                                <a:extLst>
                                  <a:ext uri="{96DAC541-7B7A-43D3-8B79-37D633B846F1}">
                                    <asvg:svgBlip xmlns:asvg="http://schemas.microsoft.com/office/drawing/2016/SVG/main" r:embed="rId20"/>
                                  </a:ext>
                                </a:extLst>
                              </a:blip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6015633" y="2905839"/>
                                <a:ext cx="339328" cy="339328"/>
                              </a:xfrm>
                              <a:prstGeom prst="rect">
                                <a:avLst/>
                              </a:prstGeom>
                            </p:spPr>
                          </p:pic>
                        </p:grpSp>
                        <p:sp>
                          <p:nvSpPr>
                            <p:cNvPr id="185" name="Text 3" descr="Decorative – no critical information">
                              <a:extLst>
                                <a:ext uri="{FF2B5EF4-FFF2-40B4-BE49-F238E27FC236}">
                                  <a16:creationId xmlns:a16="http://schemas.microsoft.com/office/drawing/2014/main" id="{348A6EBC-C8D7-8CB4-F51F-79474053D7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937790" y="2371011"/>
                              <a:ext cx="2835235" cy="35433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2750"/>
                                </a:lnSpc>
                                <a:buNone/>
                              </a:pPr>
                              <a:r>
                                <a:rPr lang="en-US" sz="22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Product-Based</a:t>
                              </a:r>
                              <a:endParaRPr lang="en-US" sz="2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183" name="Text 4" descr="Decorative – no critical information">
                            <a:extLst>
                              <a:ext uri="{FF2B5EF4-FFF2-40B4-BE49-F238E27FC236}">
                                <a16:creationId xmlns:a16="http://schemas.microsoft.com/office/drawing/2014/main" id="{9F97905E-78DE-0DFD-EA39-9262044238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937790" y="2861429"/>
                            <a:ext cx="3898821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Different handling for high-value vs. commodity items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pic>
                      <p:nvPicPr>
                        <p:cNvPr id="181" name="Image 2" descr="Decorative – no critical information">
                          <a:extLst>
                            <a:ext uri="{FF2B5EF4-FFF2-40B4-BE49-F238E27FC236}">
                              <a16:creationId xmlns:a16="http://schemas.microsoft.com/office/drawing/2014/main" id="{D89BA805-27DC-FCA0-E738-4DF24D53A366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032653" y="1922978"/>
                          <a:ext cx="4564975" cy="456497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</p:pic>
                  </p:grpSp>
                  <p:pic>
                    <p:nvPicPr>
                      <p:cNvPr id="179" name="Image 3" descr="Decorative – no critical information">
                        <a:extLst>
                          <a:ext uri="{FF2B5EF4-FFF2-40B4-BE49-F238E27FC236}">
                            <a16:creationId xmlns:a16="http://schemas.microsoft.com/office/drawing/2014/main" id="{A72C453B-D8C6-E921-EF4A-70C611110A4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1">
                        <a:extLst>
                          <a:ext uri="{96DAC541-7B7A-43D3-8B79-37D633B846F1}">
                            <asvg:svgBlip xmlns:asvg="http://schemas.microsoft.com/office/drawing/2016/SVG/main" r:embed="rId32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8275201" y="2905839"/>
                        <a:ext cx="339328" cy="339328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177" name="Text 5" descr="Decorative – no critical information">
                      <a:extLst>
                        <a:ext uri="{FF2B5EF4-FFF2-40B4-BE49-F238E27FC236}">
                          <a16:creationId xmlns:a16="http://schemas.microsoft.com/office/drawing/2014/main" id="{38BA6295-CA09-8139-A8DB-AF4423401B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937790" y="4823579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Geographic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175" name="Text 6" descr="Decorative – no critical information">
                    <a:extLst>
                      <a:ext uri="{FF2B5EF4-FFF2-40B4-BE49-F238E27FC236}">
                        <a16:creationId xmlns:a16="http://schemas.microsoft.com/office/drawing/2014/main" id="{2D6EEB83-8BDD-BD19-0CAD-8A9EDA263CB6}"/>
                      </a:ext>
                    </a:extLst>
                  </p:cNvPr>
                  <p:cNvSpPr/>
                  <p:nvPr/>
                </p:nvSpPr>
                <p:spPr>
                  <a:xfrm>
                    <a:off x="9937790" y="5313998"/>
                    <a:ext cx="3898821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Region-specific distribution strategies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173" name="Image 4" descr="Decorative – no critical information">
                  <a:extLst>
                    <a:ext uri="{FF2B5EF4-FFF2-40B4-BE49-F238E27FC236}">
                      <a16:creationId xmlns:a16="http://schemas.microsoft.com/office/drawing/2014/main" id="{405FF90A-16B5-BCC6-B874-B32011FD34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032653" y="1922978"/>
                  <a:ext cx="4564975" cy="456497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</p:grpSp>
          <p:pic>
            <p:nvPicPr>
              <p:cNvPr id="171" name="Image 5" descr="Decorative – no critical information">
                <a:extLst>
                  <a:ext uri="{FF2B5EF4-FFF2-40B4-BE49-F238E27FC236}">
                    <a16:creationId xmlns:a16="http://schemas.microsoft.com/office/drawing/2014/main" id="{563F69C8-8545-E068-91B8-4D74FFD935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/>
              </a:stretch>
            </p:blipFill>
            <p:spPr>
              <a:xfrm>
                <a:off x="8275201" y="5165408"/>
                <a:ext cx="339328" cy="339328"/>
              </a:xfrm>
              <a:prstGeom prst="rect">
                <a:avLst/>
              </a:prstGeom>
            </p:spPr>
          </p:pic>
        </p:grpSp>
        <p:sp>
          <p:nvSpPr>
            <p:cNvPr id="169" name="Text 7" descr="Decorative – no critical information">
              <a:extLst>
                <a:ext uri="{FF2B5EF4-FFF2-40B4-BE49-F238E27FC236}">
                  <a16:creationId xmlns:a16="http://schemas.microsoft.com/office/drawing/2014/main" id="{715F9511-3A9F-C011-20DA-DAC174697329}"/>
                </a:ext>
              </a:extLst>
            </p:cNvPr>
            <p:cNvSpPr/>
            <p:nvPr/>
          </p:nvSpPr>
          <p:spPr>
            <a:xfrm>
              <a:off x="1857256" y="4823579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Service Level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5673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2438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7031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8976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936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901BDC7-3109-8E18-04AB-A21982B6BB3B}"/>
              </a:ext>
            </a:extLst>
          </p:cNvPr>
          <p:cNvGrpSpPr/>
          <p:nvPr/>
        </p:nvGrpSpPr>
        <p:grpSpPr>
          <a:xfrm>
            <a:off x="793790" y="760570"/>
            <a:ext cx="4572000" cy="1964771"/>
            <a:chOff x="793790" y="760570"/>
            <a:chExt cx="4572000" cy="1964771"/>
          </a:xfrm>
          <a:solidFill>
            <a:srgbClr val="C07000"/>
          </a:solidFill>
        </p:grpSpPr>
        <p:sp>
          <p:nvSpPr>
            <p:cNvPr id="2" name="Text 0"/>
            <p:cNvSpPr/>
            <p:nvPr/>
          </p:nvSpPr>
          <p:spPr>
            <a:xfrm>
              <a:off x="793790" y="760570"/>
              <a:ext cx="4572000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Supply Chain Segmentation Strategies</a:t>
              </a:r>
              <a:endParaRPr lang="en-US" sz="4450" dirty="0">
                <a:latin typeface="Calibri" panose="020F0502020204030204" pitchFamily="34" charset="0"/>
              </a:endParaRPr>
            </a:p>
          </p:txBody>
        </p:sp>
        <p:sp>
          <p:nvSpPr>
            <p:cNvPr id="3" name="Text 1"/>
            <p:cNvSpPr/>
            <p:nvPr/>
          </p:nvSpPr>
          <p:spPr>
            <a:xfrm>
              <a:off x="1857256" y="2371011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Customer-Based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Text 2" descr="Decorative – no critical information"/>
          <p:cNvSpPr/>
          <p:nvPr/>
        </p:nvSpPr>
        <p:spPr>
          <a:xfrm>
            <a:off x="793790" y="2861429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Tailored service levels for enterprise vs. SMB clients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2905839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Product-Based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611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2901BDC7-3109-8E18-04AB-A21982B6BB3B}"/>
              </a:ext>
            </a:extLst>
          </p:cNvPr>
          <p:cNvGrpSpPr/>
          <p:nvPr/>
        </p:nvGrpSpPr>
        <p:grpSpPr>
          <a:xfrm>
            <a:off x="793790" y="760570"/>
            <a:ext cx="4572000" cy="1964771"/>
            <a:chOff x="793790" y="760570"/>
            <a:chExt cx="4572000" cy="1964771"/>
          </a:xfrm>
          <a:solidFill>
            <a:srgbClr val="C07000"/>
          </a:solidFill>
        </p:grpSpPr>
        <p:sp>
          <p:nvSpPr>
            <p:cNvPr id="2" name="Text 0"/>
            <p:cNvSpPr/>
            <p:nvPr/>
          </p:nvSpPr>
          <p:spPr>
            <a:xfrm>
              <a:off x="793790" y="760570"/>
              <a:ext cx="4572000" cy="137160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3200" b="1" dirty="0">
                  <a:solidFill>
                    <a:srgbClr val="000000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Supply Chain Segmentation Strategies</a:t>
              </a:r>
              <a:endParaRPr lang="en-US" sz="4450" dirty="0">
                <a:latin typeface="Calibri" panose="020F0502020204030204" pitchFamily="34" charset="0"/>
              </a:endParaRPr>
            </a:p>
          </p:txBody>
        </p:sp>
        <p:sp>
          <p:nvSpPr>
            <p:cNvPr id="3" name="Text 1"/>
            <p:cNvSpPr/>
            <p:nvPr/>
          </p:nvSpPr>
          <p:spPr>
            <a:xfrm>
              <a:off x="1857256" y="2371011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r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Customer-Based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4" name="Text 2" descr="Decorative – no critical information"/>
          <p:cNvSpPr/>
          <p:nvPr/>
        </p:nvSpPr>
        <p:spPr>
          <a:xfrm>
            <a:off x="793790" y="2861429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Tailored service levels for enterprise vs. SMB clients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2905839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Product-Based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400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08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643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837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6185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774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3789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368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644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122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55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176A159-B16B-3E18-408D-219727CB9D59}"/>
              </a:ext>
            </a:extLst>
          </p:cNvPr>
          <p:cNvGrpSpPr/>
          <p:nvPr/>
        </p:nvGrpSpPr>
        <p:grpSpPr>
          <a:xfrm>
            <a:off x="793790" y="760570"/>
            <a:ext cx="4572000" cy="2826664"/>
            <a:chOff x="793790" y="760570"/>
            <a:chExt cx="4572000" cy="2826664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901BDC7-3109-8E18-04AB-A21982B6BB3B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4572000" cy="1964771"/>
            </a:xfrm>
            <a:grpFill/>
          </p:grpSpPr>
          <p:sp>
            <p:nvSpPr>
              <p:cNvPr id="2" name="Text 0"/>
              <p:cNvSpPr/>
              <p:nvPr/>
            </p:nvSpPr>
            <p:spPr>
              <a:xfrm>
                <a:off x="793790" y="760570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Supply Chain Segmentation Strategies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1857256" y="2371011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r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Customer-Based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2" descr="Decorative – no critical information"/>
            <p:cNvSpPr/>
            <p:nvPr/>
          </p:nvSpPr>
          <p:spPr>
            <a:xfrm>
              <a:off x="793790" y="2861429"/>
              <a:ext cx="3898702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Tailored service levels for enterprise vs. SMB clients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5" name="Image 0" descr="Decorative – no critical inform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2905839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Product-Based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576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176A159-B16B-3E18-408D-219727CB9D59}"/>
              </a:ext>
            </a:extLst>
          </p:cNvPr>
          <p:cNvGrpSpPr/>
          <p:nvPr/>
        </p:nvGrpSpPr>
        <p:grpSpPr>
          <a:xfrm>
            <a:off x="793790" y="760570"/>
            <a:ext cx="4572000" cy="2826664"/>
            <a:chOff x="793790" y="760570"/>
            <a:chExt cx="4572000" cy="2826664"/>
          </a:xfrm>
          <a:solidFill>
            <a:srgbClr val="C07000"/>
          </a:solidFill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901BDC7-3109-8E18-04AB-A21982B6BB3B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4572000" cy="1964771"/>
            </a:xfrm>
            <a:grpFill/>
          </p:grpSpPr>
          <p:sp>
            <p:nvSpPr>
              <p:cNvPr id="2" name="Text 0"/>
              <p:cNvSpPr/>
              <p:nvPr/>
            </p:nvSpPr>
            <p:spPr>
              <a:xfrm>
                <a:off x="793790" y="760570"/>
                <a:ext cx="4572000" cy="137160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5550"/>
                  </a:lnSpc>
                  <a:buNone/>
                </a:pPr>
                <a:r>
                  <a:rPr lang="en-US" sz="3200" b="1" dirty="0">
                    <a:solidFill>
                      <a:srgbClr val="000000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Supply Chain Segmentation Strategies</a:t>
                </a:r>
                <a:endParaRPr lang="en-US" sz="445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3" name="Text 1"/>
              <p:cNvSpPr/>
              <p:nvPr/>
            </p:nvSpPr>
            <p:spPr>
              <a:xfrm>
                <a:off x="1857256" y="2371011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r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Customer-Based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" name="Text 2" descr="Decorative – no critical information"/>
            <p:cNvSpPr/>
            <p:nvPr/>
          </p:nvSpPr>
          <p:spPr>
            <a:xfrm>
              <a:off x="793790" y="2861429"/>
              <a:ext cx="3898702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r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Tailored service levels for enterprise vs. SMB clients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5" name="Image 0" descr="Decorative – no critical inform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2905839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Product-Based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9655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406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74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8013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871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305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4993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2617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65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0063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3332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3D21658-FA36-AB15-9AD5-4E977CC5D203}"/>
              </a:ext>
            </a:extLst>
          </p:cNvPr>
          <p:cNvGrpSpPr/>
          <p:nvPr/>
        </p:nvGrpSpPr>
        <p:grpSpPr>
          <a:xfrm>
            <a:off x="793790" y="760570"/>
            <a:ext cx="8803838" cy="5727383"/>
            <a:chOff x="793790" y="760570"/>
            <a:chExt cx="8803838" cy="5727383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176A159-B16B-3E18-408D-219727CB9D59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4572000" cy="2826664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901BDC7-3109-8E18-04AB-A21982B6BB3B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4572000" cy="1964771"/>
              </a:xfrm>
              <a:grpFill/>
            </p:grpSpPr>
            <p:sp>
              <p:nvSpPr>
                <p:cNvPr id="2" name="Text 0"/>
                <p:cNvSpPr/>
                <p:nvPr/>
              </p:nvSpPr>
              <p:spPr>
                <a:xfrm>
                  <a:off x="793790" y="760570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Supply Chain Segmentation Strategies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" name="Text 1"/>
                <p:cNvSpPr/>
                <p:nvPr/>
              </p:nvSpPr>
              <p:spPr>
                <a:xfrm>
                  <a:off x="1857256" y="2371011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r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Customer-Based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Text 2" descr="Decorative – no critical information"/>
              <p:cNvSpPr/>
              <p:nvPr/>
            </p:nvSpPr>
            <p:spPr>
              <a:xfrm>
                <a:off x="793790" y="2861429"/>
                <a:ext cx="3898702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r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Tailored service levels for enterprise vs. SMB clients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5" name="Image 0" descr="Decorative – no critical informati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32653" y="1922978"/>
              <a:ext cx="4564975" cy="456497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pic>
        <p:nvPicPr>
          <p:cNvPr id="6" name="Image 1" descr="Decorative – no critical informati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2905839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Product-Based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185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3D21658-FA36-AB15-9AD5-4E977CC5D203}"/>
              </a:ext>
            </a:extLst>
          </p:cNvPr>
          <p:cNvGrpSpPr/>
          <p:nvPr/>
        </p:nvGrpSpPr>
        <p:grpSpPr>
          <a:xfrm>
            <a:off x="793790" y="760570"/>
            <a:ext cx="8803838" cy="5727383"/>
            <a:chOff x="793790" y="760570"/>
            <a:chExt cx="8803838" cy="5727383"/>
          </a:xfrm>
          <a:solidFill>
            <a:srgbClr val="C07000"/>
          </a:solidFill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176A159-B16B-3E18-408D-219727CB9D59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4572000" cy="2826664"/>
            </a:xfrm>
            <a:grpFill/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2901BDC7-3109-8E18-04AB-A21982B6BB3B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4572000" cy="1964771"/>
              </a:xfrm>
              <a:grpFill/>
            </p:grpSpPr>
            <p:sp>
              <p:nvSpPr>
                <p:cNvPr id="2" name="Text 0"/>
                <p:cNvSpPr/>
                <p:nvPr/>
              </p:nvSpPr>
              <p:spPr>
                <a:xfrm>
                  <a:off x="793790" y="760570"/>
                  <a:ext cx="4572000" cy="137160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5550"/>
                    </a:lnSpc>
                    <a:buNone/>
                  </a:pPr>
                  <a:r>
                    <a:rPr lang="en-US" sz="3200" b="1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Supply Chain Segmentation Strategies</a:t>
                  </a:r>
                  <a:endParaRPr lang="en-US" sz="4450" dirty="0">
                    <a:latin typeface="Calibri" panose="020F0502020204030204" pitchFamily="34" charset="0"/>
                  </a:endParaRPr>
                </a:p>
              </p:txBody>
            </p:sp>
            <p:sp>
              <p:nvSpPr>
                <p:cNvPr id="3" name="Text 1"/>
                <p:cNvSpPr/>
                <p:nvPr/>
              </p:nvSpPr>
              <p:spPr>
                <a:xfrm>
                  <a:off x="1857256" y="2371011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r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Customer-Based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4" name="Text 2" descr="Decorative – no critical information"/>
              <p:cNvSpPr/>
              <p:nvPr/>
            </p:nvSpPr>
            <p:spPr>
              <a:xfrm>
                <a:off x="793790" y="2861429"/>
                <a:ext cx="3898702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r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Tailored service levels for enterprise vs. SMB clients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5" name="Image 0" descr="Decorative – no critical information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32653" y="1922978"/>
              <a:ext cx="4564975" cy="456497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pic>
        <p:nvPicPr>
          <p:cNvPr id="6" name="Image 1" descr="Decorative – no critical informati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2905839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Product-Based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212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45186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8140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7786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39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637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8247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2345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2636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8630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75782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D958DC7-9319-5AFA-69D3-DE8F614EED7A}"/>
              </a:ext>
            </a:extLst>
          </p:cNvPr>
          <p:cNvGrpSpPr/>
          <p:nvPr/>
        </p:nvGrpSpPr>
        <p:grpSpPr>
          <a:xfrm>
            <a:off x="793790" y="760570"/>
            <a:ext cx="5561171" cy="2484597"/>
            <a:chOff x="793790" y="760570"/>
            <a:chExt cx="5561171" cy="2484597"/>
          </a:xfrm>
          <a:solidFill>
            <a:srgbClr val="C07000"/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3D21658-FA36-AB15-9AD5-4E977CC5D203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8803838" cy="5727383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176A159-B16B-3E18-408D-219727CB9D59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4572000" cy="2826664"/>
              </a:xfrm>
              <a:grpFill/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2901BDC7-3109-8E18-04AB-A21982B6BB3B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4572000" cy="1964771"/>
                </a:xfrm>
                <a:grpFill/>
              </p:grpSpPr>
              <p:sp>
                <p:nvSpPr>
                  <p:cNvPr id="2" name="Text 0"/>
                  <p:cNvSpPr/>
                  <p:nvPr/>
                </p:nvSpPr>
                <p:spPr>
                  <a:xfrm>
                    <a:off x="793790" y="760570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Supply Chain Segmentation Strategies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" name="Text 1"/>
                  <p:cNvSpPr/>
                  <p:nvPr/>
                </p:nvSpPr>
                <p:spPr>
                  <a:xfrm>
                    <a:off x="1857256" y="2371011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r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Customer-Based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Text 2" descr="Decorative – no critical information"/>
                <p:cNvSpPr/>
                <p:nvPr/>
              </p:nvSpPr>
              <p:spPr>
                <a:xfrm>
                  <a:off x="793790" y="2861429"/>
                  <a:ext cx="3898702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r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Tailored service levels for enterprise vs. SMB clients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5" name="Image 0" descr="Decorative – no critical informatio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32653" y="1922978"/>
                <a:ext cx="4564975" cy="456497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pic>
          <p:nvPicPr>
            <p:cNvPr id="6" name="Image 1" descr="Decorative – no critical information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15633" y="2905839"/>
              <a:ext cx="339328" cy="339328"/>
            </a:xfrm>
            <a:prstGeom prst="rect">
              <a:avLst/>
            </a:prstGeom>
          </p:spPr>
        </p:pic>
      </p:grpSp>
      <p:sp>
        <p:nvSpPr>
          <p:cNvPr id="7" name="Text 3" descr="Decorative – no critical information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Product-Based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9135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D958DC7-9319-5AFA-69D3-DE8F614EED7A}"/>
              </a:ext>
            </a:extLst>
          </p:cNvPr>
          <p:cNvGrpSpPr/>
          <p:nvPr/>
        </p:nvGrpSpPr>
        <p:grpSpPr>
          <a:xfrm>
            <a:off x="793790" y="760570"/>
            <a:ext cx="5561171" cy="2484597"/>
            <a:chOff x="793790" y="760570"/>
            <a:chExt cx="5561171" cy="2484597"/>
          </a:xfrm>
          <a:solidFill>
            <a:srgbClr val="C07000"/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3D21658-FA36-AB15-9AD5-4E977CC5D203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8803838" cy="5727383"/>
            </a:xfrm>
            <a:grpFill/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176A159-B16B-3E18-408D-219727CB9D59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4572000" cy="2826664"/>
              </a:xfrm>
              <a:grpFill/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2901BDC7-3109-8E18-04AB-A21982B6BB3B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4572000" cy="1964771"/>
                </a:xfrm>
                <a:grpFill/>
              </p:grpSpPr>
              <p:sp>
                <p:nvSpPr>
                  <p:cNvPr id="2" name="Text 0"/>
                  <p:cNvSpPr/>
                  <p:nvPr/>
                </p:nvSpPr>
                <p:spPr>
                  <a:xfrm>
                    <a:off x="793790" y="760570"/>
                    <a:ext cx="4572000" cy="137160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5550"/>
                      </a:lnSpc>
                      <a:buNone/>
                    </a:pPr>
                    <a:r>
                      <a:rPr lang="en-US" sz="3200" b="1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Supply Chain Segmentation Strategies</a:t>
                    </a:r>
                    <a:endParaRPr lang="en-US" sz="4450" dirty="0">
                      <a:latin typeface="Calibri" panose="020F0502020204030204" pitchFamily="34" charset="0"/>
                    </a:endParaRPr>
                  </a:p>
                </p:txBody>
              </p:sp>
              <p:sp>
                <p:nvSpPr>
                  <p:cNvPr id="3" name="Text 1"/>
                  <p:cNvSpPr/>
                  <p:nvPr/>
                </p:nvSpPr>
                <p:spPr>
                  <a:xfrm>
                    <a:off x="1857256" y="2371011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r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Customer-Based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4" name="Text 2" descr="Decorative – no critical information"/>
                <p:cNvSpPr/>
                <p:nvPr/>
              </p:nvSpPr>
              <p:spPr>
                <a:xfrm>
                  <a:off x="793790" y="2861429"/>
                  <a:ext cx="3898702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r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Tailored service levels for enterprise vs. SMB clients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5" name="Image 0" descr="Decorative – no critical informatio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32653" y="1922978"/>
                <a:ext cx="4564975" cy="456497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pic>
          <p:nvPicPr>
            <p:cNvPr id="6" name="Image 1" descr="Decorative – no critical information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15633" y="2905839"/>
              <a:ext cx="339328" cy="339328"/>
            </a:xfrm>
            <a:prstGeom prst="rect">
              <a:avLst/>
            </a:prstGeom>
          </p:spPr>
        </p:pic>
      </p:grpSp>
      <p:sp>
        <p:nvSpPr>
          <p:cNvPr id="7" name="Text 3" descr="Decorative – no critical information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Product-Based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531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6633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8887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79410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5202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81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9801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9072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21138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1761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40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2D7EF1E-A950-E473-CFFD-15755371FED3}"/>
              </a:ext>
            </a:extLst>
          </p:cNvPr>
          <p:cNvGrpSpPr/>
          <p:nvPr/>
        </p:nvGrpSpPr>
        <p:grpSpPr>
          <a:xfrm>
            <a:off x="793790" y="760570"/>
            <a:ext cx="11979235" cy="1964771"/>
            <a:chOff x="793790" y="760570"/>
            <a:chExt cx="11979235" cy="1964771"/>
          </a:xfrm>
          <a:noFill/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D958DC7-9319-5AFA-69D3-DE8F614EED7A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5561171" cy="2484597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3D21658-FA36-AB15-9AD5-4E977CC5D203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8803838" cy="5727383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3176A159-B16B-3E18-408D-219727CB9D59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4572000" cy="2826664"/>
                </a:xfrm>
                <a:grpFill/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2901BDC7-3109-8E18-04AB-A21982B6BB3B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4572000" cy="1964771"/>
                  </a:xfrm>
                  <a:grpFill/>
                </p:grpSpPr>
                <p:sp>
                  <p:nvSpPr>
                    <p:cNvPr id="2" name="Text 0"/>
                    <p:cNvSpPr/>
                    <p:nvPr/>
                  </p:nvSpPr>
                  <p:spPr>
                    <a:xfrm>
                      <a:off x="793790" y="760570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55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Supply Chain Segmentation Strategies</a:t>
                      </a:r>
                      <a:endParaRPr lang="en-US" sz="44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" name="Text 1"/>
                    <p:cNvSpPr/>
                    <p:nvPr/>
                  </p:nvSpPr>
                  <p:spPr>
                    <a:xfrm>
                      <a:off x="1857256" y="2371011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r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Customer-Based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Text 2" descr="Decorative – no critical information"/>
                  <p:cNvSpPr/>
                  <p:nvPr/>
                </p:nvSpPr>
                <p:spPr>
                  <a:xfrm>
                    <a:off x="793790" y="2861429"/>
                    <a:ext cx="3898702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r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Tailored service levels for enterprise vs. SMB clients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5" name="Image 0" descr="Decorative – no critical information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32653" y="1922978"/>
                  <a:ext cx="4564975" cy="456497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</p:grpSp>
          <p:pic>
            <p:nvPicPr>
              <p:cNvPr id="6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015633" y="2905839"/>
                <a:ext cx="339328" cy="339328"/>
              </a:xfrm>
              <a:prstGeom prst="rect">
                <a:avLst/>
              </a:prstGeom>
            </p:spPr>
          </p:pic>
        </p:grpSp>
        <p:sp>
          <p:nvSpPr>
            <p:cNvPr id="7" name="Text 3" descr="Decorative – no critical information"/>
            <p:cNvSpPr/>
            <p:nvPr/>
          </p:nvSpPr>
          <p:spPr>
            <a:xfrm>
              <a:off x="9937790" y="2371011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Product-Based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Text 4" descr="Decorative – no critical information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408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42D7EF1E-A950-E473-CFFD-15755371FED3}"/>
              </a:ext>
            </a:extLst>
          </p:cNvPr>
          <p:cNvGrpSpPr/>
          <p:nvPr/>
        </p:nvGrpSpPr>
        <p:grpSpPr>
          <a:xfrm>
            <a:off x="793790" y="760570"/>
            <a:ext cx="11979235" cy="1964771"/>
            <a:chOff x="793790" y="760570"/>
            <a:chExt cx="11979235" cy="1964771"/>
          </a:xfrm>
          <a:noFill/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D958DC7-9319-5AFA-69D3-DE8F614EED7A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5561171" cy="2484597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73D21658-FA36-AB15-9AD5-4E977CC5D203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8803838" cy="5727383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3176A159-B16B-3E18-408D-219727CB9D59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4572000" cy="2826664"/>
                </a:xfrm>
                <a:grpFill/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2901BDC7-3109-8E18-04AB-A21982B6BB3B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4572000" cy="1964771"/>
                  </a:xfrm>
                  <a:grpFill/>
                </p:grpSpPr>
                <p:sp>
                  <p:nvSpPr>
                    <p:cNvPr id="2" name="Text 0"/>
                    <p:cNvSpPr/>
                    <p:nvPr/>
                  </p:nvSpPr>
                  <p:spPr>
                    <a:xfrm>
                      <a:off x="793790" y="760570"/>
                      <a:ext cx="4572000" cy="137160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5550"/>
                        </a:lnSpc>
                        <a:buNone/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Supply Chain Segmentation Strategies</a:t>
                      </a:r>
                      <a:endParaRPr lang="en-US" sz="4450" dirty="0">
                        <a:latin typeface="Calibri" panose="020F0502020204030204" pitchFamily="34" charset="0"/>
                      </a:endParaRPr>
                    </a:p>
                  </p:txBody>
                </p:sp>
                <p:sp>
                  <p:nvSpPr>
                    <p:cNvPr id="3" name="Text 1"/>
                    <p:cNvSpPr/>
                    <p:nvPr/>
                  </p:nvSpPr>
                  <p:spPr>
                    <a:xfrm>
                      <a:off x="1857256" y="2371011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r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Customer-Based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4" name="Text 2" descr="Decorative – no critical information"/>
                  <p:cNvSpPr/>
                  <p:nvPr/>
                </p:nvSpPr>
                <p:spPr>
                  <a:xfrm>
                    <a:off x="793790" y="2861429"/>
                    <a:ext cx="3898702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r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Tailored service levels for enterprise vs. SMB clients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5" name="Image 0" descr="Decorative – no critical information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32653" y="1922978"/>
                  <a:ext cx="4564975" cy="456497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</p:grpSp>
          <p:pic>
            <p:nvPicPr>
              <p:cNvPr id="6" name="Image 1" descr="Decorative – no critical information"/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015633" y="2905839"/>
                <a:ext cx="339328" cy="339328"/>
              </a:xfrm>
              <a:prstGeom prst="rect">
                <a:avLst/>
              </a:prstGeom>
            </p:spPr>
          </p:pic>
        </p:grpSp>
        <p:sp>
          <p:nvSpPr>
            <p:cNvPr id="7" name="Text 3" descr="Decorative – no critical information"/>
            <p:cNvSpPr/>
            <p:nvPr/>
          </p:nvSpPr>
          <p:spPr>
            <a:xfrm>
              <a:off x="9937790" y="2371011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Product-Based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8" name="Text 4" descr="Decorative – no critical information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 handling for high-value vs. commodity items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5914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5939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63229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8329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2173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4334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64310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72995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1400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56419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39741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3C5E96FF-76CC-B824-FCBE-91D23A6E39C6}"/>
              </a:ext>
            </a:extLst>
          </p:cNvPr>
          <p:cNvGrpSpPr/>
          <p:nvPr/>
        </p:nvGrpSpPr>
        <p:grpSpPr>
          <a:xfrm>
            <a:off x="793790" y="760570"/>
            <a:ext cx="13042821" cy="2826664"/>
            <a:chOff x="793790" y="760570"/>
            <a:chExt cx="13042821" cy="2826664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2D7EF1E-A950-E473-CFFD-15755371FED3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1979235" cy="1964771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D958DC7-9319-5AFA-69D3-DE8F614EED7A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5561171" cy="2484597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73D21658-FA36-AB15-9AD5-4E977CC5D203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8803838" cy="5727383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3176A159-B16B-3E18-408D-219727CB9D59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4572000" cy="2826664"/>
                  </a:xfrm>
                  <a:grpFill/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2901BDC7-3109-8E18-04AB-A21982B6BB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4572000" cy="1964771"/>
                    </a:xfrm>
                    <a:grpFill/>
                  </p:grpSpPr>
                  <p:sp>
                    <p:nvSpPr>
                      <p:cNvPr id="2" name="Text 0"/>
                      <p:cNvSpPr/>
                      <p:nvPr/>
                    </p:nvSpPr>
                    <p:spPr>
                      <a:xfrm>
                        <a:off x="793790" y="760570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55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Supply Chain Segmentation Strategies</a:t>
                        </a:r>
                        <a:endParaRPr lang="en-US" sz="44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3" name="Text 1"/>
                      <p:cNvSpPr/>
                      <p:nvPr/>
                    </p:nvSpPr>
                    <p:spPr>
                      <a:xfrm>
                        <a:off x="1857256" y="2371011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r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Customer-Based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Text 2" descr="Decorative – no critical information"/>
                    <p:cNvSpPr/>
                    <p:nvPr/>
                  </p:nvSpPr>
                  <p:spPr>
                    <a:xfrm>
                      <a:off x="793790" y="2861429"/>
                      <a:ext cx="3898702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r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Tailored service levels for enterprise vs. SMB clients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" name="Image 0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032653" y="1922978"/>
                    <a:ext cx="4564975" cy="456497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pic>
              <p:nvPicPr>
                <p:cNvPr id="6" name="Image 1" descr="Decorative – no critical information"/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15633" y="2905839"/>
                  <a:ext cx="339328" cy="339328"/>
                </a:xfrm>
                <a:prstGeom prst="rect">
                  <a:avLst/>
                </a:prstGeom>
              </p:spPr>
            </p:pic>
          </p:grpSp>
          <p:sp>
            <p:nvSpPr>
              <p:cNvPr id="7" name="Text 3" descr="Decorative – no critical information"/>
              <p:cNvSpPr/>
              <p:nvPr/>
            </p:nvSpPr>
            <p:spPr>
              <a:xfrm>
                <a:off x="9937790" y="2371011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Product-Based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Text 4" descr="Decorative – no critical information"/>
            <p:cNvSpPr/>
            <p:nvPr/>
          </p:nvSpPr>
          <p:spPr>
            <a:xfrm>
              <a:off x="9937790" y="2861429"/>
              <a:ext cx="38988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Different handling for high-value vs. commodity items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9" name="Image 2" descr="Decorative – no critical inform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9874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3C5E96FF-76CC-B824-FCBE-91D23A6E39C6}"/>
              </a:ext>
            </a:extLst>
          </p:cNvPr>
          <p:cNvGrpSpPr/>
          <p:nvPr/>
        </p:nvGrpSpPr>
        <p:grpSpPr>
          <a:xfrm>
            <a:off x="793790" y="760570"/>
            <a:ext cx="13042821" cy="2826664"/>
            <a:chOff x="793790" y="760570"/>
            <a:chExt cx="13042821" cy="2826664"/>
          </a:xfrm>
          <a:solidFill>
            <a:srgbClr val="C07000"/>
          </a:solidFill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2D7EF1E-A950-E473-CFFD-15755371FED3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1979235" cy="1964771"/>
            </a:xfrm>
            <a:grpFill/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8D958DC7-9319-5AFA-69D3-DE8F614EED7A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5561171" cy="2484597"/>
              </a:xfrm>
              <a:grpFill/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73D21658-FA36-AB15-9AD5-4E977CC5D203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8803838" cy="5727383"/>
                </a:xfrm>
                <a:grpFill/>
              </p:grpSpPr>
              <p:grpSp>
                <p:nvGrpSpPr>
                  <p:cNvPr id="21" name="Group 20">
                    <a:extLst>
                      <a:ext uri="{FF2B5EF4-FFF2-40B4-BE49-F238E27FC236}">
                        <a16:creationId xmlns:a16="http://schemas.microsoft.com/office/drawing/2014/main" id="{3176A159-B16B-3E18-408D-219727CB9D59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4572000" cy="2826664"/>
                  </a:xfrm>
                  <a:grpFill/>
                </p:grpSpPr>
                <p:grpSp>
                  <p:nvGrpSpPr>
                    <p:cNvPr id="20" name="Group 19">
                      <a:extLst>
                        <a:ext uri="{FF2B5EF4-FFF2-40B4-BE49-F238E27FC236}">
                          <a16:creationId xmlns:a16="http://schemas.microsoft.com/office/drawing/2014/main" id="{2901BDC7-3109-8E18-04AB-A21982B6BB3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4572000" cy="1964771"/>
                    </a:xfrm>
                    <a:grpFill/>
                  </p:grpSpPr>
                  <p:sp>
                    <p:nvSpPr>
                      <p:cNvPr id="2" name="Text 0"/>
                      <p:cNvSpPr/>
                      <p:nvPr/>
                    </p:nvSpPr>
                    <p:spPr>
                      <a:xfrm>
                        <a:off x="793790" y="760570"/>
                        <a:ext cx="4572000" cy="137160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5550"/>
                          </a:lnSpc>
                          <a:buNone/>
                        </a:pPr>
                        <a:r>
                          <a:rPr lang="en-US" sz="3200" b="1" dirty="0">
                            <a:solidFill>
                              <a:srgbClr val="000000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Supply Chain Segmentation Strategies</a:t>
                        </a:r>
                        <a:endParaRPr lang="en-US" sz="4450" dirty="0">
                          <a:latin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3" name="Text 1"/>
                      <p:cNvSpPr/>
                      <p:nvPr/>
                    </p:nvSpPr>
                    <p:spPr>
                      <a:xfrm>
                        <a:off x="1857256" y="2371011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r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Customer-Based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4" name="Text 2" descr="Decorative – no critical information"/>
                    <p:cNvSpPr/>
                    <p:nvPr/>
                  </p:nvSpPr>
                  <p:spPr>
                    <a:xfrm>
                      <a:off x="793790" y="2861429"/>
                      <a:ext cx="3898702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r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Tailored service levels for enterprise vs. SMB clients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5" name="Image 0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5032653" y="1922978"/>
                    <a:ext cx="4564975" cy="456497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pic>
              <p:nvPicPr>
                <p:cNvPr id="6" name="Image 1" descr="Decorative – no critical information"/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015633" y="2905839"/>
                  <a:ext cx="339328" cy="339328"/>
                </a:xfrm>
                <a:prstGeom prst="rect">
                  <a:avLst/>
                </a:prstGeom>
              </p:spPr>
            </p:pic>
          </p:grpSp>
          <p:sp>
            <p:nvSpPr>
              <p:cNvPr id="7" name="Text 3" descr="Decorative – no critical information"/>
              <p:cNvSpPr/>
              <p:nvPr/>
            </p:nvSpPr>
            <p:spPr>
              <a:xfrm>
                <a:off x="9937790" y="2371011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Product-Based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8" name="Text 4" descr="Decorative – no critical information"/>
            <p:cNvSpPr/>
            <p:nvPr/>
          </p:nvSpPr>
          <p:spPr>
            <a:xfrm>
              <a:off x="9937790" y="2861429"/>
              <a:ext cx="38988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Different handling for high-value vs. commodity items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9" name="Image 2" descr="Decorative – no critical inform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7801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96719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42338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68295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19238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809767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39031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001358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69068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43011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29601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C528C12-FB70-6653-62DC-1F624FC316E1}"/>
              </a:ext>
            </a:extLst>
          </p:cNvPr>
          <p:cNvGrpSpPr/>
          <p:nvPr/>
        </p:nvGrpSpPr>
        <p:grpSpPr>
          <a:xfrm>
            <a:off x="793790" y="760570"/>
            <a:ext cx="8803838" cy="5727383"/>
            <a:chOff x="793790" y="760570"/>
            <a:chExt cx="8803838" cy="5727383"/>
          </a:xfrm>
          <a:noFill/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C5E96FF-76CC-B824-FCBE-91D23A6E39C6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3042821" cy="2826664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2D7EF1E-A950-E473-CFFD-15755371FED3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1979235" cy="1964771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8D958DC7-9319-5AFA-69D3-DE8F614EED7A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5561171" cy="2484597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73D21658-FA36-AB15-9AD5-4E977CC5D203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8803838" cy="5727383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3176A159-B16B-3E18-408D-219727CB9D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4572000" cy="2826664"/>
                    </a:xfrm>
                    <a:grpFill/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2901BDC7-3109-8E18-04AB-A21982B6BB3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4572000" cy="1964771"/>
                      </a:xfrm>
                      <a:grpFill/>
                    </p:grpSpPr>
                    <p:sp>
                      <p:nvSpPr>
                        <p:cNvPr id="2" name="Text 0"/>
                        <p:cNvSpPr/>
                        <p:nvPr/>
                      </p:nvSpPr>
                      <p:spPr>
                        <a:xfrm>
                          <a:off x="793790" y="760570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55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Supply Chain Segmentation Strategies</a:t>
                          </a:r>
                          <a:endParaRPr lang="en-US" sz="44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3" name="Text 1"/>
                        <p:cNvSpPr/>
                        <p:nvPr/>
                      </p:nvSpPr>
                      <p:spPr>
                        <a:xfrm>
                          <a:off x="1857256" y="2371011"/>
                          <a:ext cx="2835235" cy="35433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r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Customer-Based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Text 2" descr="Decorative – no critical information"/>
                      <p:cNvSpPr/>
                      <p:nvPr/>
                    </p:nvSpPr>
                    <p:spPr>
                      <a:xfrm>
                        <a:off x="793790" y="2861429"/>
                        <a:ext cx="3898702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r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Tailored service levels for enterprise vs. SMB clients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5" name="Image 0" descr="Decorative – no critical information"/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5032653" y="1922978"/>
                      <a:ext cx="4564975" cy="456497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</p:grpSp>
              <p:pic>
                <p:nvPicPr>
                  <p:cNvPr id="6" name="Image 1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15633" y="2905839"/>
                    <a:ext cx="339328" cy="33932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" name="Text 3" descr="Decorative – no critical information"/>
                <p:cNvSpPr/>
                <p:nvPr/>
              </p:nvSpPr>
              <p:spPr>
                <a:xfrm>
                  <a:off x="9937790" y="2371011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Product-Based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Text 4" descr="Decorative – no critical information"/>
              <p:cNvSpPr/>
              <p:nvPr/>
            </p:nvSpPr>
            <p:spPr>
              <a:xfrm>
                <a:off x="9937790" y="2861429"/>
                <a:ext cx="38988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Different handling for high-value vs. commodity items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9" name="Image 2" descr="Decorative – no critical information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2653" y="1922978"/>
              <a:ext cx="4564975" cy="456497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pic>
        <p:nvPicPr>
          <p:cNvPr id="10" name="Image 3" descr="Decorative – no critical informatio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07841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EC528C12-FB70-6653-62DC-1F624FC316E1}"/>
              </a:ext>
            </a:extLst>
          </p:cNvPr>
          <p:cNvGrpSpPr/>
          <p:nvPr/>
        </p:nvGrpSpPr>
        <p:grpSpPr>
          <a:xfrm>
            <a:off x="793790" y="760570"/>
            <a:ext cx="8803838" cy="5727383"/>
            <a:chOff x="793790" y="760570"/>
            <a:chExt cx="8803838" cy="5727383"/>
          </a:xfrm>
          <a:noFill/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C5E96FF-76CC-B824-FCBE-91D23A6E39C6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3042821" cy="2826664"/>
            </a:xfrm>
            <a:grpFill/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2D7EF1E-A950-E473-CFFD-15755371FED3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1979235" cy="1964771"/>
              </a:xfrm>
              <a:grpFill/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8D958DC7-9319-5AFA-69D3-DE8F614EED7A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5561171" cy="2484597"/>
                </a:xfrm>
                <a:grpFill/>
              </p:grpSpPr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73D21658-FA36-AB15-9AD5-4E977CC5D203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8803838" cy="5727383"/>
                  </a:xfrm>
                  <a:grpFill/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3176A159-B16B-3E18-408D-219727CB9D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4572000" cy="2826664"/>
                    </a:xfrm>
                    <a:grpFill/>
                  </p:grpSpPr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2901BDC7-3109-8E18-04AB-A21982B6BB3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4572000" cy="1964771"/>
                      </a:xfrm>
                      <a:grpFill/>
                    </p:grpSpPr>
                    <p:sp>
                      <p:nvSpPr>
                        <p:cNvPr id="2" name="Text 0"/>
                        <p:cNvSpPr/>
                        <p:nvPr/>
                      </p:nvSpPr>
                      <p:spPr>
                        <a:xfrm>
                          <a:off x="793790" y="760570"/>
                          <a:ext cx="4572000" cy="137160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5550"/>
                            </a:lnSpc>
                            <a:buNone/>
                          </a:pPr>
                          <a:r>
                            <a:rPr lang="en-US" sz="3200" b="1" dirty="0">
                              <a:solidFill>
                                <a:srgbClr val="000000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Supply Chain Segmentation Strategies</a:t>
                          </a:r>
                          <a:endParaRPr lang="en-US" sz="44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  <p:sp>
                      <p:nvSpPr>
                        <p:cNvPr id="3" name="Text 1"/>
                        <p:cNvSpPr/>
                        <p:nvPr/>
                      </p:nvSpPr>
                      <p:spPr>
                        <a:xfrm>
                          <a:off x="1857256" y="2371011"/>
                          <a:ext cx="2835235" cy="35433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r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Customer-Based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4" name="Text 2" descr="Decorative – no critical information"/>
                      <p:cNvSpPr/>
                      <p:nvPr/>
                    </p:nvSpPr>
                    <p:spPr>
                      <a:xfrm>
                        <a:off x="793790" y="2861429"/>
                        <a:ext cx="3898702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r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Tailored service levels for enterprise vs. SMB clients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5" name="Image 0" descr="Decorative – no critical information"/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5032653" y="1922978"/>
                      <a:ext cx="4564975" cy="456497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</p:grpSp>
              <p:pic>
                <p:nvPicPr>
                  <p:cNvPr id="6" name="Image 1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96DAC541-7B7A-43D3-8B79-37D633B846F1}">
                        <asvg:svgBlip xmlns:asvg="http://schemas.microsoft.com/office/drawing/2016/SVG/main" r:embed="rId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015633" y="2905839"/>
                    <a:ext cx="339328" cy="33932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" name="Text 3" descr="Decorative – no critical information"/>
                <p:cNvSpPr/>
                <p:nvPr/>
              </p:nvSpPr>
              <p:spPr>
                <a:xfrm>
                  <a:off x="9937790" y="2371011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Product-Based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8" name="Text 4" descr="Decorative – no critical information"/>
              <p:cNvSpPr/>
              <p:nvPr/>
            </p:nvSpPr>
            <p:spPr>
              <a:xfrm>
                <a:off x="9937790" y="2861429"/>
                <a:ext cx="38988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Different handling for high-value vs. commodity items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9" name="Image 2" descr="Decorative – no critical information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032653" y="1922978"/>
              <a:ext cx="4564975" cy="456497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pic>
        <p:nvPicPr>
          <p:cNvPr id="10" name="Image 3" descr="Decorative – no critical informatio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2905839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639126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69297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012935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19405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35783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4663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2379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33307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497668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19610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170788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2B06C10-16DF-BD0D-136E-232C689C8A8F}"/>
              </a:ext>
            </a:extLst>
          </p:cNvPr>
          <p:cNvGrpSpPr/>
          <p:nvPr/>
        </p:nvGrpSpPr>
        <p:grpSpPr>
          <a:xfrm>
            <a:off x="793790" y="760570"/>
            <a:ext cx="7820739" cy="2484597"/>
            <a:chOff x="793790" y="760570"/>
            <a:chExt cx="7820739" cy="2484597"/>
          </a:xfrm>
          <a:noFill/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C528C12-FB70-6653-62DC-1F624FC316E1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8803838" cy="5727383"/>
            </a:xfrm>
            <a:grpFill/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C5E96FF-76CC-B824-FCBE-91D23A6E39C6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3042821" cy="2826664"/>
              </a:xfrm>
              <a:grpFill/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42D7EF1E-A950-E473-CFFD-15755371FED3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11979235" cy="1964771"/>
                </a:xfrm>
                <a:grpFill/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8D958DC7-9319-5AFA-69D3-DE8F614EED7A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5561171" cy="2484597"/>
                  </a:xfrm>
                  <a:grpFill/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73D21658-FA36-AB15-9AD5-4E977CC5D2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8803838" cy="5727383"/>
                    </a:xfrm>
                    <a:grpFill/>
                  </p:grpSpPr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3176A159-B16B-3E18-408D-219727CB9D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4572000" cy="2826664"/>
                      </a:xfrm>
                      <a:grpFill/>
                    </p:grpSpPr>
                    <p:grpSp>
                      <p:nvGrpSpPr>
                        <p:cNvPr id="20" name="Group 19">
                          <a:extLst>
                            <a:ext uri="{FF2B5EF4-FFF2-40B4-BE49-F238E27FC236}">
                              <a16:creationId xmlns:a16="http://schemas.microsoft.com/office/drawing/2014/main" id="{2901BDC7-3109-8E18-04AB-A21982B6BB3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4572000" cy="1964771"/>
                        </a:xfrm>
                        <a:grpFill/>
                      </p:grpSpPr>
                      <p:sp>
                        <p:nvSpPr>
                          <p:cNvPr id="2" name="Text 0"/>
                          <p:cNvSpPr/>
                          <p:nvPr/>
                        </p:nvSpPr>
                        <p:spPr>
                          <a:xfrm>
                            <a:off x="793790" y="760570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5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Supply Chain Segmentation Strategies</a:t>
                            </a:r>
                            <a:endParaRPr lang="en-US" sz="44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" name="Text 1"/>
                          <p:cNvSpPr/>
                          <p:nvPr/>
                        </p:nvSpPr>
                        <p:spPr>
                          <a:xfrm>
                            <a:off x="1857256" y="2371011"/>
                            <a:ext cx="2835235" cy="35433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r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22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Customer-Based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Text 2" descr="Decorative – no critical information"/>
                        <p:cNvSpPr/>
                        <p:nvPr/>
                      </p:nvSpPr>
                      <p:spPr>
                        <a:xfrm>
                          <a:off x="793790" y="2861429"/>
                          <a:ext cx="3898702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r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Tailored service levels for enterprise vs. SMB clients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pic>
                    <p:nvPicPr>
                      <p:cNvPr id="5" name="Image 0" descr="Decorative – no critical information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32653" y="1922978"/>
                        <a:ext cx="4564975" cy="456497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</p:grpSp>
                <p:pic>
                  <p:nvPicPr>
                    <p:cNvPr id="6" name="Image 1" descr="Decorative – no critical information"/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15633" y="2905839"/>
                      <a:ext cx="339328" cy="339328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7" name="Text 3" descr="Decorative – no critical information"/>
                  <p:cNvSpPr/>
                  <p:nvPr/>
                </p:nvSpPr>
                <p:spPr>
                  <a:xfrm>
                    <a:off x="9937790" y="2371011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Product-Based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Text 4" descr="Decorative – no critical information"/>
                <p:cNvSpPr/>
                <p:nvPr/>
              </p:nvSpPr>
              <p:spPr>
                <a:xfrm>
                  <a:off x="9937790" y="2861429"/>
                  <a:ext cx="3898821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Different handling for high-value vs. commodity items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9" name="Image 2" descr="Decorative – no critical information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32653" y="1922978"/>
                <a:ext cx="4564975" cy="456497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pic>
          <p:nvPicPr>
            <p:cNvPr id="10" name="Image 3" descr="Decorative – no critical information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75201" y="2905839"/>
              <a:ext cx="339328" cy="339328"/>
            </a:xfrm>
            <a:prstGeom prst="rect">
              <a:avLst/>
            </a:prstGeom>
          </p:spPr>
        </p:pic>
      </p:grpSp>
      <p:sp>
        <p:nvSpPr>
          <p:cNvPr id="11" name="Text 5" descr="Decorative – no critical information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12263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2B06C10-16DF-BD0D-136E-232C689C8A8F}"/>
              </a:ext>
            </a:extLst>
          </p:cNvPr>
          <p:cNvGrpSpPr/>
          <p:nvPr/>
        </p:nvGrpSpPr>
        <p:grpSpPr>
          <a:xfrm>
            <a:off x="793790" y="760570"/>
            <a:ext cx="7820739" cy="2484597"/>
            <a:chOff x="793790" y="760570"/>
            <a:chExt cx="7820739" cy="2484597"/>
          </a:xfrm>
          <a:noFill/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C528C12-FB70-6653-62DC-1F624FC316E1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8803838" cy="5727383"/>
            </a:xfrm>
            <a:grpFill/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C5E96FF-76CC-B824-FCBE-91D23A6E39C6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3042821" cy="2826664"/>
              </a:xfrm>
              <a:grpFill/>
            </p:grpSpPr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42D7EF1E-A950-E473-CFFD-15755371FED3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11979235" cy="1964771"/>
                </a:xfrm>
                <a:grpFill/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8D958DC7-9319-5AFA-69D3-DE8F614EED7A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5561171" cy="2484597"/>
                  </a:xfrm>
                  <a:grpFill/>
                </p:grpSpPr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73D21658-FA36-AB15-9AD5-4E977CC5D2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8803838" cy="5727383"/>
                    </a:xfrm>
                    <a:grpFill/>
                  </p:grpSpPr>
                  <p:grpSp>
                    <p:nvGrpSpPr>
                      <p:cNvPr id="21" name="Group 20">
                        <a:extLst>
                          <a:ext uri="{FF2B5EF4-FFF2-40B4-BE49-F238E27FC236}">
                            <a16:creationId xmlns:a16="http://schemas.microsoft.com/office/drawing/2014/main" id="{3176A159-B16B-3E18-408D-219727CB9D5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4572000" cy="2826664"/>
                      </a:xfrm>
                      <a:grpFill/>
                    </p:grpSpPr>
                    <p:grpSp>
                      <p:nvGrpSpPr>
                        <p:cNvPr id="20" name="Group 19">
                          <a:extLst>
                            <a:ext uri="{FF2B5EF4-FFF2-40B4-BE49-F238E27FC236}">
                              <a16:creationId xmlns:a16="http://schemas.microsoft.com/office/drawing/2014/main" id="{2901BDC7-3109-8E18-04AB-A21982B6BB3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4572000" cy="1964771"/>
                        </a:xfrm>
                        <a:grpFill/>
                      </p:grpSpPr>
                      <p:sp>
                        <p:nvSpPr>
                          <p:cNvPr id="2" name="Text 0"/>
                          <p:cNvSpPr/>
                          <p:nvPr/>
                        </p:nvSpPr>
                        <p:spPr>
                          <a:xfrm>
                            <a:off x="793790" y="760570"/>
                            <a:ext cx="4572000" cy="137160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5550"/>
                              </a:lnSpc>
                              <a:buNone/>
                            </a:pPr>
                            <a:r>
                              <a:rPr lang="en-US" sz="3200" b="1" dirty="0">
                                <a:solidFill>
                                  <a:srgbClr val="000000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Supply Chain Segmentation Strategies</a:t>
                            </a:r>
                            <a:endParaRPr lang="en-US" sz="44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  <p:sp>
                        <p:nvSpPr>
                          <p:cNvPr id="3" name="Text 1"/>
                          <p:cNvSpPr/>
                          <p:nvPr/>
                        </p:nvSpPr>
                        <p:spPr>
                          <a:xfrm>
                            <a:off x="1857256" y="2371011"/>
                            <a:ext cx="2835235" cy="35433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r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22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Customer-Based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4" name="Text 2" descr="Decorative – no critical information"/>
                        <p:cNvSpPr/>
                        <p:nvPr/>
                      </p:nvSpPr>
                      <p:spPr>
                        <a:xfrm>
                          <a:off x="793790" y="2861429"/>
                          <a:ext cx="3898702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r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Tailored service levels for enterprise vs. SMB clients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pic>
                    <p:nvPicPr>
                      <p:cNvPr id="5" name="Image 0" descr="Decorative – no critical information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32653" y="1922978"/>
                        <a:ext cx="4564975" cy="456497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</p:grpSp>
                <p:pic>
                  <p:nvPicPr>
                    <p:cNvPr id="6" name="Image 1" descr="Decorative – no critical information"/>
                    <p:cNvPicPr>
                      <a:picLocks noChangeAspect="1"/>
                    </p:cNvPicPr>
                    <p:nvPr/>
                  </p:nvPicPr>
                  <p:blipFill>
                    <a:blip r:embed="rId4">
                      <a:extLst>
                        <a:ext uri="{96DAC541-7B7A-43D3-8B79-37D633B846F1}">
                          <asvg:svgBlip xmlns:asvg="http://schemas.microsoft.com/office/drawing/2016/SVG/main" r:embed="rId5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6015633" y="2905839"/>
                      <a:ext cx="339328" cy="339328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7" name="Text 3" descr="Decorative – no critical information"/>
                  <p:cNvSpPr/>
                  <p:nvPr/>
                </p:nvSpPr>
                <p:spPr>
                  <a:xfrm>
                    <a:off x="9937790" y="2371011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Product-Based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8" name="Text 4" descr="Decorative – no critical information"/>
                <p:cNvSpPr/>
                <p:nvPr/>
              </p:nvSpPr>
              <p:spPr>
                <a:xfrm>
                  <a:off x="9937790" y="2861429"/>
                  <a:ext cx="3898821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Different handling for high-value vs. commodity items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9" name="Image 2" descr="Decorative – no critical information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32653" y="1922978"/>
                <a:ext cx="4564975" cy="456497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pic>
          <p:nvPicPr>
            <p:cNvPr id="10" name="Image 3" descr="Decorative – no critical information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275201" y="2905839"/>
              <a:ext cx="339328" cy="339328"/>
            </a:xfrm>
            <a:prstGeom prst="rect">
              <a:avLst/>
            </a:prstGeom>
          </p:spPr>
        </p:pic>
      </p:grpSp>
      <p:sp>
        <p:nvSpPr>
          <p:cNvPr id="11" name="Text 5" descr="Decorative – no critical information"/>
          <p:cNvSpPr/>
          <p:nvPr/>
        </p:nvSpPr>
        <p:spPr>
          <a:xfrm>
            <a:off x="9937790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Geographic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3585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872765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8151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17002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31401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967430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70191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619950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38970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15891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23336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710C66E-DD76-8454-213F-E58E097AB100}"/>
              </a:ext>
            </a:extLst>
          </p:cNvPr>
          <p:cNvGrpSpPr/>
          <p:nvPr/>
        </p:nvGrpSpPr>
        <p:grpSpPr>
          <a:xfrm>
            <a:off x="793790" y="760570"/>
            <a:ext cx="11979235" cy="4417339"/>
            <a:chOff x="793790" y="760570"/>
            <a:chExt cx="11979235" cy="4417339"/>
          </a:xfrm>
          <a:solidFill>
            <a:srgbClr val="C07000"/>
          </a:solidFill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2B06C10-16DF-BD0D-136E-232C689C8A8F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7820739" cy="2484597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EC528C12-FB70-6653-62DC-1F624FC316E1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8803838" cy="5727383"/>
              </a:xfrm>
              <a:grp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3C5E96FF-76CC-B824-FCBE-91D23A6E39C6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13042821" cy="2826664"/>
                </a:xfrm>
                <a:grpFill/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42D7EF1E-A950-E473-CFFD-15755371FED3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11979235" cy="1964771"/>
                  </a:xfrm>
                  <a:grpFill/>
                </p:grpSpPr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8D958DC7-9319-5AFA-69D3-DE8F614EED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5561171" cy="2484597"/>
                    </a:xfrm>
                    <a:grpFill/>
                  </p:grpSpPr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73D21658-FA36-AB15-9AD5-4E977CC5D20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8803838" cy="5727383"/>
                      </a:xfrm>
                      <a:grpFill/>
                    </p:grpSpPr>
                    <p:grpSp>
                      <p:nvGrpSpPr>
                        <p:cNvPr id="21" name="Group 20">
                          <a:extLst>
                            <a:ext uri="{FF2B5EF4-FFF2-40B4-BE49-F238E27FC236}">
                              <a16:creationId xmlns:a16="http://schemas.microsoft.com/office/drawing/2014/main" id="{3176A159-B16B-3E18-408D-219727CB9D5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4572000" cy="2826664"/>
                        </a:xfrm>
                        <a:grpFill/>
                      </p:grpSpPr>
                      <p:grpSp>
                        <p:nvGrpSpPr>
                          <p:cNvPr id="20" name="Group 19">
                            <a:extLst>
                              <a:ext uri="{FF2B5EF4-FFF2-40B4-BE49-F238E27FC236}">
                                <a16:creationId xmlns:a16="http://schemas.microsoft.com/office/drawing/2014/main" id="{2901BDC7-3109-8E18-04AB-A21982B6BB3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4572000" cy="1964771"/>
                          </a:xfrm>
                          <a:grpFill/>
                        </p:grpSpPr>
                        <p:sp>
                          <p:nvSpPr>
                            <p:cNvPr id="2" name="Text 0"/>
                            <p:cNvSpPr/>
                            <p:nvPr/>
                          </p:nvSpPr>
                          <p:spPr>
                            <a:xfrm>
                              <a:off x="793790" y="760570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5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Supply Chain Segmentation Strategies</a:t>
                              </a:r>
                              <a:endParaRPr lang="en-US" sz="44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3" name="Text 1"/>
                            <p:cNvSpPr/>
                            <p:nvPr/>
                          </p:nvSpPr>
                          <p:spPr>
                            <a:xfrm>
                              <a:off x="1857256" y="2371011"/>
                              <a:ext cx="2835235" cy="35433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r">
                                <a:lnSpc>
                                  <a:spcPts val="2750"/>
                                </a:lnSpc>
                                <a:buNone/>
                              </a:pPr>
                              <a:r>
                                <a:rPr lang="en-US" sz="22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Customer-Based</a:t>
                              </a:r>
                              <a:endParaRPr lang="en-US" sz="2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Text 2" descr="Decorative – no critical information"/>
                          <p:cNvSpPr/>
                          <p:nvPr/>
                        </p:nvSpPr>
                        <p:spPr>
                          <a:xfrm>
                            <a:off x="793790" y="2861429"/>
                            <a:ext cx="3898702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r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Tailored service levels for enterprise vs. SMB clients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pic>
                      <p:nvPicPr>
                        <p:cNvPr id="5" name="Image 0" descr="Decorative – no critical information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032653" y="1922978"/>
                          <a:ext cx="4564975" cy="456497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</p:pic>
                  </p:grpSp>
                  <p:pic>
                    <p:nvPicPr>
                      <p:cNvPr id="6" name="Image 1" descr="Decorative – no critical information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15633" y="2905839"/>
                        <a:ext cx="339328" cy="339328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7" name="Text 3" descr="Decorative – no critical information"/>
                    <p:cNvSpPr/>
                    <p:nvPr/>
                  </p:nvSpPr>
                  <p:spPr>
                    <a:xfrm>
                      <a:off x="9937790" y="2371011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Product-Based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Text 4" descr="Decorative – no critical information"/>
                  <p:cNvSpPr/>
                  <p:nvPr/>
                </p:nvSpPr>
                <p:spPr>
                  <a:xfrm>
                    <a:off x="9937790" y="2861429"/>
                    <a:ext cx="3898821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Different handling for high-value vs. commodity items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9" name="Image 2" descr="Decorative – no critical information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32653" y="1922978"/>
                  <a:ext cx="4564975" cy="456497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</p:grpSp>
          <p:pic>
            <p:nvPicPr>
              <p:cNvPr id="10" name="Image 3" descr="Decorative – no critical information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275201" y="2905839"/>
                <a:ext cx="339328" cy="339328"/>
              </a:xfrm>
              <a:prstGeom prst="rect">
                <a:avLst/>
              </a:prstGeom>
            </p:spPr>
          </p:pic>
        </p:grpSp>
        <p:sp>
          <p:nvSpPr>
            <p:cNvPr id="11" name="Text 5" descr="Decorative – no critical information"/>
            <p:cNvSpPr/>
            <p:nvPr/>
          </p:nvSpPr>
          <p:spPr>
            <a:xfrm>
              <a:off x="9937790" y="4823579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Geographic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Text 6" descr="Decorative – no critical information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5482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6710C66E-DD76-8454-213F-E58E097AB100}"/>
              </a:ext>
            </a:extLst>
          </p:cNvPr>
          <p:cNvGrpSpPr/>
          <p:nvPr/>
        </p:nvGrpSpPr>
        <p:grpSpPr>
          <a:xfrm>
            <a:off x="793790" y="760570"/>
            <a:ext cx="11979235" cy="4417339"/>
            <a:chOff x="793790" y="760570"/>
            <a:chExt cx="11979235" cy="4417339"/>
          </a:xfrm>
          <a:solidFill>
            <a:srgbClr val="C07000"/>
          </a:solidFill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2B06C10-16DF-BD0D-136E-232C689C8A8F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7820739" cy="2484597"/>
            </a:xfrm>
            <a:grpFill/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EC528C12-FB70-6653-62DC-1F624FC316E1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8803838" cy="5727383"/>
              </a:xfrm>
              <a:grpFill/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3C5E96FF-76CC-B824-FCBE-91D23A6E39C6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13042821" cy="2826664"/>
                </a:xfrm>
                <a:grpFill/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42D7EF1E-A950-E473-CFFD-15755371FED3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11979235" cy="1964771"/>
                  </a:xfrm>
                  <a:grpFill/>
                </p:grpSpPr>
                <p:grpSp>
                  <p:nvGrpSpPr>
                    <p:cNvPr id="23" name="Group 22">
                      <a:extLst>
                        <a:ext uri="{FF2B5EF4-FFF2-40B4-BE49-F238E27FC236}">
                          <a16:creationId xmlns:a16="http://schemas.microsoft.com/office/drawing/2014/main" id="{8D958DC7-9319-5AFA-69D3-DE8F614EED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5561171" cy="2484597"/>
                    </a:xfrm>
                    <a:grpFill/>
                  </p:grpSpPr>
                  <p:grpSp>
                    <p:nvGrpSpPr>
                      <p:cNvPr id="22" name="Group 21">
                        <a:extLst>
                          <a:ext uri="{FF2B5EF4-FFF2-40B4-BE49-F238E27FC236}">
                            <a16:creationId xmlns:a16="http://schemas.microsoft.com/office/drawing/2014/main" id="{73D21658-FA36-AB15-9AD5-4E977CC5D20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8803838" cy="5727383"/>
                      </a:xfrm>
                      <a:grpFill/>
                    </p:grpSpPr>
                    <p:grpSp>
                      <p:nvGrpSpPr>
                        <p:cNvPr id="21" name="Group 20">
                          <a:extLst>
                            <a:ext uri="{FF2B5EF4-FFF2-40B4-BE49-F238E27FC236}">
                              <a16:creationId xmlns:a16="http://schemas.microsoft.com/office/drawing/2014/main" id="{3176A159-B16B-3E18-408D-219727CB9D5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4572000" cy="2826664"/>
                        </a:xfrm>
                        <a:grpFill/>
                      </p:grpSpPr>
                      <p:grpSp>
                        <p:nvGrpSpPr>
                          <p:cNvPr id="20" name="Group 19">
                            <a:extLst>
                              <a:ext uri="{FF2B5EF4-FFF2-40B4-BE49-F238E27FC236}">
                                <a16:creationId xmlns:a16="http://schemas.microsoft.com/office/drawing/2014/main" id="{2901BDC7-3109-8E18-04AB-A21982B6BB3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4572000" cy="1964771"/>
                          </a:xfrm>
                          <a:grpFill/>
                        </p:grpSpPr>
                        <p:sp>
                          <p:nvSpPr>
                            <p:cNvPr id="2" name="Text 0"/>
                            <p:cNvSpPr/>
                            <p:nvPr/>
                          </p:nvSpPr>
                          <p:spPr>
                            <a:xfrm>
                              <a:off x="793790" y="760570"/>
                              <a:ext cx="4572000" cy="137160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l">
                                <a:lnSpc>
                                  <a:spcPts val="5550"/>
                                </a:lnSpc>
                                <a:buNone/>
                              </a:pPr>
                              <a:r>
                                <a:rPr lang="en-US" sz="3200" b="1" dirty="0">
                                  <a:solidFill>
                                    <a:srgbClr val="000000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Supply Chain Segmentation Strategies</a:t>
                              </a:r>
                              <a:endParaRPr lang="en-US" sz="44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  <p:sp>
                          <p:nvSpPr>
                            <p:cNvPr id="3" name="Text 1"/>
                            <p:cNvSpPr/>
                            <p:nvPr/>
                          </p:nvSpPr>
                          <p:spPr>
                            <a:xfrm>
                              <a:off x="1857256" y="2371011"/>
                              <a:ext cx="2835235" cy="354330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none" lIns="0" tIns="0" rIns="0" bIns="0" rtlCol="0" anchor="t"/>
                            <a:lstStyle/>
                            <a:p>
                              <a:pPr marL="0" indent="0" algn="r">
                                <a:lnSpc>
                                  <a:spcPts val="2750"/>
                                </a:lnSpc>
                                <a:buNone/>
                              </a:pPr>
                              <a:r>
                                <a:rPr lang="en-US" sz="2200" b="1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 Bold" pitchFamily="34" charset="-122"/>
                                  <a:cs typeface="Inter Bold" pitchFamily="34" charset="-120"/>
                                </a:rPr>
                                <a:t>Customer-Based</a:t>
                              </a:r>
                              <a:endParaRPr lang="en-US" sz="220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4" name="Text 2" descr="Decorative – no critical information"/>
                          <p:cNvSpPr/>
                          <p:nvPr/>
                        </p:nvSpPr>
                        <p:spPr>
                          <a:xfrm>
                            <a:off x="793790" y="2861429"/>
                            <a:ext cx="3898702" cy="72580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square" lIns="0" tIns="0" rIns="0" bIns="0" rtlCol="0" anchor="t"/>
                          <a:lstStyle/>
                          <a:p>
                            <a:pPr marL="0" indent="0" algn="r">
                              <a:lnSpc>
                                <a:spcPts val="2850"/>
                              </a:lnSpc>
                              <a:buNone/>
                            </a:pPr>
                            <a:r>
                              <a:rPr lang="en-US" sz="1750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" pitchFamily="34" charset="-122"/>
                                <a:cs typeface="Inter" pitchFamily="34" charset="-120"/>
                              </a:rPr>
                              <a:t>Tailored service levels for enterprise vs. SMB clients</a:t>
                            </a:r>
                            <a:endParaRPr lang="en-US" sz="175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pic>
                      <p:nvPicPr>
                        <p:cNvPr id="5" name="Image 0" descr="Decorative – no critical information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5032653" y="1922978"/>
                          <a:ext cx="4564975" cy="456497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</p:pic>
                  </p:grpSp>
                  <p:pic>
                    <p:nvPicPr>
                      <p:cNvPr id="6" name="Image 1" descr="Decorative – no critical information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extLst>
                          <a:ext uri="{96DAC541-7B7A-43D3-8B79-37D633B846F1}">
                            <asvg:svgBlip xmlns:asvg="http://schemas.microsoft.com/office/drawing/2016/SVG/main" r:embed="rId5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>
                        <a:off x="6015633" y="2905839"/>
                        <a:ext cx="339328" cy="339328"/>
                      </a:xfrm>
                      <a:prstGeom prst="rect">
                        <a:avLst/>
                      </a:prstGeom>
                    </p:spPr>
                  </p:pic>
                </p:grpSp>
                <p:sp>
                  <p:nvSpPr>
                    <p:cNvPr id="7" name="Text 3" descr="Decorative – no critical information"/>
                    <p:cNvSpPr/>
                    <p:nvPr/>
                  </p:nvSpPr>
                  <p:spPr>
                    <a:xfrm>
                      <a:off x="9937790" y="2371011"/>
                      <a:ext cx="2835235" cy="354330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none" lIns="0" tIns="0" rIns="0" bIns="0" rtlCol="0" anchor="t"/>
                    <a:lstStyle/>
                    <a:p>
                      <a:pPr marL="0" indent="0" algn="l">
                        <a:lnSpc>
                          <a:spcPts val="2750"/>
                        </a:lnSpc>
                        <a:buNone/>
                      </a:pPr>
                      <a:r>
                        <a:rPr lang="en-US" sz="2200" b="1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 Bold" pitchFamily="34" charset="-122"/>
                          <a:cs typeface="Inter Bold" pitchFamily="34" charset="-120"/>
                        </a:rPr>
                        <a:t>Product-Based</a:t>
                      </a:r>
                      <a:endParaRPr lang="en-US" sz="220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sp>
                <p:nvSpPr>
                  <p:cNvPr id="8" name="Text 4" descr="Decorative – no critical information"/>
                  <p:cNvSpPr/>
                  <p:nvPr/>
                </p:nvSpPr>
                <p:spPr>
                  <a:xfrm>
                    <a:off x="9937790" y="2861429"/>
                    <a:ext cx="3898821" cy="72580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square" lIns="0" tIns="0" rIns="0" bIns="0" rtlCol="0" anchor="t"/>
                  <a:lstStyle/>
                  <a:p>
                    <a:pPr marL="0" indent="0" algn="l">
                      <a:lnSpc>
                        <a:spcPts val="2850"/>
                      </a:lnSpc>
                      <a:buNone/>
                    </a:pPr>
                    <a:r>
                      <a:rPr lang="en-US" sz="1750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" pitchFamily="34" charset="-122"/>
                        <a:cs typeface="Inter" pitchFamily="34" charset="-120"/>
                      </a:rPr>
                      <a:t>Different handling for high-value vs. commodity items</a:t>
                    </a:r>
                    <a:endParaRPr lang="en-US" sz="1750" dirty="0">
                      <a:latin typeface="Calibri" panose="020F0502020204030204" pitchFamily="34" charset="0"/>
                    </a:endParaRPr>
                  </a:p>
                </p:txBody>
              </p:sp>
            </p:grpSp>
            <p:pic>
              <p:nvPicPr>
                <p:cNvPr id="9" name="Image 2" descr="Decorative – no critical information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032653" y="1922978"/>
                  <a:ext cx="4564975" cy="456497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</p:pic>
          </p:grpSp>
          <p:pic>
            <p:nvPicPr>
              <p:cNvPr id="10" name="Image 3" descr="Decorative – no critical information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275201" y="2905839"/>
                <a:ext cx="339328" cy="339328"/>
              </a:xfrm>
              <a:prstGeom prst="rect">
                <a:avLst/>
              </a:prstGeom>
            </p:spPr>
          </p:pic>
        </p:grpSp>
        <p:sp>
          <p:nvSpPr>
            <p:cNvPr id="11" name="Text 5" descr="Decorative – no critical information"/>
            <p:cNvSpPr/>
            <p:nvPr/>
          </p:nvSpPr>
          <p:spPr>
            <a:xfrm>
              <a:off x="9937790" y="4823579"/>
              <a:ext cx="2835235" cy="354330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b="1" dirty="0">
                  <a:solidFill>
                    <a:srgbClr val="272525"/>
                  </a:solidFill>
                  <a:latin typeface="Calibri" panose="020F0502020204030204" pitchFamily="34" charset="0"/>
                  <a:ea typeface="Inter Bold" pitchFamily="34" charset="-122"/>
                  <a:cs typeface="Inter Bold" pitchFamily="34" charset="-120"/>
                </a:rPr>
                <a:t>Geographic</a:t>
              </a:r>
              <a:endParaRPr lang="en-US" sz="2200" dirty="0">
                <a:latin typeface="Calibri" panose="020F0502020204030204" pitchFamily="34" charset="0"/>
              </a:endParaRPr>
            </a:p>
          </p:txBody>
        </p:sp>
      </p:grpSp>
      <p:sp>
        <p:nvSpPr>
          <p:cNvPr id="12" name="Text 6" descr="Decorative – no critical information"/>
          <p:cNvSpPr/>
          <p:nvPr/>
        </p:nvSpPr>
        <p:spPr>
          <a:xfrm>
            <a:off x="9937790" y="531399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Region-specific distribution strategies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18366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53930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794318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43922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175531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122132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56316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56352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714785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11731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45022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EF600C18-08A1-44C4-0B81-732692980695}"/>
              </a:ext>
            </a:extLst>
          </p:cNvPr>
          <p:cNvGrpSpPr/>
          <p:nvPr/>
        </p:nvGrpSpPr>
        <p:grpSpPr>
          <a:xfrm>
            <a:off x="793790" y="760570"/>
            <a:ext cx="13042821" cy="5279233"/>
            <a:chOff x="793790" y="760570"/>
            <a:chExt cx="13042821" cy="5279233"/>
          </a:xfrm>
          <a:noFill/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710C66E-DD76-8454-213F-E58E097AB100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1979235" cy="4417339"/>
            </a:xfrm>
            <a:grpFill/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2B06C10-16DF-BD0D-136E-232C689C8A8F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7820739" cy="2484597"/>
              </a:xfrm>
              <a:grpFill/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EC528C12-FB70-6653-62DC-1F624FC316E1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8803838" cy="5727383"/>
                </a:xfrm>
                <a:grpFill/>
              </p:grpSpPr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3C5E96FF-76CC-B824-FCBE-91D23A6E39C6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13042821" cy="2826664"/>
                  </a:xfrm>
                  <a:grpFill/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42D7EF1E-A950-E473-CFFD-15755371FE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11979235" cy="1964771"/>
                    </a:xfrm>
                    <a:grpFill/>
                  </p:grpSpPr>
                  <p:grpSp>
                    <p:nvGrpSpPr>
                      <p:cNvPr id="23" name="Group 22">
                        <a:extLst>
                          <a:ext uri="{FF2B5EF4-FFF2-40B4-BE49-F238E27FC236}">
                            <a16:creationId xmlns:a16="http://schemas.microsoft.com/office/drawing/2014/main" id="{8D958DC7-9319-5AFA-69D3-DE8F614EED7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5561171" cy="2484597"/>
                      </a:xfrm>
                      <a:grpFill/>
                    </p:grpSpPr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73D21658-FA36-AB15-9AD5-4E977CC5D20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8803838" cy="5727383"/>
                        </a:xfrm>
                        <a:grpFill/>
                      </p:grpSpPr>
                      <p:grpSp>
                        <p:nvGrpSpPr>
                          <p:cNvPr id="21" name="Group 20">
                            <a:extLst>
                              <a:ext uri="{FF2B5EF4-FFF2-40B4-BE49-F238E27FC236}">
                                <a16:creationId xmlns:a16="http://schemas.microsoft.com/office/drawing/2014/main" id="{3176A159-B16B-3E18-408D-219727CB9D5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4572000" cy="2826664"/>
                          </a:xfrm>
                          <a:grpFill/>
                        </p:grpSpPr>
                        <p:grpSp>
                          <p:nvGrpSpPr>
                            <p:cNvPr id="20" name="Group 19">
                              <a:extLst>
                                <a:ext uri="{FF2B5EF4-FFF2-40B4-BE49-F238E27FC236}">
                                  <a16:creationId xmlns:a16="http://schemas.microsoft.com/office/drawing/2014/main" id="{2901BDC7-3109-8E18-04AB-A21982B6BB3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760570"/>
                              <a:ext cx="4572000" cy="1371600"/>
                              <a:chOff x="793790" y="760570"/>
                              <a:chExt cx="4572000" cy="1964771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793790" y="760570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5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Supply Chain Segmentation Strategies</a:t>
                                </a:r>
                                <a:endParaRPr lang="en-US" sz="44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1857256" y="2371011"/>
                                <a:ext cx="2835235" cy="35433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r">
                                  <a:lnSpc>
                                    <a:spcPts val="2750"/>
                                  </a:lnSpc>
                                  <a:buNone/>
                                </a:pPr>
                                <a:r>
                                  <a:rPr lang="en-US" sz="2200" b="1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Customer-Based</a:t>
                                </a:r>
                                <a:endParaRPr lang="en-US" sz="22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93790" y="2861429"/>
                              <a:ext cx="3898702" cy="72580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r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Tailored service levels for enterprise vs. SMB clients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pic>
                        <p:nvPicPr>
                          <p:cNvPr id="5" name="Image 0" descr="Decorative – no critical information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5032653" y="1922978"/>
                            <a:ext cx="4564975" cy="456497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</p:pic>
                    </p:grpSp>
                    <p:pic>
                      <p:nvPicPr>
                        <p:cNvPr id="6" name="Image 1" descr="Decorative – no critical information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extLs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15633" y="2905839"/>
                          <a:ext cx="339328" cy="339328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7" name="Text 3" descr="Decorative – no critical information"/>
                      <p:cNvSpPr/>
                      <p:nvPr/>
                    </p:nvSpPr>
                    <p:spPr>
                      <a:xfrm>
                        <a:off x="9937790" y="2371011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Product-Based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4" descr="Decorative – no critical information"/>
                    <p:cNvSpPr/>
                    <p:nvPr/>
                  </p:nvSpPr>
                  <p:spPr>
                    <a:xfrm>
                      <a:off x="9937790" y="2861429"/>
                      <a:ext cx="3898821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Different handling for high-value vs. commodity items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9" name="Image 2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5032653" y="1922978"/>
                    <a:ext cx="4564975" cy="456497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pic>
              <p:nvPicPr>
                <p:cNvPr id="10" name="Image 3" descr="Decorative – no critical information"/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75201" y="2905839"/>
                  <a:ext cx="339328" cy="339328"/>
                </a:xfrm>
                <a:prstGeom prst="rect">
                  <a:avLst/>
                </a:prstGeom>
              </p:spPr>
            </p:pic>
          </p:grpSp>
          <p:sp>
            <p:nvSpPr>
              <p:cNvPr id="11" name="Text 5" descr="Decorative – no critical information"/>
              <p:cNvSpPr/>
              <p:nvPr/>
            </p:nvSpPr>
            <p:spPr>
              <a:xfrm>
                <a:off x="9937790" y="4823579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Geographic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2" name="Text 6" descr="Decorative – no critical information"/>
            <p:cNvSpPr/>
            <p:nvPr/>
          </p:nvSpPr>
          <p:spPr>
            <a:xfrm>
              <a:off x="9937790" y="5313998"/>
              <a:ext cx="38988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Region-specific distribution strategies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13" name="Image 4" descr="Decorative – no critical informati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61520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EF600C18-08A1-44C4-0B81-732692980695}"/>
              </a:ext>
            </a:extLst>
          </p:cNvPr>
          <p:cNvGrpSpPr/>
          <p:nvPr/>
        </p:nvGrpSpPr>
        <p:grpSpPr>
          <a:xfrm>
            <a:off x="793790" y="760570"/>
            <a:ext cx="13042821" cy="5279233"/>
            <a:chOff x="793790" y="760570"/>
            <a:chExt cx="13042821" cy="5279233"/>
          </a:xfrm>
          <a:noFill/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710C66E-DD76-8454-213F-E58E097AB100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1979235" cy="4417339"/>
            </a:xfrm>
            <a:grpFill/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2B06C10-16DF-BD0D-136E-232C689C8A8F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7820739" cy="2484597"/>
              </a:xfrm>
              <a:grpFill/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EC528C12-FB70-6653-62DC-1F624FC316E1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8803838" cy="5727383"/>
                </a:xfrm>
                <a:grpFill/>
              </p:grpSpPr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3C5E96FF-76CC-B824-FCBE-91D23A6E39C6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13042821" cy="2826664"/>
                  </a:xfrm>
                  <a:grpFill/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42D7EF1E-A950-E473-CFFD-15755371FE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11979235" cy="1964771"/>
                    </a:xfrm>
                    <a:grpFill/>
                  </p:grpSpPr>
                  <p:grpSp>
                    <p:nvGrpSpPr>
                      <p:cNvPr id="23" name="Group 22">
                        <a:extLst>
                          <a:ext uri="{FF2B5EF4-FFF2-40B4-BE49-F238E27FC236}">
                            <a16:creationId xmlns:a16="http://schemas.microsoft.com/office/drawing/2014/main" id="{8D958DC7-9319-5AFA-69D3-DE8F614EED7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5561171" cy="2484597"/>
                      </a:xfrm>
                      <a:grpFill/>
                    </p:grpSpPr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73D21658-FA36-AB15-9AD5-4E977CC5D20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8803838" cy="5727383"/>
                        </a:xfrm>
                        <a:grpFill/>
                      </p:grpSpPr>
                      <p:grpSp>
                        <p:nvGrpSpPr>
                          <p:cNvPr id="21" name="Group 20">
                            <a:extLst>
                              <a:ext uri="{FF2B5EF4-FFF2-40B4-BE49-F238E27FC236}">
                                <a16:creationId xmlns:a16="http://schemas.microsoft.com/office/drawing/2014/main" id="{3176A159-B16B-3E18-408D-219727CB9D5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4572000" cy="2826664"/>
                          </a:xfrm>
                          <a:grpFill/>
                        </p:grpSpPr>
                        <p:grpSp>
                          <p:nvGrpSpPr>
                            <p:cNvPr id="20" name="Group 19">
                              <a:extLst>
                                <a:ext uri="{FF2B5EF4-FFF2-40B4-BE49-F238E27FC236}">
                                  <a16:creationId xmlns:a16="http://schemas.microsoft.com/office/drawing/2014/main" id="{2901BDC7-3109-8E18-04AB-A21982B6BB3B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760570"/>
                              <a:ext cx="4572000" cy="1371600"/>
                              <a:chOff x="793790" y="760570"/>
                              <a:chExt cx="4572000" cy="1964771"/>
                            </a:xfrm>
                            <a:grpFill/>
                          </p:grpSpPr>
                          <p:sp>
                            <p:nvSpPr>
                              <p:cNvPr id="2" name="Text 0"/>
                              <p:cNvSpPr/>
                              <p:nvPr/>
                            </p:nvSpPr>
                            <p:spPr>
                              <a:xfrm>
                                <a:off x="793790" y="760570"/>
                                <a:ext cx="4572000" cy="137160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l">
                                  <a:lnSpc>
                                    <a:spcPts val="5550"/>
                                  </a:lnSpc>
                                  <a:buNone/>
                                </a:pPr>
                                <a:r>
                                  <a:rPr lang="en-US" sz="3200" b="1" dirty="0">
                                    <a:solidFill>
                                      <a:srgbClr val="000000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Supply Chain Segmentation Strategies</a:t>
                                </a:r>
                                <a:endParaRPr lang="en-US" sz="44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  <p:sp>
                            <p:nvSpPr>
                              <p:cNvPr id="3" name="Text 1"/>
                              <p:cNvSpPr/>
                              <p:nvPr/>
                            </p:nvSpPr>
                            <p:spPr>
                              <a:xfrm>
                                <a:off x="1857256" y="2371011"/>
                                <a:ext cx="2835235" cy="354330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none" lIns="0" tIns="0" rIns="0" bIns="0" rtlCol="0" anchor="t"/>
                              <a:lstStyle/>
                              <a:p>
                                <a:pPr marL="0" indent="0" algn="r">
                                  <a:lnSpc>
                                    <a:spcPts val="2750"/>
                                  </a:lnSpc>
                                  <a:buNone/>
                                </a:pPr>
                                <a:r>
                                  <a:rPr lang="en-US" sz="2200" b="1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 Bold" pitchFamily="34" charset="-122"/>
                                    <a:cs typeface="Inter Bold" pitchFamily="34" charset="-120"/>
                                  </a:rPr>
                                  <a:t>Customer-Based</a:t>
                                </a:r>
                                <a:endParaRPr lang="en-US" sz="220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sp>
                          <p:nvSpPr>
                            <p:cNvPr id="4" name="Text 2" descr="Decorative – no critical information"/>
                            <p:cNvSpPr/>
                            <p:nvPr/>
                          </p:nvSpPr>
                          <p:spPr>
                            <a:xfrm>
                              <a:off x="793790" y="2861429"/>
                              <a:ext cx="3898702" cy="72580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  <p:txBody>
                            <a:bodyPr wrap="square" lIns="0" tIns="0" rIns="0" bIns="0" rtlCol="0" anchor="t"/>
                            <a:lstStyle/>
                            <a:p>
                              <a:pPr marL="0" indent="0" algn="r">
                                <a:lnSpc>
                                  <a:spcPts val="2850"/>
                                </a:lnSpc>
                                <a:buNone/>
                              </a:pPr>
                              <a:r>
                                <a:rPr lang="en-US" sz="1750" dirty="0">
                                  <a:solidFill>
                                    <a:srgbClr val="272525"/>
                                  </a:solidFill>
                                  <a:latin typeface="Calibri" panose="020F0502020204030204" pitchFamily="34" charset="0"/>
                                  <a:ea typeface="Inter" pitchFamily="34" charset="-122"/>
                                  <a:cs typeface="Inter" pitchFamily="34" charset="-120"/>
                                </a:rPr>
                                <a:t>Tailored service levels for enterprise vs. SMB clients</a:t>
                              </a:r>
                              <a:endParaRPr lang="en-US" sz="1750" dirty="0">
                                <a:latin typeface="Calibri" panose="020F0502020204030204" pitchFamily="34" charset="0"/>
                              </a:endParaRPr>
                            </a:p>
                          </p:txBody>
                        </p:sp>
                      </p:grpSp>
                      <p:pic>
                        <p:nvPicPr>
                          <p:cNvPr id="5" name="Image 0" descr="Decorative – no critical information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5032653" y="1922978"/>
                            <a:ext cx="4564975" cy="4564975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</p:pic>
                    </p:grpSp>
                    <p:pic>
                      <p:nvPicPr>
                        <p:cNvPr id="6" name="Image 1" descr="Decorative – no critical information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>
                          <a:extLst>
                            <a:ext uri="{96DAC541-7B7A-43D3-8B79-37D633B846F1}">
                              <asvg:svgBlip xmlns:asvg="http://schemas.microsoft.com/office/drawing/2016/SVG/main" r:embed="rId5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6015633" y="2905839"/>
                          <a:ext cx="339328" cy="339328"/>
                        </a:xfrm>
                        <a:prstGeom prst="rect">
                          <a:avLst/>
                        </a:prstGeom>
                      </p:spPr>
                    </p:pic>
                  </p:grpSp>
                  <p:sp>
                    <p:nvSpPr>
                      <p:cNvPr id="7" name="Text 3" descr="Decorative – no critical information"/>
                      <p:cNvSpPr/>
                      <p:nvPr/>
                    </p:nvSpPr>
                    <p:spPr>
                      <a:xfrm>
                        <a:off x="9937790" y="2371011"/>
                        <a:ext cx="2835235" cy="354330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none" lIns="0" tIns="0" rIns="0" bIns="0" rtlCol="0" anchor="t"/>
                      <a:lstStyle/>
                      <a:p>
                        <a:pPr marL="0" indent="0" algn="l">
                          <a:lnSpc>
                            <a:spcPts val="2750"/>
                          </a:lnSpc>
                          <a:buNone/>
                        </a:pPr>
                        <a:r>
                          <a:rPr lang="en-US" sz="2200" b="1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 Bold" pitchFamily="34" charset="-122"/>
                            <a:cs typeface="Inter Bold" pitchFamily="34" charset="-120"/>
                          </a:rPr>
                          <a:t>Product-Based</a:t>
                        </a:r>
                        <a:endParaRPr lang="en-US" sz="220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sp>
                  <p:nvSpPr>
                    <p:cNvPr id="8" name="Text 4" descr="Decorative – no critical information"/>
                    <p:cNvSpPr/>
                    <p:nvPr/>
                  </p:nvSpPr>
                  <p:spPr>
                    <a:xfrm>
                      <a:off x="9937790" y="2861429"/>
                      <a:ext cx="3898821" cy="72580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  <p:txBody>
                    <a:bodyPr wrap="square" lIns="0" tIns="0" rIns="0" bIns="0" rtlCol="0" anchor="t"/>
                    <a:lstStyle/>
                    <a:p>
                      <a:pPr marL="0" indent="0" algn="l">
                        <a:lnSpc>
                          <a:spcPts val="2850"/>
                        </a:lnSpc>
                        <a:buNone/>
                      </a:pPr>
                      <a:r>
                        <a:rPr lang="en-US" sz="1750" dirty="0">
                          <a:solidFill>
                            <a:srgbClr val="272525"/>
                          </a:solidFill>
                          <a:latin typeface="Calibri" panose="020F0502020204030204" pitchFamily="34" charset="0"/>
                          <a:ea typeface="Inter" pitchFamily="34" charset="-122"/>
                          <a:cs typeface="Inter" pitchFamily="34" charset="-120"/>
                        </a:rPr>
                        <a:t>Different handling for high-value vs. commodity items</a:t>
                      </a:r>
                      <a:endParaRPr lang="en-US" sz="1750" dirty="0">
                        <a:latin typeface="Calibri" panose="020F0502020204030204" pitchFamily="34" charset="0"/>
                      </a:endParaRPr>
                    </a:p>
                  </p:txBody>
                </p:sp>
              </p:grpSp>
              <p:pic>
                <p:nvPicPr>
                  <p:cNvPr id="9" name="Image 2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5032653" y="1922978"/>
                    <a:ext cx="4564975" cy="4564975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</p:pic>
            </p:grpSp>
            <p:pic>
              <p:nvPicPr>
                <p:cNvPr id="10" name="Image 3" descr="Decorative – no critical information"/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75201" y="2905839"/>
                  <a:ext cx="339328" cy="339328"/>
                </a:xfrm>
                <a:prstGeom prst="rect">
                  <a:avLst/>
                </a:prstGeom>
              </p:spPr>
            </p:pic>
          </p:grpSp>
          <p:sp>
            <p:nvSpPr>
              <p:cNvPr id="11" name="Text 5" descr="Decorative – no critical information"/>
              <p:cNvSpPr/>
              <p:nvPr/>
            </p:nvSpPr>
            <p:spPr>
              <a:xfrm>
                <a:off x="9937790" y="4823579"/>
                <a:ext cx="2835235" cy="354330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none" lIns="0" tIns="0" rIns="0" bIns="0" rtlCol="0" anchor="t"/>
              <a:lstStyle/>
              <a:p>
                <a:pPr marL="0" indent="0" algn="l">
                  <a:lnSpc>
                    <a:spcPts val="2750"/>
                  </a:lnSpc>
                  <a:buNone/>
                </a:pPr>
                <a:r>
                  <a:rPr lang="en-US" sz="2200" b="1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 Bold" pitchFamily="34" charset="-122"/>
                    <a:cs typeface="Inter Bold" pitchFamily="34" charset="-120"/>
                  </a:rPr>
                  <a:t>Geographic</a:t>
                </a:r>
                <a:endParaRPr lang="en-US" sz="22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12" name="Text 6" descr="Decorative – no critical information"/>
            <p:cNvSpPr/>
            <p:nvPr/>
          </p:nvSpPr>
          <p:spPr>
            <a:xfrm>
              <a:off x="9937790" y="5313998"/>
              <a:ext cx="3898821" cy="72580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Calibri" panose="020F0502020204030204" pitchFamily="34" charset="0"/>
                  <a:ea typeface="Inter" pitchFamily="34" charset="-122"/>
                  <a:cs typeface="Inter" pitchFamily="34" charset="-120"/>
                </a:rPr>
                <a:t>Region-specific distribution strategies</a:t>
              </a:r>
              <a:endParaRPr lang="en-US" sz="1750" dirty="0">
                <a:latin typeface="Calibri" panose="020F0502020204030204" pitchFamily="34" charset="0"/>
              </a:endParaRPr>
            </a:p>
          </p:txBody>
        </p:sp>
      </p:grpSp>
      <p:pic>
        <p:nvPicPr>
          <p:cNvPr id="13" name="Image 4" descr="Decorative – no critical informati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234050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359596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851492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156914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895541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750262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9723578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154132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97742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91539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319377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32DA48A5-F2EF-A973-9E61-F6F308863722}"/>
              </a:ext>
            </a:extLst>
          </p:cNvPr>
          <p:cNvGrpSpPr/>
          <p:nvPr/>
        </p:nvGrpSpPr>
        <p:grpSpPr>
          <a:xfrm>
            <a:off x="793790" y="760570"/>
            <a:ext cx="8803838" cy="5727383"/>
            <a:chOff x="793790" y="760570"/>
            <a:chExt cx="8803838" cy="5727383"/>
          </a:xfrm>
          <a:solidFill>
            <a:srgbClr val="C07000"/>
          </a:solid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F600C18-08A1-44C4-0B81-732692980695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3042821" cy="5279233"/>
            </a:xfrm>
            <a:grpFill/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710C66E-DD76-8454-213F-E58E097AB100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1979235" cy="4417339"/>
              </a:xfrm>
              <a:grpFill/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2B06C10-16DF-BD0D-136E-232C689C8A8F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7820739" cy="2484597"/>
                </a:xfrm>
                <a:grpFill/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EC528C12-FB70-6653-62DC-1F624FC316E1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8803838" cy="5727383"/>
                  </a:xfrm>
                  <a:grpFill/>
                </p:grpSpPr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3C5E96FF-76CC-B824-FCBE-91D23A6E39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13042821" cy="2826664"/>
                    </a:xfrm>
                    <a:grpFill/>
                  </p:grpSpPr>
                  <p:grpSp>
                    <p:nvGrpSpPr>
                      <p:cNvPr id="24" name="Group 23">
                        <a:extLst>
                          <a:ext uri="{FF2B5EF4-FFF2-40B4-BE49-F238E27FC236}">
                            <a16:creationId xmlns:a16="http://schemas.microsoft.com/office/drawing/2014/main" id="{42D7EF1E-A950-E473-CFFD-15755371FED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11979235" cy="1964771"/>
                      </a:xfrm>
                      <a:grpFill/>
                    </p:grpSpPr>
                    <p:grpSp>
                      <p:nvGrpSpPr>
                        <p:cNvPr id="23" name="Group 22">
                          <a:extLst>
                            <a:ext uri="{FF2B5EF4-FFF2-40B4-BE49-F238E27FC236}">
                              <a16:creationId xmlns:a16="http://schemas.microsoft.com/office/drawing/2014/main" id="{8D958DC7-9319-5AFA-69D3-DE8F614EED7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5561171" cy="2484597"/>
                        </a:xfrm>
                        <a:grpFill/>
                      </p:grpSpPr>
                      <p:grpSp>
                        <p:nvGrpSpPr>
                          <p:cNvPr id="22" name="Group 21">
                            <a:extLst>
                              <a:ext uri="{FF2B5EF4-FFF2-40B4-BE49-F238E27FC236}">
                                <a16:creationId xmlns:a16="http://schemas.microsoft.com/office/drawing/2014/main" id="{73D21658-FA36-AB15-9AD5-4E977CC5D20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8803838" cy="5727383"/>
                          </a:xfrm>
                          <a:grpFill/>
                        </p:grpSpPr>
                        <p:grpSp>
                          <p:nvGrpSpPr>
                            <p:cNvPr id="21" name="Group 20">
                              <a:extLst>
                                <a:ext uri="{FF2B5EF4-FFF2-40B4-BE49-F238E27FC236}">
                                  <a16:creationId xmlns:a16="http://schemas.microsoft.com/office/drawing/2014/main" id="{3176A159-B16B-3E18-408D-219727CB9D5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760570"/>
                              <a:ext cx="4572000" cy="1371600"/>
                              <a:chOff x="793790" y="760570"/>
                              <a:chExt cx="4572000" cy="2826664"/>
                            </a:xfrm>
                            <a:grpFill/>
                          </p:grpSpPr>
                          <p:grpSp>
                            <p:nvGrpSpPr>
                              <p:cNvPr id="20" name="Group 19">
                                <a:extLst>
                                  <a:ext uri="{FF2B5EF4-FFF2-40B4-BE49-F238E27FC236}">
                                    <a16:creationId xmlns:a16="http://schemas.microsoft.com/office/drawing/2014/main" id="{2901BDC7-3109-8E18-04AB-A21982B6BB3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760570"/>
                                <a:ext cx="4572000" cy="1371600"/>
                                <a:chOff x="793790" y="760570"/>
                                <a:chExt cx="4572000" cy="1964771"/>
                              </a:xfrm>
                              <a:grpFill/>
                            </p:grpSpPr>
                            <p:sp>
                              <p:nvSpPr>
                                <p:cNvPr id="2" name="Text 0"/>
                                <p:cNvSpPr/>
                                <p:nvPr/>
                              </p:nvSpPr>
                              <p:spPr>
                                <a:xfrm>
                                  <a:off x="793790" y="760570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5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Supply Chain Segmentation Strategies</a:t>
                                  </a:r>
                                  <a:endParaRPr lang="en-US" sz="44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" name="Text 1"/>
                                <p:cNvSpPr/>
                                <p:nvPr/>
                              </p:nvSpPr>
                              <p:spPr>
                                <a:xfrm>
                                  <a:off x="1857256" y="2371011"/>
                                  <a:ext cx="2835235" cy="35433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r">
                                    <a:lnSpc>
                                      <a:spcPts val="2750"/>
                                    </a:lnSpc>
                                    <a:buNone/>
                                  </a:pPr>
                                  <a:r>
                                    <a:rPr lang="en-US" sz="2200" b="1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Customer-Based</a:t>
                                  </a:r>
                                  <a:endParaRPr lang="en-US" sz="220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4" name="Text 2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93790" y="2861429"/>
                                <a:ext cx="3898702" cy="72580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r">
                                  <a:lnSpc>
                                    <a:spcPts val="2850"/>
                                  </a:lnSpc>
                                  <a:buNone/>
                                </a:pPr>
                                <a:r>
                                  <a:rPr lang="en-US" sz="17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" pitchFamily="34" charset="-122"/>
                                    <a:cs typeface="Inter" pitchFamily="34" charset="-120"/>
                                  </a:rPr>
                                  <a:t>Tailored service levels for enterprise vs. SMB clients</a:t>
                                </a:r>
                                <a:endParaRPr lang="en-US" sz="17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pic>
                          <p:nvPicPr>
                            <p:cNvPr id="5" name="Image 0" descr="Decorative – no critical information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32653" y="1922978"/>
                              <a:ext cx="4564975" cy="456497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</p:pic>
                      </p:grpSp>
                      <p:pic>
                        <p:nvPicPr>
                          <p:cNvPr id="6" name="Image 1" descr="Decorative – no critical information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96DAC541-7B7A-43D3-8B79-37D633B846F1}">
                                <asvg:svgBlip xmlns:asvg="http://schemas.microsoft.com/office/drawing/2016/SVG/main" r:embed="rId5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6015633" y="2905839"/>
                            <a:ext cx="339328" cy="339328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sp>
                      <p:nvSpPr>
                        <p:cNvPr id="7" name="Text 3" descr="Decorative – no critical information"/>
                        <p:cNvSpPr/>
                        <p:nvPr/>
                      </p:nvSpPr>
                      <p:spPr>
                        <a:xfrm>
                          <a:off x="9937790" y="2371011"/>
                          <a:ext cx="2835235" cy="35433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Product-Based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8" name="Text 4" descr="Decorative – no critical information"/>
                      <p:cNvSpPr/>
                      <p:nvPr/>
                    </p:nvSpPr>
                    <p:spPr>
                      <a:xfrm>
                        <a:off x="9937790" y="2861429"/>
                        <a:ext cx="3898821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Different handling for high-value vs. commodity items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9" name="Image 2" descr="Decorative – no critical information"/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5032653" y="1922978"/>
                      <a:ext cx="4564975" cy="456497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</p:grpSp>
              <p:pic>
                <p:nvPicPr>
                  <p:cNvPr id="10" name="Image 3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75201" y="2905839"/>
                    <a:ext cx="339328" cy="33932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" name="Text 5" descr="Decorative – no critical information"/>
                <p:cNvSpPr/>
                <p:nvPr/>
              </p:nvSpPr>
              <p:spPr>
                <a:xfrm>
                  <a:off x="9937790" y="4823579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Geographic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" name="Text 6" descr="Decorative – no critical information"/>
              <p:cNvSpPr/>
              <p:nvPr/>
            </p:nvSpPr>
            <p:spPr>
              <a:xfrm>
                <a:off x="9937790" y="5313998"/>
                <a:ext cx="38988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Region-specific distribution strategies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13" name="Image 4" descr="Decorative – no critical information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32653" y="1922978"/>
              <a:ext cx="4564975" cy="456497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pic>
        <p:nvPicPr>
          <p:cNvPr id="14" name="Image 5" descr="Decorative – no critical information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35049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32DA48A5-F2EF-A973-9E61-F6F308863722}"/>
              </a:ext>
            </a:extLst>
          </p:cNvPr>
          <p:cNvGrpSpPr/>
          <p:nvPr/>
        </p:nvGrpSpPr>
        <p:grpSpPr>
          <a:xfrm>
            <a:off x="793790" y="760570"/>
            <a:ext cx="8803838" cy="5727383"/>
            <a:chOff x="793790" y="760570"/>
            <a:chExt cx="8803838" cy="5727383"/>
          </a:xfrm>
          <a:solidFill>
            <a:srgbClr val="C07000"/>
          </a:solidFill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F600C18-08A1-44C4-0B81-732692980695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13042821" cy="5279233"/>
            </a:xfrm>
            <a:grpFill/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710C66E-DD76-8454-213F-E58E097AB100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1979235" cy="4417339"/>
              </a:xfrm>
              <a:grpFill/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2B06C10-16DF-BD0D-136E-232C689C8A8F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7820739" cy="2484597"/>
                </a:xfrm>
                <a:grpFill/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EC528C12-FB70-6653-62DC-1F624FC316E1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8803838" cy="5727383"/>
                  </a:xfrm>
                  <a:grpFill/>
                </p:grpSpPr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3C5E96FF-76CC-B824-FCBE-91D23A6E39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13042821" cy="2826664"/>
                    </a:xfrm>
                    <a:grpFill/>
                  </p:grpSpPr>
                  <p:grpSp>
                    <p:nvGrpSpPr>
                      <p:cNvPr id="24" name="Group 23">
                        <a:extLst>
                          <a:ext uri="{FF2B5EF4-FFF2-40B4-BE49-F238E27FC236}">
                            <a16:creationId xmlns:a16="http://schemas.microsoft.com/office/drawing/2014/main" id="{42D7EF1E-A950-E473-CFFD-15755371FED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11979235" cy="1964771"/>
                      </a:xfrm>
                      <a:grpFill/>
                    </p:grpSpPr>
                    <p:grpSp>
                      <p:nvGrpSpPr>
                        <p:cNvPr id="23" name="Group 22">
                          <a:extLst>
                            <a:ext uri="{FF2B5EF4-FFF2-40B4-BE49-F238E27FC236}">
                              <a16:creationId xmlns:a16="http://schemas.microsoft.com/office/drawing/2014/main" id="{8D958DC7-9319-5AFA-69D3-DE8F614EED7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5561171" cy="2484597"/>
                        </a:xfrm>
                        <a:grpFill/>
                      </p:grpSpPr>
                      <p:grpSp>
                        <p:nvGrpSpPr>
                          <p:cNvPr id="22" name="Group 21">
                            <a:extLst>
                              <a:ext uri="{FF2B5EF4-FFF2-40B4-BE49-F238E27FC236}">
                                <a16:creationId xmlns:a16="http://schemas.microsoft.com/office/drawing/2014/main" id="{73D21658-FA36-AB15-9AD5-4E977CC5D20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8803838" cy="5727383"/>
                          </a:xfrm>
                          <a:grpFill/>
                        </p:grpSpPr>
                        <p:grpSp>
                          <p:nvGrpSpPr>
                            <p:cNvPr id="21" name="Group 20">
                              <a:extLst>
                                <a:ext uri="{FF2B5EF4-FFF2-40B4-BE49-F238E27FC236}">
                                  <a16:creationId xmlns:a16="http://schemas.microsoft.com/office/drawing/2014/main" id="{3176A159-B16B-3E18-408D-219727CB9D5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760570"/>
                              <a:ext cx="4572000" cy="1371600"/>
                              <a:chOff x="793790" y="760570"/>
                              <a:chExt cx="4572000" cy="2826664"/>
                            </a:xfrm>
                            <a:grpFill/>
                          </p:grpSpPr>
                          <p:grpSp>
                            <p:nvGrpSpPr>
                              <p:cNvPr id="20" name="Group 19">
                                <a:extLst>
                                  <a:ext uri="{FF2B5EF4-FFF2-40B4-BE49-F238E27FC236}">
                                    <a16:creationId xmlns:a16="http://schemas.microsoft.com/office/drawing/2014/main" id="{2901BDC7-3109-8E18-04AB-A21982B6BB3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760570"/>
                                <a:ext cx="4572000" cy="1371600"/>
                                <a:chOff x="793790" y="760570"/>
                                <a:chExt cx="4572000" cy="1964771"/>
                              </a:xfrm>
                              <a:grpFill/>
                            </p:grpSpPr>
                            <p:sp>
                              <p:nvSpPr>
                                <p:cNvPr id="2" name="Text 0"/>
                                <p:cNvSpPr/>
                                <p:nvPr/>
                              </p:nvSpPr>
                              <p:spPr>
                                <a:xfrm>
                                  <a:off x="793790" y="760570"/>
                                  <a:ext cx="4572000" cy="137160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l">
                                    <a:lnSpc>
                                      <a:spcPts val="5550"/>
                                    </a:lnSpc>
                                    <a:buNone/>
                                  </a:pPr>
                                  <a:r>
                                    <a:rPr lang="en-US" sz="3200" b="1" dirty="0">
                                      <a:solidFill>
                                        <a:srgbClr val="000000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Supply Chain Segmentation Strategies</a:t>
                                  </a:r>
                                  <a:endParaRPr lang="en-US" sz="44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  <p:sp>
                              <p:nvSpPr>
                                <p:cNvPr id="3" name="Text 1"/>
                                <p:cNvSpPr/>
                                <p:nvPr/>
                              </p:nvSpPr>
                              <p:spPr>
                                <a:xfrm>
                                  <a:off x="1857256" y="2371011"/>
                                  <a:ext cx="2835235" cy="354330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none" lIns="0" tIns="0" rIns="0" bIns="0" rtlCol="0" anchor="t"/>
                                <a:lstStyle/>
                                <a:p>
                                  <a:pPr marL="0" indent="0" algn="r">
                                    <a:lnSpc>
                                      <a:spcPts val="2750"/>
                                    </a:lnSpc>
                                    <a:buNone/>
                                  </a:pPr>
                                  <a:r>
                                    <a:rPr lang="en-US" sz="2200" b="1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 Bold" pitchFamily="34" charset="-122"/>
                                      <a:cs typeface="Inter Bold" pitchFamily="34" charset="-120"/>
                                    </a:rPr>
                                    <a:t>Customer-Based</a:t>
                                  </a:r>
                                  <a:endParaRPr lang="en-US" sz="220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sp>
                            <p:nvSpPr>
                              <p:cNvPr id="4" name="Text 2" descr="Decorative – no critical information"/>
                              <p:cNvSpPr/>
                              <p:nvPr/>
                            </p:nvSpPr>
                            <p:spPr>
                              <a:xfrm>
                                <a:off x="793790" y="2861429"/>
                                <a:ext cx="3898702" cy="72580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  <p:txBody>
                              <a:bodyPr wrap="square" lIns="0" tIns="0" rIns="0" bIns="0" rtlCol="0" anchor="t"/>
                              <a:lstStyle/>
                              <a:p>
                                <a:pPr marL="0" indent="0" algn="r">
                                  <a:lnSpc>
                                    <a:spcPts val="2850"/>
                                  </a:lnSpc>
                                  <a:buNone/>
                                </a:pPr>
                                <a:r>
                                  <a:rPr lang="en-US" sz="1750" dirty="0">
                                    <a:solidFill>
                                      <a:srgbClr val="272525"/>
                                    </a:solidFill>
                                    <a:latin typeface="Calibri" panose="020F0502020204030204" pitchFamily="34" charset="0"/>
                                    <a:ea typeface="Inter" pitchFamily="34" charset="-122"/>
                                    <a:cs typeface="Inter" pitchFamily="34" charset="-120"/>
                                  </a:rPr>
                                  <a:t>Tailored service levels for enterprise vs. SMB clients</a:t>
                                </a:r>
                                <a:endParaRPr lang="en-US" sz="1750" dirty="0">
                                  <a:latin typeface="Calibri" panose="020F0502020204030204" pitchFamily="34" charset="0"/>
                                </a:endParaRPr>
                              </a:p>
                            </p:txBody>
                          </p:sp>
                        </p:grpSp>
                        <p:pic>
                          <p:nvPicPr>
                            <p:cNvPr id="5" name="Image 0" descr="Decorative – no critical information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32653" y="1922978"/>
                              <a:ext cx="4564975" cy="4564975"/>
                            </a:xfrm>
                            <a:prstGeom prst="rect">
                              <a:avLst/>
                            </a:prstGeom>
                            <a:grpFill/>
                            <a:ln w="12700">
                              <a:solidFill>
                                <a:srgbClr val="000000"/>
                              </a:solidFill>
                            </a:ln>
                          </p:spPr>
                        </p:pic>
                      </p:grpSp>
                      <p:pic>
                        <p:nvPicPr>
                          <p:cNvPr id="6" name="Image 1" descr="Decorative – no critical information"/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96DAC541-7B7A-43D3-8B79-37D633B846F1}">
                                <asvg:svgBlip xmlns:asvg="http://schemas.microsoft.com/office/drawing/2016/SVG/main" r:embed="rId5"/>
                              </a:ext>
                            </a:extLst>
                          </a:blip>
                          <a:stretch>
                            <a:fillRect/>
                          </a:stretch>
                        </p:blipFill>
                        <p:spPr>
                          <a:xfrm>
                            <a:off x="6015633" y="2905839"/>
                            <a:ext cx="339328" cy="339328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sp>
                      <p:nvSpPr>
                        <p:cNvPr id="7" name="Text 3" descr="Decorative – no critical information"/>
                        <p:cNvSpPr/>
                        <p:nvPr/>
                      </p:nvSpPr>
                      <p:spPr>
                        <a:xfrm>
                          <a:off x="9937790" y="2371011"/>
                          <a:ext cx="2835235" cy="354330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none" lIns="0" tIns="0" rIns="0" bIns="0" rtlCol="0" anchor="t"/>
                        <a:lstStyle/>
                        <a:p>
                          <a:pPr marL="0" indent="0" algn="l">
                            <a:lnSpc>
                              <a:spcPts val="2750"/>
                            </a:lnSpc>
                            <a:buNone/>
                          </a:pPr>
                          <a:r>
                            <a:rPr lang="en-US" sz="2200" b="1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 Bold" pitchFamily="34" charset="-122"/>
                              <a:cs typeface="Inter Bold" pitchFamily="34" charset="-120"/>
                            </a:rPr>
                            <a:t>Product-Based</a:t>
                          </a:r>
                          <a:endParaRPr lang="en-US" sz="220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8" name="Text 4" descr="Decorative – no critical information"/>
                      <p:cNvSpPr/>
                      <p:nvPr/>
                    </p:nvSpPr>
                    <p:spPr>
                      <a:xfrm>
                        <a:off x="9937790" y="2861429"/>
                        <a:ext cx="3898821" cy="72580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  <p:txBody>
                      <a:bodyPr wrap="square" lIns="0" tIns="0" rIns="0" bIns="0" rtlCol="0" anchor="t"/>
                      <a:lstStyle/>
                      <a:p>
                        <a:pPr marL="0" indent="0" algn="l">
                          <a:lnSpc>
                            <a:spcPts val="2850"/>
                          </a:lnSpc>
                          <a:buNone/>
                        </a:pPr>
                        <a:r>
                          <a:rPr lang="en-US" sz="1750" dirty="0">
                            <a:solidFill>
                              <a:srgbClr val="272525"/>
                            </a:solidFill>
                            <a:latin typeface="Calibri" panose="020F0502020204030204" pitchFamily="34" charset="0"/>
                            <a:ea typeface="Inter" pitchFamily="34" charset="-122"/>
                            <a:cs typeface="Inter" pitchFamily="34" charset="-120"/>
                          </a:rPr>
                          <a:t>Different handling for high-value vs. commodity items</a:t>
                        </a:r>
                        <a:endParaRPr lang="en-US" sz="1750" dirty="0">
                          <a:latin typeface="Calibri" panose="020F0502020204030204" pitchFamily="34" charset="0"/>
                        </a:endParaRPr>
                      </a:p>
                    </p:txBody>
                  </p:sp>
                </p:grpSp>
                <p:pic>
                  <p:nvPicPr>
                    <p:cNvPr id="9" name="Image 2" descr="Decorative – no critical information"/>
                    <p:cNvPicPr>
                      <a:picLocks noChangeAspect="1"/>
                    </p:cNvPicPr>
                    <p:nvPr/>
                  </p:nvPicPr>
                  <p:blipFill>
                    <a:blip r:embed="rId6"/>
                    <a:stretch>
                      <a:fillRect/>
                    </a:stretch>
                  </p:blipFill>
                  <p:spPr>
                    <a:xfrm>
                      <a:off x="5032653" y="1922978"/>
                      <a:ext cx="4564975" cy="4564975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000000"/>
                      </a:solidFill>
                    </a:ln>
                  </p:spPr>
                </p:pic>
              </p:grpSp>
              <p:pic>
                <p:nvPicPr>
                  <p:cNvPr id="10" name="Image 3" descr="Decorative – no critical information"/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96DAC541-7B7A-43D3-8B79-37D633B846F1}">
                        <asvg:svgBlip xmlns:asvg="http://schemas.microsoft.com/office/drawing/2016/SVG/main" r:embed="rId8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275201" y="2905839"/>
                    <a:ext cx="339328" cy="339328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1" name="Text 5" descr="Decorative – no critical information"/>
                <p:cNvSpPr/>
                <p:nvPr/>
              </p:nvSpPr>
              <p:spPr>
                <a:xfrm>
                  <a:off x="9937790" y="4823579"/>
                  <a:ext cx="2835235" cy="354330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none" lIns="0" tIns="0" rIns="0" bIns="0" rtlCol="0" anchor="t"/>
                <a:lstStyle/>
                <a:p>
                  <a:pPr marL="0" indent="0" algn="l">
                    <a:lnSpc>
                      <a:spcPts val="2750"/>
                    </a:lnSpc>
                    <a:buNone/>
                  </a:pPr>
                  <a:r>
                    <a:rPr lang="en-US" sz="2200" b="1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 Bold" pitchFamily="34" charset="-122"/>
                      <a:cs typeface="Inter Bold" pitchFamily="34" charset="-120"/>
                    </a:rPr>
                    <a:t>Geographic</a:t>
                  </a:r>
                  <a:endParaRPr lang="en-US" sz="2200" dirty="0">
                    <a:latin typeface="Calibri" panose="020F0502020204030204" pitchFamily="34" charset="0"/>
                  </a:endParaRPr>
                </a:p>
              </p:txBody>
            </p:sp>
          </p:grpSp>
          <p:sp>
            <p:nvSpPr>
              <p:cNvPr id="12" name="Text 6" descr="Decorative – no critical information"/>
              <p:cNvSpPr/>
              <p:nvPr/>
            </p:nvSpPr>
            <p:spPr>
              <a:xfrm>
                <a:off x="9937790" y="5313998"/>
                <a:ext cx="3898821" cy="72580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2850"/>
                  </a:lnSpc>
                  <a:buNone/>
                </a:pPr>
                <a:r>
                  <a:rPr lang="en-US" sz="1750" dirty="0">
                    <a:solidFill>
                      <a:srgbClr val="272525"/>
                    </a:solidFill>
                    <a:latin typeface="Calibri" panose="020F0502020204030204" pitchFamily="34" charset="0"/>
                    <a:ea typeface="Inter" pitchFamily="34" charset="-122"/>
                    <a:cs typeface="Inter" pitchFamily="34" charset="-120"/>
                  </a:rPr>
                  <a:t>Region-specific distribution strategies</a:t>
                </a:r>
                <a:endParaRPr lang="en-US" sz="1750" dirty="0">
                  <a:latin typeface="Calibri" panose="020F0502020204030204" pitchFamily="34" charset="0"/>
                </a:endParaRPr>
              </a:p>
            </p:txBody>
          </p:sp>
        </p:grpSp>
        <p:pic>
          <p:nvPicPr>
            <p:cNvPr id="13" name="Image 4" descr="Decorative – no critical information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32653" y="1922978"/>
              <a:ext cx="4564975" cy="4564975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</p:pic>
      </p:grpSp>
      <p:pic>
        <p:nvPicPr>
          <p:cNvPr id="14" name="Image 5" descr="Decorative – no critical information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165408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04038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460062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989200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40904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8958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692350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35845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4402747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354597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9213396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154607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F2F90F5E-5CFC-2B25-353B-893CD2E0FFE6}"/>
              </a:ext>
            </a:extLst>
          </p:cNvPr>
          <p:cNvGrpSpPr/>
          <p:nvPr/>
        </p:nvGrpSpPr>
        <p:grpSpPr>
          <a:xfrm>
            <a:off x="793790" y="760570"/>
            <a:ext cx="7820739" cy="4744166"/>
            <a:chOff x="793790" y="760570"/>
            <a:chExt cx="7820739" cy="4744166"/>
          </a:xfrm>
          <a:solidFill>
            <a:srgbClr val="C07000"/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2DA48A5-F2EF-A973-9E61-F6F308863722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8803838" cy="5727383"/>
            </a:xfrm>
            <a:grpFill/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F600C18-08A1-44C4-0B81-732692980695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3042821" cy="5279233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6710C66E-DD76-8454-213F-E58E097AB100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11979235" cy="4417339"/>
                </a:xfrm>
                <a:grpFill/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02B06C10-16DF-BD0D-136E-232C689C8A8F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7820739" cy="2484597"/>
                  </a:xfrm>
                  <a:grpFill/>
                </p:grpSpPr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EC528C12-FB70-6653-62DC-1F624FC316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8803838" cy="5727383"/>
                    </a:xfrm>
                    <a:grpFill/>
                  </p:grpSpPr>
                  <p:grpSp>
                    <p:nvGrpSpPr>
                      <p:cNvPr id="25" name="Group 24">
                        <a:extLst>
                          <a:ext uri="{FF2B5EF4-FFF2-40B4-BE49-F238E27FC236}">
                            <a16:creationId xmlns:a16="http://schemas.microsoft.com/office/drawing/2014/main" id="{3C5E96FF-76CC-B824-FCBE-91D23A6E39C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13042821" cy="2826664"/>
                      </a:xfrm>
                      <a:grpFill/>
                    </p:grpSpPr>
                    <p:grpSp>
                      <p:nvGrpSpPr>
                        <p:cNvPr id="24" name="Group 23">
                          <a:extLst>
                            <a:ext uri="{FF2B5EF4-FFF2-40B4-BE49-F238E27FC236}">
                              <a16:creationId xmlns:a16="http://schemas.microsoft.com/office/drawing/2014/main" id="{42D7EF1E-A950-E473-CFFD-15755371FED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11979235" cy="1964771"/>
                        </a:xfrm>
                        <a:grpFill/>
                      </p:grpSpPr>
                      <p:grpSp>
                        <p:nvGrpSpPr>
                          <p:cNvPr id="23" name="Group 22">
                            <a:extLst>
                              <a:ext uri="{FF2B5EF4-FFF2-40B4-BE49-F238E27FC236}">
                                <a16:creationId xmlns:a16="http://schemas.microsoft.com/office/drawing/2014/main" id="{8D958DC7-9319-5AFA-69D3-DE8F614EED7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5561171" cy="2484597"/>
                          </a:xfrm>
                          <a:grpFill/>
                        </p:grpSpPr>
                        <p:grpSp>
                          <p:nvGrpSpPr>
                            <p:cNvPr id="22" name="Group 21">
                              <a:extLst>
                                <a:ext uri="{FF2B5EF4-FFF2-40B4-BE49-F238E27FC236}">
                                  <a16:creationId xmlns:a16="http://schemas.microsoft.com/office/drawing/2014/main" id="{73D21658-FA36-AB15-9AD5-4E977CC5D20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760570"/>
                              <a:ext cx="4572000" cy="1371600"/>
                              <a:chOff x="793790" y="760570"/>
                              <a:chExt cx="8803838" cy="5727383"/>
                            </a:xfrm>
                            <a:grpFill/>
                          </p:grpSpPr>
                          <p:grpSp>
                            <p:nvGrpSpPr>
                              <p:cNvPr id="21" name="Group 20">
                                <a:extLst>
                                  <a:ext uri="{FF2B5EF4-FFF2-40B4-BE49-F238E27FC236}">
                                    <a16:creationId xmlns:a16="http://schemas.microsoft.com/office/drawing/2014/main" id="{3176A159-B16B-3E18-408D-219727CB9D59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760570"/>
                                <a:ext cx="4572000" cy="1371600"/>
                                <a:chOff x="793790" y="760570"/>
                                <a:chExt cx="4572000" cy="2826664"/>
                              </a:xfrm>
                              <a:grpFill/>
                            </p:grpSpPr>
                            <p:grpSp>
                              <p:nvGrpSpPr>
                                <p:cNvPr id="20" name="Group 19">
                                  <a:extLst>
                                    <a:ext uri="{FF2B5EF4-FFF2-40B4-BE49-F238E27FC236}">
                                      <a16:creationId xmlns:a16="http://schemas.microsoft.com/office/drawing/2014/main" id="{2901BDC7-3109-8E18-04AB-A21982B6BB3B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760570"/>
                                  <a:ext cx="4572000" cy="1371600"/>
                                  <a:chOff x="793790" y="760570"/>
                                  <a:chExt cx="4572000" cy="1964771"/>
                                </a:xfrm>
                                <a:grpFill/>
                              </p:grpSpPr>
                              <p:sp>
                                <p:nvSpPr>
                                  <p:cNvPr id="2" name="Text 0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760570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5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Supply Chain Segmentation Strategies</a:t>
                                    </a:r>
                                    <a:endParaRPr lang="en-US" sz="44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" name="Text 1"/>
                                  <p:cNvSpPr/>
                                  <p:nvPr/>
                                </p:nvSpPr>
                                <p:spPr>
                                  <a:xfrm>
                                    <a:off x="1857256" y="2371011"/>
                                    <a:ext cx="2835235" cy="35433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r">
                                      <a:lnSpc>
                                        <a:spcPts val="2750"/>
                                      </a:lnSpc>
                                      <a:buNone/>
                                    </a:pPr>
                                    <a:r>
                                      <a:rPr lang="en-US" sz="2200" b="1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Customer-Based</a:t>
                                    </a:r>
                                    <a:endParaRPr lang="en-US" sz="220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" name="Text 2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793790" y="2861429"/>
                                  <a:ext cx="3898702" cy="725805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square" lIns="0" tIns="0" rIns="0" bIns="0" rtlCol="0" anchor="t"/>
                                <a:lstStyle/>
                                <a:p>
                                  <a:pPr marL="0" indent="0" algn="r">
                                    <a:lnSpc>
                                      <a:spcPts val="2850"/>
                                    </a:lnSpc>
                                    <a:buNone/>
                                  </a:pPr>
                                  <a:r>
                                    <a:rPr lang="en-US" sz="1750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" pitchFamily="34" charset="-122"/>
                                      <a:cs typeface="Inter" pitchFamily="34" charset="-120"/>
                                    </a:rPr>
                                    <a:t>Tailored service levels for enterprise vs. SMB clients</a:t>
                                  </a:r>
                                  <a:endParaRPr lang="en-US" sz="17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pic>
                            <p:nvPicPr>
                              <p:cNvPr id="5" name="Image 0" descr="Decorative – no critical information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5032653" y="1922978"/>
                                <a:ext cx="4564975" cy="456497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</p:pic>
                        </p:grpSp>
                        <p:pic>
                          <p:nvPicPr>
                            <p:cNvPr id="6" name="Image 1" descr="Decorative – no critical information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96DAC541-7B7A-43D3-8B79-37D633B846F1}">
                                  <asvg:svgBlip xmlns:asvg="http://schemas.microsoft.com/office/drawing/2016/SVG/main" r:embed="rId5"/>
                                </a:ext>
                              </a:extLst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15633" y="2905839"/>
                              <a:ext cx="339328" cy="339328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sp>
                        <p:nvSpPr>
                          <p:cNvPr id="7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9937790" y="2371011"/>
                            <a:ext cx="2835235" cy="35433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22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Product-Based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8" name="Text 4" descr="Decorative – no critical information"/>
                        <p:cNvSpPr/>
                        <p:nvPr/>
                      </p:nvSpPr>
                      <p:spPr>
                        <a:xfrm>
                          <a:off x="9937790" y="2861429"/>
                          <a:ext cx="3898821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Different handling for high-value vs. commodity items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pic>
                    <p:nvPicPr>
                      <p:cNvPr id="9" name="Image 2" descr="Decorative – no critical information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32653" y="1922978"/>
                        <a:ext cx="4564975" cy="456497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</p:grpSp>
                <p:pic>
                  <p:nvPicPr>
                    <p:cNvPr id="10" name="Image 3" descr="Decorative – no critical information"/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275201" y="2905839"/>
                      <a:ext cx="339328" cy="339328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" name="Text 5" descr="Decorative – no critical information"/>
                  <p:cNvSpPr/>
                  <p:nvPr/>
                </p:nvSpPr>
                <p:spPr>
                  <a:xfrm>
                    <a:off x="9937790" y="4823579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Geographic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" name="Text 6" descr="Decorative – no critical information"/>
                <p:cNvSpPr/>
                <p:nvPr/>
              </p:nvSpPr>
              <p:spPr>
                <a:xfrm>
                  <a:off x="9937790" y="5313998"/>
                  <a:ext cx="3898821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Region-specific distribution strategies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13" name="Image 4" descr="Decorative – no critical information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32653" y="1922978"/>
                <a:ext cx="4564975" cy="456497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pic>
          <p:nvPicPr>
            <p:cNvPr id="14" name="Image 5" descr="Decorative – no critical information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275201" y="5165408"/>
              <a:ext cx="339328" cy="339328"/>
            </a:xfrm>
            <a:prstGeom prst="rect">
              <a:avLst/>
            </a:prstGeom>
          </p:spPr>
        </p:pic>
      </p:grpSp>
      <p:sp>
        <p:nvSpPr>
          <p:cNvPr id="15" name="Text 7" descr="Decorative – no critical information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20001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F2F90F5E-5CFC-2B25-353B-893CD2E0FFE6}"/>
              </a:ext>
            </a:extLst>
          </p:cNvPr>
          <p:cNvGrpSpPr/>
          <p:nvPr/>
        </p:nvGrpSpPr>
        <p:grpSpPr>
          <a:xfrm>
            <a:off x="793790" y="760570"/>
            <a:ext cx="7820739" cy="4744166"/>
            <a:chOff x="793790" y="760570"/>
            <a:chExt cx="7820739" cy="4744166"/>
          </a:xfrm>
          <a:solidFill>
            <a:srgbClr val="C07000"/>
          </a:solidFill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2DA48A5-F2EF-A973-9E61-F6F308863722}"/>
                </a:ext>
              </a:extLst>
            </p:cNvPr>
            <p:cNvGrpSpPr/>
            <p:nvPr/>
          </p:nvGrpSpPr>
          <p:grpSpPr>
            <a:xfrm>
              <a:off x="793790" y="760570"/>
              <a:ext cx="4572000" cy="1371600"/>
              <a:chOff x="793790" y="760570"/>
              <a:chExt cx="8803838" cy="5727383"/>
            </a:xfrm>
            <a:grpFill/>
          </p:grpSpPr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EF600C18-08A1-44C4-0B81-732692980695}"/>
                  </a:ext>
                </a:extLst>
              </p:cNvPr>
              <p:cNvGrpSpPr/>
              <p:nvPr/>
            </p:nvGrpSpPr>
            <p:grpSpPr>
              <a:xfrm>
                <a:off x="793790" y="760570"/>
                <a:ext cx="4572000" cy="1371600"/>
                <a:chOff x="793790" y="760570"/>
                <a:chExt cx="13042821" cy="5279233"/>
              </a:xfrm>
              <a:grpFill/>
            </p:grpSpPr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6710C66E-DD76-8454-213F-E58E097AB100}"/>
                    </a:ext>
                  </a:extLst>
                </p:cNvPr>
                <p:cNvGrpSpPr/>
                <p:nvPr/>
              </p:nvGrpSpPr>
              <p:grpSpPr>
                <a:xfrm>
                  <a:off x="793790" y="760570"/>
                  <a:ext cx="4572000" cy="1371600"/>
                  <a:chOff x="793790" y="760570"/>
                  <a:chExt cx="11979235" cy="4417339"/>
                </a:xfrm>
                <a:grpFill/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02B06C10-16DF-BD0D-136E-232C689C8A8F}"/>
                      </a:ext>
                    </a:extLst>
                  </p:cNvPr>
                  <p:cNvGrpSpPr/>
                  <p:nvPr/>
                </p:nvGrpSpPr>
                <p:grpSpPr>
                  <a:xfrm>
                    <a:off x="793790" y="760570"/>
                    <a:ext cx="4572000" cy="1371600"/>
                    <a:chOff x="793790" y="760570"/>
                    <a:chExt cx="7820739" cy="2484597"/>
                  </a:xfrm>
                  <a:grpFill/>
                </p:grpSpPr>
                <p:grpSp>
                  <p:nvGrpSpPr>
                    <p:cNvPr id="26" name="Group 25">
                      <a:extLst>
                        <a:ext uri="{FF2B5EF4-FFF2-40B4-BE49-F238E27FC236}">
                          <a16:creationId xmlns:a16="http://schemas.microsoft.com/office/drawing/2014/main" id="{EC528C12-FB70-6653-62DC-1F624FC316E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93790" y="760570"/>
                      <a:ext cx="4572000" cy="1371600"/>
                      <a:chOff x="793790" y="760570"/>
                      <a:chExt cx="8803838" cy="5727383"/>
                    </a:xfrm>
                    <a:grpFill/>
                  </p:grpSpPr>
                  <p:grpSp>
                    <p:nvGrpSpPr>
                      <p:cNvPr id="25" name="Group 24">
                        <a:extLst>
                          <a:ext uri="{FF2B5EF4-FFF2-40B4-BE49-F238E27FC236}">
                            <a16:creationId xmlns:a16="http://schemas.microsoft.com/office/drawing/2014/main" id="{3C5E96FF-76CC-B824-FCBE-91D23A6E39C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793790" y="760570"/>
                        <a:ext cx="4572000" cy="1371600"/>
                        <a:chOff x="793790" y="760570"/>
                        <a:chExt cx="13042821" cy="2826664"/>
                      </a:xfrm>
                      <a:grpFill/>
                    </p:grpSpPr>
                    <p:grpSp>
                      <p:nvGrpSpPr>
                        <p:cNvPr id="24" name="Group 23">
                          <a:extLst>
                            <a:ext uri="{FF2B5EF4-FFF2-40B4-BE49-F238E27FC236}">
                              <a16:creationId xmlns:a16="http://schemas.microsoft.com/office/drawing/2014/main" id="{42D7EF1E-A950-E473-CFFD-15755371FED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793790" y="760570"/>
                          <a:ext cx="4572000" cy="1371600"/>
                          <a:chOff x="793790" y="760570"/>
                          <a:chExt cx="11979235" cy="1964771"/>
                        </a:xfrm>
                        <a:grpFill/>
                      </p:grpSpPr>
                      <p:grpSp>
                        <p:nvGrpSpPr>
                          <p:cNvPr id="23" name="Group 22">
                            <a:extLst>
                              <a:ext uri="{FF2B5EF4-FFF2-40B4-BE49-F238E27FC236}">
                                <a16:creationId xmlns:a16="http://schemas.microsoft.com/office/drawing/2014/main" id="{8D958DC7-9319-5AFA-69D3-DE8F614EED7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93790" y="760570"/>
                            <a:ext cx="4572000" cy="1371600"/>
                            <a:chOff x="793790" y="760570"/>
                            <a:chExt cx="5561171" cy="2484597"/>
                          </a:xfrm>
                          <a:grpFill/>
                        </p:grpSpPr>
                        <p:grpSp>
                          <p:nvGrpSpPr>
                            <p:cNvPr id="22" name="Group 21">
                              <a:extLst>
                                <a:ext uri="{FF2B5EF4-FFF2-40B4-BE49-F238E27FC236}">
                                  <a16:creationId xmlns:a16="http://schemas.microsoft.com/office/drawing/2014/main" id="{73D21658-FA36-AB15-9AD5-4E977CC5D20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793790" y="760570"/>
                              <a:ext cx="4572000" cy="1371600"/>
                              <a:chOff x="793790" y="760570"/>
                              <a:chExt cx="8803838" cy="5727383"/>
                            </a:xfrm>
                            <a:grpFill/>
                          </p:grpSpPr>
                          <p:grpSp>
                            <p:nvGrpSpPr>
                              <p:cNvPr id="21" name="Group 20">
                                <a:extLst>
                                  <a:ext uri="{FF2B5EF4-FFF2-40B4-BE49-F238E27FC236}">
                                    <a16:creationId xmlns:a16="http://schemas.microsoft.com/office/drawing/2014/main" id="{3176A159-B16B-3E18-408D-219727CB9D59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793790" y="760570"/>
                                <a:ext cx="4572000" cy="1371600"/>
                                <a:chOff x="793790" y="760570"/>
                                <a:chExt cx="4572000" cy="2826664"/>
                              </a:xfrm>
                              <a:grpFill/>
                            </p:grpSpPr>
                            <p:grpSp>
                              <p:nvGrpSpPr>
                                <p:cNvPr id="20" name="Group 19">
                                  <a:extLst>
                                    <a:ext uri="{FF2B5EF4-FFF2-40B4-BE49-F238E27FC236}">
                                      <a16:creationId xmlns:a16="http://schemas.microsoft.com/office/drawing/2014/main" id="{2901BDC7-3109-8E18-04AB-A21982B6BB3B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793790" y="760570"/>
                                  <a:ext cx="4572000" cy="1371600"/>
                                  <a:chOff x="793790" y="760570"/>
                                  <a:chExt cx="4572000" cy="1964771"/>
                                </a:xfrm>
                                <a:grpFill/>
                              </p:grpSpPr>
                              <p:sp>
                                <p:nvSpPr>
                                  <p:cNvPr id="2" name="Text 0"/>
                                  <p:cNvSpPr/>
                                  <p:nvPr/>
                                </p:nvSpPr>
                                <p:spPr>
                                  <a:xfrm>
                                    <a:off x="793790" y="760570"/>
                                    <a:ext cx="4572000" cy="137160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l">
                                      <a:lnSpc>
                                        <a:spcPts val="5550"/>
                                      </a:lnSpc>
                                      <a:buNone/>
                                    </a:pPr>
                                    <a:r>
                                      <a:rPr lang="en-US" sz="3200" b="1" dirty="0">
                                        <a:solidFill>
                                          <a:srgbClr val="000000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Supply Chain Segmentation Strategies</a:t>
                                    </a:r>
                                    <a:endParaRPr lang="en-US" sz="445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  <p:sp>
                                <p:nvSpPr>
                                  <p:cNvPr id="3" name="Text 1"/>
                                  <p:cNvSpPr/>
                                  <p:nvPr/>
                                </p:nvSpPr>
                                <p:spPr>
                                  <a:xfrm>
                                    <a:off x="1857256" y="2371011"/>
                                    <a:ext cx="2835235" cy="354330"/>
                                  </a:xfrm>
                                  <a:prstGeom prst="rect">
                                    <a:avLst/>
                                  </a:prstGeom>
                                  <a:grpFill/>
                                  <a:ln w="12700">
                                    <a:solidFill>
                                      <a:srgbClr val="000000"/>
                                    </a:solidFill>
                                  </a:ln>
                                </p:spPr>
                                <p:txBody>
                                  <a:bodyPr wrap="none" lIns="0" tIns="0" rIns="0" bIns="0" rtlCol="0" anchor="t"/>
                                  <a:lstStyle/>
                                  <a:p>
                                    <a:pPr marL="0" indent="0" algn="r">
                                      <a:lnSpc>
                                        <a:spcPts val="2750"/>
                                      </a:lnSpc>
                                      <a:buNone/>
                                    </a:pPr>
                                    <a:r>
                                      <a:rPr lang="en-US" sz="2200" b="1" dirty="0">
                                        <a:solidFill>
                                          <a:srgbClr val="272525"/>
                                        </a:solidFill>
                                        <a:latin typeface="Calibri" panose="020F0502020204030204" pitchFamily="34" charset="0"/>
                                        <a:ea typeface="Inter Bold" pitchFamily="34" charset="-122"/>
                                        <a:cs typeface="Inter Bold" pitchFamily="34" charset="-120"/>
                                      </a:rPr>
                                      <a:t>Customer-Based</a:t>
                                    </a:r>
                                    <a:endParaRPr lang="en-US" sz="2200" dirty="0">
                                      <a:latin typeface="Calibri" panose="020F0502020204030204" pitchFamily="34" charset="0"/>
                                    </a:endParaRP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4" name="Text 2" descr="Decorative – no critical information"/>
                                <p:cNvSpPr/>
                                <p:nvPr/>
                              </p:nvSpPr>
                              <p:spPr>
                                <a:xfrm>
                                  <a:off x="793790" y="2861429"/>
                                  <a:ext cx="3898702" cy="725805"/>
                                </a:xfrm>
                                <a:prstGeom prst="rect">
                                  <a:avLst/>
                                </a:prstGeom>
                                <a:grpFill/>
                                <a:ln w="12700">
                                  <a:solidFill>
                                    <a:srgbClr val="000000"/>
                                  </a:solidFill>
                                </a:ln>
                              </p:spPr>
                              <p:txBody>
                                <a:bodyPr wrap="square" lIns="0" tIns="0" rIns="0" bIns="0" rtlCol="0" anchor="t"/>
                                <a:lstStyle/>
                                <a:p>
                                  <a:pPr marL="0" indent="0" algn="r">
                                    <a:lnSpc>
                                      <a:spcPts val="2850"/>
                                    </a:lnSpc>
                                    <a:buNone/>
                                  </a:pPr>
                                  <a:r>
                                    <a:rPr lang="en-US" sz="1750" dirty="0">
                                      <a:solidFill>
                                        <a:srgbClr val="272525"/>
                                      </a:solidFill>
                                      <a:latin typeface="Calibri" panose="020F0502020204030204" pitchFamily="34" charset="0"/>
                                      <a:ea typeface="Inter" pitchFamily="34" charset="-122"/>
                                      <a:cs typeface="Inter" pitchFamily="34" charset="-120"/>
                                    </a:rPr>
                                    <a:t>Tailored service levels for enterprise vs. SMB clients</a:t>
                                  </a:r>
                                  <a:endParaRPr lang="en-US" sz="1750" dirty="0">
                                    <a:latin typeface="Calibri" panose="020F0502020204030204" pitchFamily="34" charset="0"/>
                                  </a:endParaRPr>
                                </a:p>
                              </p:txBody>
                            </p:sp>
                          </p:grpSp>
                          <p:pic>
                            <p:nvPicPr>
                              <p:cNvPr id="5" name="Image 0" descr="Decorative – no critical information"/>
                              <p:cNvPicPr>
                                <a:picLocks noChangeAspect="1"/>
                              </p:cNvPicPr>
                              <p:nvPr/>
                            </p:nvPicPr>
                            <p:blipFill>
                              <a:blip r:embed="rId3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5032653" y="1922978"/>
                                <a:ext cx="4564975" cy="4564975"/>
                              </a:xfrm>
                              <a:prstGeom prst="rect">
                                <a:avLst/>
                              </a:prstGeom>
                              <a:grpFill/>
                              <a:ln w="12700">
                                <a:solidFill>
                                  <a:srgbClr val="000000"/>
                                </a:solidFill>
                              </a:ln>
                            </p:spPr>
                          </p:pic>
                        </p:grpSp>
                        <p:pic>
                          <p:nvPicPr>
                            <p:cNvPr id="6" name="Image 1" descr="Decorative – no critical information"/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96DAC541-7B7A-43D3-8B79-37D633B846F1}">
                                  <asvg:svgBlip xmlns:asvg="http://schemas.microsoft.com/office/drawing/2016/SVG/main" r:embed="rId5"/>
                                </a:ext>
                              </a:extLst>
                            </a:blip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015633" y="2905839"/>
                              <a:ext cx="339328" cy="339328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sp>
                        <p:nvSpPr>
                          <p:cNvPr id="7" name="Text 3" descr="Decorative – no critical information"/>
                          <p:cNvSpPr/>
                          <p:nvPr/>
                        </p:nvSpPr>
                        <p:spPr>
                          <a:xfrm>
                            <a:off x="9937790" y="2371011"/>
                            <a:ext cx="2835235" cy="354330"/>
                          </a:xfrm>
                          <a:prstGeom prst="rect">
                            <a:avLst/>
                          </a:prstGeom>
                          <a:grpFill/>
                          <a:ln w="12700">
                            <a:solidFill>
                              <a:srgbClr val="000000"/>
                            </a:solidFill>
                          </a:ln>
                        </p:spPr>
                        <p:txBody>
                          <a:bodyPr wrap="none" lIns="0" tIns="0" rIns="0" bIns="0" rtlCol="0" anchor="t"/>
                          <a:lstStyle/>
                          <a:p>
                            <a:pPr marL="0" indent="0" algn="l">
                              <a:lnSpc>
                                <a:spcPts val="2750"/>
                              </a:lnSpc>
                              <a:buNone/>
                            </a:pPr>
                            <a:r>
                              <a:rPr lang="en-US" sz="2200" b="1" dirty="0">
                                <a:solidFill>
                                  <a:srgbClr val="272525"/>
                                </a:solidFill>
                                <a:latin typeface="Calibri" panose="020F0502020204030204" pitchFamily="34" charset="0"/>
                                <a:ea typeface="Inter Bold" pitchFamily="34" charset="-122"/>
                                <a:cs typeface="Inter Bold" pitchFamily="34" charset="-120"/>
                              </a:rPr>
                              <a:t>Product-Based</a:t>
                            </a:r>
                            <a:endParaRPr lang="en-US" sz="2200" dirty="0">
                              <a:latin typeface="Calibri" panose="020F0502020204030204" pitchFamily="34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8" name="Text 4" descr="Decorative – no critical information"/>
                        <p:cNvSpPr/>
                        <p:nvPr/>
                      </p:nvSpPr>
                      <p:spPr>
                        <a:xfrm>
                          <a:off x="9937790" y="2861429"/>
                          <a:ext cx="3898821" cy="725805"/>
                        </a:xfrm>
                        <a:prstGeom prst="rect">
                          <a:avLst/>
                        </a:prstGeom>
                        <a:grpFill/>
                        <a:ln w="12700">
                          <a:solidFill>
                            <a:srgbClr val="000000"/>
                          </a:solidFill>
                        </a:ln>
                      </p:spPr>
                      <p:txBody>
                        <a:bodyPr wrap="square" lIns="0" tIns="0" rIns="0" bIns="0" rtlCol="0" anchor="t"/>
                        <a:lstStyle/>
                        <a:p>
                          <a:pPr marL="0" indent="0" algn="l">
                            <a:lnSpc>
                              <a:spcPts val="2850"/>
                            </a:lnSpc>
                            <a:buNone/>
                          </a:pPr>
                          <a:r>
                            <a:rPr lang="en-US" sz="1750" dirty="0">
                              <a:solidFill>
                                <a:srgbClr val="272525"/>
                              </a:solidFill>
                              <a:latin typeface="Calibri" panose="020F0502020204030204" pitchFamily="34" charset="0"/>
                              <a:ea typeface="Inter" pitchFamily="34" charset="-122"/>
                              <a:cs typeface="Inter" pitchFamily="34" charset="-120"/>
                            </a:rPr>
                            <a:t>Different handling for high-value vs. commodity items</a:t>
                          </a:r>
                          <a:endParaRPr lang="en-US" sz="1750" dirty="0">
                            <a:latin typeface="Calibri" panose="020F0502020204030204" pitchFamily="34" charset="0"/>
                          </a:endParaRPr>
                        </a:p>
                      </p:txBody>
                    </p:sp>
                  </p:grpSp>
                  <p:pic>
                    <p:nvPicPr>
                      <p:cNvPr id="9" name="Image 2" descr="Decorative – no critical information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32653" y="1922978"/>
                        <a:ext cx="4564975" cy="4564975"/>
                      </a:xfrm>
                      <a:prstGeom prst="rect">
                        <a:avLst/>
                      </a:prstGeom>
                      <a:grpFill/>
                      <a:ln w="12700">
                        <a:solidFill>
                          <a:srgbClr val="000000"/>
                        </a:solidFill>
                      </a:ln>
                    </p:spPr>
                  </p:pic>
                </p:grpSp>
                <p:pic>
                  <p:nvPicPr>
                    <p:cNvPr id="10" name="Image 3" descr="Decorative – no critical information"/>
                    <p:cNvPicPr>
                      <a:picLocks noChangeAspect="1"/>
                    </p:cNvPicPr>
                    <p:nvPr/>
                  </p:nvPicPr>
                  <p:blipFill>
                    <a:blip r:embed="rId7">
                      <a:extLst>
                        <a:ext uri="{96DAC541-7B7A-43D3-8B79-37D633B846F1}">
                          <asvg:svgBlip xmlns:asvg="http://schemas.microsoft.com/office/drawing/2016/SVG/main" r:embed="rId8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275201" y="2905839"/>
                      <a:ext cx="339328" cy="339328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1" name="Text 5" descr="Decorative – no critical information"/>
                  <p:cNvSpPr/>
                  <p:nvPr/>
                </p:nvSpPr>
                <p:spPr>
                  <a:xfrm>
                    <a:off x="9937790" y="4823579"/>
                    <a:ext cx="2835235" cy="354330"/>
                  </a:xfrm>
                  <a:prstGeom prst="rect">
                    <a:avLst/>
                  </a:prstGeom>
                  <a:grpFill/>
                  <a:ln w="12700">
                    <a:solidFill>
                      <a:srgbClr val="000000"/>
                    </a:solidFill>
                  </a:ln>
                </p:spPr>
                <p:txBody>
                  <a:bodyPr wrap="none" lIns="0" tIns="0" rIns="0" bIns="0" rtlCol="0" anchor="t"/>
                  <a:lstStyle/>
                  <a:p>
                    <a:pPr marL="0" indent="0" algn="l">
                      <a:lnSpc>
                        <a:spcPts val="2750"/>
                      </a:lnSpc>
                      <a:buNone/>
                    </a:pPr>
                    <a:r>
                      <a:rPr lang="en-US" sz="2200" b="1" dirty="0">
                        <a:solidFill>
                          <a:srgbClr val="272525"/>
                        </a:solidFill>
                        <a:latin typeface="Calibri" panose="020F0502020204030204" pitchFamily="34" charset="0"/>
                        <a:ea typeface="Inter Bold" pitchFamily="34" charset="-122"/>
                        <a:cs typeface="Inter Bold" pitchFamily="34" charset="-120"/>
                      </a:rPr>
                      <a:t>Geographic</a:t>
                    </a:r>
                    <a:endParaRPr lang="en-US" sz="2200" dirty="0">
                      <a:latin typeface="Calibri" panose="020F0502020204030204" pitchFamily="34" charset="0"/>
                    </a:endParaRPr>
                  </a:p>
                </p:txBody>
              </p:sp>
            </p:grpSp>
            <p:sp>
              <p:nvSpPr>
                <p:cNvPr id="12" name="Text 6" descr="Decorative – no critical information"/>
                <p:cNvSpPr/>
                <p:nvPr/>
              </p:nvSpPr>
              <p:spPr>
                <a:xfrm>
                  <a:off x="9937790" y="5313998"/>
                  <a:ext cx="3898821" cy="725805"/>
                </a:xfrm>
                <a:prstGeom prst="rect">
                  <a:avLst/>
                </a:prstGeom>
                <a:grpFill/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2850"/>
                    </a:lnSpc>
                    <a:buNone/>
                  </a:pPr>
                  <a:r>
                    <a:rPr lang="en-US" sz="1750" dirty="0">
                      <a:solidFill>
                        <a:srgbClr val="272525"/>
                      </a:solidFill>
                      <a:latin typeface="Calibri" panose="020F0502020204030204" pitchFamily="34" charset="0"/>
                      <a:ea typeface="Inter" pitchFamily="34" charset="-122"/>
                      <a:cs typeface="Inter" pitchFamily="34" charset="-120"/>
                    </a:rPr>
                    <a:t>Region-specific distribution strategies</a:t>
                  </a:r>
                  <a:endParaRPr lang="en-US" sz="1750" dirty="0">
                    <a:latin typeface="Calibri" panose="020F0502020204030204" pitchFamily="34" charset="0"/>
                  </a:endParaRPr>
                </a:p>
              </p:txBody>
            </p:sp>
          </p:grpSp>
          <p:pic>
            <p:nvPicPr>
              <p:cNvPr id="13" name="Image 4" descr="Decorative – no critical information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32653" y="1922978"/>
                <a:ext cx="4564975" cy="4564975"/>
              </a:xfrm>
              <a:prstGeom prst="rect">
                <a:avLst/>
              </a:prstGeom>
              <a:grpFill/>
              <a:ln w="12700">
                <a:solidFill>
                  <a:srgbClr val="000000"/>
                </a:solidFill>
              </a:ln>
            </p:spPr>
          </p:pic>
        </p:grpSp>
        <p:pic>
          <p:nvPicPr>
            <p:cNvPr id="14" name="Image 5" descr="Decorative – no critical information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275201" y="5165408"/>
              <a:ext cx="339328" cy="339328"/>
            </a:xfrm>
            <a:prstGeom prst="rect">
              <a:avLst/>
            </a:prstGeom>
          </p:spPr>
        </p:pic>
      </p:grpSp>
      <p:sp>
        <p:nvSpPr>
          <p:cNvPr id="15" name="Text 7" descr="Decorative – no critical information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Calibri" panose="020F0502020204030204" pitchFamily="34" charset="0"/>
                <a:ea typeface="Inter Bold" pitchFamily="34" charset="-122"/>
                <a:cs typeface="Inter Bold" pitchFamily="34" charset="-120"/>
              </a:rPr>
              <a:t>Service Level</a:t>
            </a:r>
            <a:endParaRPr lang="en-US" sz="2200" dirty="0">
              <a:latin typeface="Calibri" panose="020F0502020204030204" pitchFamily="34" charset="0"/>
            </a:endParaRPr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Differentiated speed and handling by order type</a:t>
            </a:r>
            <a:endParaRPr lang="en-US" sz="1750" dirty="0">
              <a:latin typeface="Calibri" panose="020F0502020204030204" pitchFamily="34" charset="0"/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165408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Calibri" panose="020F0502020204030204" pitchFamily="34" charset="0"/>
                <a:ea typeface="Inter" pitchFamily="34" charset="-122"/>
                <a:cs typeface="Inter" pitchFamily="34" charset="-120"/>
              </a:rPr>
              <a:t>Example: Large orders receive dedicated fulfillment teams, while small orders use automated high-volume processing—optimizing efficiency across segments</a:t>
            </a:r>
            <a:endParaRPr lang="en-US" sz="175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1593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6859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83942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19092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462726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5862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2802</Words>
  <Application>Microsoft Office PowerPoint</Application>
  <PresentationFormat>Custom</PresentationFormat>
  <Paragraphs>443</Paragraphs>
  <Slides>150</Slides>
  <Notes>97</Notes>
  <HiddenSlides>94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55" baseType="lpstr">
      <vt:lpstr>Arial</vt:lpstr>
      <vt:lpstr>Inter Bold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2025-12-17T10:02:17Z</dcterms:modified>
</cp:coreProperties>
</file>