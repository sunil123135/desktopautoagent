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6:16.086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6T15:36:16.086" v="2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61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10665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Supply Chain Segmentation Strategies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Customer-Based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6142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service levels for enterprise vs. SMB clients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2025-12-16T15:36:18Z</dcterms:modified>
</cp:coreProperties>
</file>