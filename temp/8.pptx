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2"/>
  </p:notesMasterIdLst>
  <p:sldIdLst>
    <p:sldId id="263" r:id="rId2"/>
    <p:sldId id="268" r:id="rId3"/>
    <p:sldId id="461" r:id="rId4"/>
    <p:sldId id="264" r:id="rId5"/>
    <p:sldId id="266" r:id="rId6"/>
    <p:sldId id="267" r:id="rId7"/>
    <p:sldId id="270" r:id="rId8"/>
    <p:sldId id="271" r:id="rId9"/>
    <p:sldId id="272" r:id="rId10"/>
    <p:sldId id="274" r:id="rId11"/>
    <p:sldId id="275" r:id="rId12"/>
    <p:sldId id="276" r:id="rId13"/>
    <p:sldId id="278" r:id="rId14"/>
    <p:sldId id="279" r:id="rId15"/>
    <p:sldId id="280" r:id="rId16"/>
    <p:sldId id="282" r:id="rId17"/>
    <p:sldId id="283" r:id="rId18"/>
    <p:sldId id="284" r:id="rId19"/>
    <p:sldId id="286" r:id="rId20"/>
    <p:sldId id="287" r:id="rId21"/>
    <p:sldId id="288" r:id="rId22"/>
    <p:sldId id="290" r:id="rId23"/>
    <p:sldId id="291" r:id="rId24"/>
    <p:sldId id="292" r:id="rId25"/>
    <p:sldId id="294" r:id="rId26"/>
    <p:sldId id="295" r:id="rId27"/>
    <p:sldId id="296" r:id="rId28"/>
    <p:sldId id="298" r:id="rId29"/>
    <p:sldId id="299" r:id="rId30"/>
    <p:sldId id="300" r:id="rId31"/>
    <p:sldId id="302" r:id="rId32"/>
    <p:sldId id="303" r:id="rId33"/>
    <p:sldId id="304" r:id="rId34"/>
    <p:sldId id="306" r:id="rId35"/>
    <p:sldId id="307" r:id="rId36"/>
    <p:sldId id="308" r:id="rId37"/>
    <p:sldId id="310" r:id="rId38"/>
    <p:sldId id="311" r:id="rId39"/>
    <p:sldId id="312" r:id="rId40"/>
    <p:sldId id="314" r:id="rId41"/>
    <p:sldId id="315" r:id="rId42"/>
    <p:sldId id="316" r:id="rId43"/>
    <p:sldId id="318" r:id="rId44"/>
    <p:sldId id="319" r:id="rId45"/>
    <p:sldId id="320" r:id="rId46"/>
    <p:sldId id="322" r:id="rId47"/>
    <p:sldId id="323" r:id="rId48"/>
    <p:sldId id="324" r:id="rId49"/>
    <p:sldId id="326" r:id="rId50"/>
    <p:sldId id="327" r:id="rId51"/>
    <p:sldId id="328" r:id="rId52"/>
    <p:sldId id="330" r:id="rId53"/>
    <p:sldId id="331" r:id="rId54"/>
    <p:sldId id="332" r:id="rId55"/>
    <p:sldId id="334" r:id="rId56"/>
    <p:sldId id="335" r:id="rId57"/>
    <p:sldId id="336" r:id="rId58"/>
    <p:sldId id="338" r:id="rId59"/>
    <p:sldId id="339" r:id="rId60"/>
    <p:sldId id="340" r:id="rId61"/>
    <p:sldId id="342" r:id="rId62"/>
    <p:sldId id="343" r:id="rId63"/>
    <p:sldId id="344" r:id="rId64"/>
    <p:sldId id="346" r:id="rId65"/>
    <p:sldId id="347" r:id="rId66"/>
    <p:sldId id="348" r:id="rId67"/>
    <p:sldId id="350" r:id="rId68"/>
    <p:sldId id="351" r:id="rId69"/>
    <p:sldId id="352" r:id="rId70"/>
    <p:sldId id="354" r:id="rId71"/>
    <p:sldId id="355" r:id="rId72"/>
    <p:sldId id="356" r:id="rId73"/>
    <p:sldId id="358" r:id="rId74"/>
    <p:sldId id="359" r:id="rId75"/>
    <p:sldId id="360" r:id="rId76"/>
    <p:sldId id="362" r:id="rId77"/>
    <p:sldId id="363" r:id="rId78"/>
    <p:sldId id="364" r:id="rId79"/>
    <p:sldId id="366" r:id="rId80"/>
    <p:sldId id="367" r:id="rId81"/>
    <p:sldId id="368" r:id="rId82"/>
    <p:sldId id="370" r:id="rId83"/>
    <p:sldId id="371" r:id="rId84"/>
    <p:sldId id="372" r:id="rId85"/>
    <p:sldId id="374" r:id="rId86"/>
    <p:sldId id="375" r:id="rId87"/>
    <p:sldId id="376" r:id="rId88"/>
    <p:sldId id="378" r:id="rId89"/>
    <p:sldId id="379" r:id="rId90"/>
    <p:sldId id="380" r:id="rId91"/>
    <p:sldId id="382" r:id="rId92"/>
    <p:sldId id="383" r:id="rId93"/>
    <p:sldId id="384" r:id="rId94"/>
    <p:sldId id="386" r:id="rId95"/>
    <p:sldId id="387" r:id="rId96"/>
    <p:sldId id="388" r:id="rId97"/>
    <p:sldId id="390" r:id="rId98"/>
    <p:sldId id="391" r:id="rId99"/>
    <p:sldId id="392" r:id="rId100"/>
    <p:sldId id="394" r:id="rId101"/>
    <p:sldId id="395" r:id="rId102"/>
    <p:sldId id="396" r:id="rId103"/>
    <p:sldId id="398" r:id="rId104"/>
    <p:sldId id="399" r:id="rId105"/>
    <p:sldId id="400" r:id="rId106"/>
    <p:sldId id="402" r:id="rId107"/>
    <p:sldId id="403" r:id="rId108"/>
    <p:sldId id="404" r:id="rId109"/>
    <p:sldId id="406" r:id="rId110"/>
    <p:sldId id="407" r:id="rId111"/>
    <p:sldId id="408" r:id="rId112"/>
    <p:sldId id="410" r:id="rId113"/>
    <p:sldId id="411" r:id="rId114"/>
    <p:sldId id="412" r:id="rId115"/>
    <p:sldId id="414" r:id="rId116"/>
    <p:sldId id="415" r:id="rId117"/>
    <p:sldId id="416" r:id="rId118"/>
    <p:sldId id="418" r:id="rId119"/>
    <p:sldId id="419" r:id="rId120"/>
    <p:sldId id="420" r:id="rId121"/>
    <p:sldId id="422" r:id="rId122"/>
    <p:sldId id="423" r:id="rId123"/>
    <p:sldId id="424" r:id="rId124"/>
    <p:sldId id="426" r:id="rId125"/>
    <p:sldId id="427" r:id="rId126"/>
    <p:sldId id="428" r:id="rId127"/>
    <p:sldId id="430" r:id="rId128"/>
    <p:sldId id="431" r:id="rId129"/>
    <p:sldId id="432" r:id="rId130"/>
    <p:sldId id="434" r:id="rId131"/>
    <p:sldId id="435" r:id="rId132"/>
    <p:sldId id="436" r:id="rId133"/>
    <p:sldId id="438" r:id="rId134"/>
    <p:sldId id="439" r:id="rId135"/>
    <p:sldId id="440" r:id="rId136"/>
    <p:sldId id="442" r:id="rId137"/>
    <p:sldId id="443" r:id="rId138"/>
    <p:sldId id="444" r:id="rId139"/>
    <p:sldId id="446" r:id="rId140"/>
    <p:sldId id="447" r:id="rId141"/>
    <p:sldId id="448" r:id="rId142"/>
    <p:sldId id="450" r:id="rId143"/>
    <p:sldId id="451" r:id="rId144"/>
    <p:sldId id="452" r:id="rId145"/>
    <p:sldId id="454" r:id="rId146"/>
    <p:sldId id="455" r:id="rId147"/>
    <p:sldId id="456" r:id="rId148"/>
    <p:sldId id="458" r:id="rId149"/>
    <p:sldId id="459" r:id="rId150"/>
    <p:sldId id="460" r:id="rId151"/>
  </p:sldIdLst>
  <p:sldSz cx="14630400" cy="8229600"/>
  <p:notesSz cx="8229600" cy="14630400"/>
  <p:embeddedFontLst>
    <p:embeddedFont>
      <p:font typeface="Inter" panose="020B0604020202020204" charset="0"/>
      <p:regular r:id="rId1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F1080A-8D98-4013-8BCE-413078486A2A}" v="411" dt="2025-12-17T10:19:45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10:19:45.633" v="884"/>
      <pc:docMkLst>
        <pc:docMk/>
      </pc:docMkLst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6T15:36:29.130" v="2" actId="47"/>
        <pc:sldMkLst>
          <pc:docMk/>
          <pc:sldMk cId="0" sldId="264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10:19:45.633" v="884"/>
        <pc:sldMkLst>
          <pc:docMk/>
          <pc:sldMk cId="247510223" sldId="264"/>
        </pc:sldMkLst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8:20.350" v="811"/>
          <ac:spMkLst>
            <pc:docMk/>
            <pc:sldMk cId="247510223" sldId="264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8:20.350" v="811"/>
          <ac:spMkLst>
            <pc:docMk/>
            <pc:sldMk cId="247510223" sldId="264"/>
            <ac:spMk id="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2.399" v="877"/>
          <ac:spMkLst>
            <pc:docMk/>
            <pc:sldMk cId="247510223" sldId="264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9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10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8:20.350" v="811"/>
          <ac:spMkLst>
            <pc:docMk/>
            <pc:sldMk cId="247510223" sldId="264"/>
            <ac:spMk id="11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1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1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1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3.750" v="881" actId="1582"/>
          <ac:spMkLst>
            <pc:docMk/>
            <pc:sldMk cId="247510223" sldId="264"/>
            <ac:spMk id="1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45.633" v="884"/>
          <ac:spMkLst>
            <pc:docMk/>
            <pc:sldMk cId="247510223" sldId="264"/>
            <ac:spMk id="1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12.522" v="858" actId="947"/>
          <ac:spMkLst>
            <pc:docMk/>
            <pc:sldMk cId="247510223" sldId="264"/>
            <ac:spMk id="1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19:12.571" v="859" actId="947"/>
          <ac:spMkLst>
            <pc:docMk/>
            <pc:sldMk cId="247510223" sldId="264"/>
            <ac:spMk id="18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10:10:14.303" v="399"/>
          <ac:grpSpMkLst>
            <pc:docMk/>
            <pc:sldMk cId="247510223" sldId="264"/>
            <ac:grpSpMk id="19" creationId="{08206425-71D6-D0ED-B20A-7F47141D1B1D}"/>
          </ac:grpSpMkLst>
        </pc:grpChg>
        <pc:grpChg chg="add mod">
          <ac:chgData name="Lalwani, Sunil" userId="95b0a425-4eed-4b84-a7cf-34664c131309" providerId="ADAL" clId="{CC5F0CBF-77A6-4739-8FF3-8FB7DAFF4AC8}" dt="2025-12-17T10:11:53.851" v="469"/>
          <ac:grpSpMkLst>
            <pc:docMk/>
            <pc:sldMk cId="247510223" sldId="264"/>
            <ac:grpSpMk id="20" creationId="{E58295BB-D492-7957-77D7-F50DF8EE8A16}"/>
          </ac:grpSpMkLst>
        </pc:grpChg>
        <pc:grpChg chg="add mod">
          <ac:chgData name="Lalwani, Sunil" userId="95b0a425-4eed-4b84-a7cf-34664c131309" providerId="ADAL" clId="{CC5F0CBF-77A6-4739-8FF3-8FB7DAFF4AC8}" dt="2025-12-17T10:11:53.851" v="469"/>
          <ac:grpSpMkLst>
            <pc:docMk/>
            <pc:sldMk cId="247510223" sldId="264"/>
            <ac:grpSpMk id="21" creationId="{37626EBB-F3AD-D4A8-96EC-C3CC08F09110}"/>
          </ac:grpSpMkLst>
        </pc:grpChg>
        <pc:grpChg chg="add mod">
          <ac:chgData name="Lalwani, Sunil" userId="95b0a425-4eed-4b84-a7cf-34664c131309" providerId="ADAL" clId="{CC5F0CBF-77A6-4739-8FF3-8FB7DAFF4AC8}" dt="2025-12-17T10:07:28.318" v="329"/>
          <ac:grpSpMkLst>
            <pc:docMk/>
            <pc:sldMk cId="247510223" sldId="264"/>
            <ac:grpSpMk id="22" creationId="{1C25430A-66E7-EA92-DEF2-0CE47A8D120B}"/>
          </ac:grpSpMkLst>
        </pc:grpChg>
        <pc:grpChg chg="add mod">
          <ac:chgData name="Lalwani, Sunil" userId="95b0a425-4eed-4b84-a7cf-34664c131309" providerId="ADAL" clId="{CC5F0CBF-77A6-4739-8FF3-8FB7DAFF4AC8}" dt="2025-12-17T10:10:15.208" v="400"/>
          <ac:grpSpMkLst>
            <pc:docMk/>
            <pc:sldMk cId="247510223" sldId="264"/>
            <ac:grpSpMk id="23" creationId="{D5CC88FC-E71E-D093-9D51-0AF775231BD6}"/>
          </ac:grpSpMkLst>
        </pc:grpChg>
        <pc:grpChg chg="add mod">
          <ac:chgData name="Lalwani, Sunil" userId="95b0a425-4eed-4b84-a7cf-34664c131309" providerId="ADAL" clId="{CC5F0CBF-77A6-4739-8FF3-8FB7DAFF4AC8}" dt="2025-12-17T10:13:30.917" v="539"/>
          <ac:grpSpMkLst>
            <pc:docMk/>
            <pc:sldMk cId="247510223" sldId="264"/>
            <ac:grpSpMk id="24" creationId="{E99F80BE-FE87-F9D4-3AC8-1FFB38AE3E62}"/>
          </ac:grpSpMkLst>
        </pc:grpChg>
        <pc:grpChg chg="add mod">
          <ac:chgData name="Lalwani, Sunil" userId="95b0a425-4eed-4b84-a7cf-34664c131309" providerId="ADAL" clId="{CC5F0CBF-77A6-4739-8FF3-8FB7DAFF4AC8}" dt="2025-12-17T10:14:40.320" v="608"/>
          <ac:grpSpMkLst>
            <pc:docMk/>
            <pc:sldMk cId="247510223" sldId="264"/>
            <ac:grpSpMk id="25" creationId="{E8F5D846-29DF-57F1-7AA1-1B74B94D13CB}"/>
          </ac:grpSpMkLst>
        </pc:grpChg>
        <pc:grpChg chg="add mod">
          <ac:chgData name="Lalwani, Sunil" userId="95b0a425-4eed-4b84-a7cf-34664c131309" providerId="ADAL" clId="{CC5F0CBF-77A6-4739-8FF3-8FB7DAFF4AC8}" dt="2025-12-17T10:14:40.821" v="609"/>
          <ac:grpSpMkLst>
            <pc:docMk/>
            <pc:sldMk cId="247510223" sldId="264"/>
            <ac:grpSpMk id="26" creationId="{5F3E2598-180C-98ED-4352-93B57ED64234}"/>
          </ac:grpSpMkLst>
        </pc:grpChg>
        <pc:grpChg chg="add mod">
          <ac:chgData name="Lalwani, Sunil" userId="95b0a425-4eed-4b84-a7cf-34664c131309" providerId="ADAL" clId="{CC5F0CBF-77A6-4739-8FF3-8FB7DAFF4AC8}" dt="2025-12-17T10:15:52.034" v="677"/>
          <ac:grpSpMkLst>
            <pc:docMk/>
            <pc:sldMk cId="247510223" sldId="264"/>
            <ac:grpSpMk id="27" creationId="{5E917F92-ACE7-3F49-D6A4-761F09F7A083}"/>
          </ac:grpSpMkLst>
        </pc:grpChg>
        <pc:grpChg chg="add mod">
          <ac:chgData name="Lalwani, Sunil" userId="95b0a425-4eed-4b84-a7cf-34664c131309" providerId="ADAL" clId="{CC5F0CBF-77A6-4739-8FF3-8FB7DAFF4AC8}" dt="2025-12-17T10:17:05.492" v="745"/>
          <ac:grpSpMkLst>
            <pc:docMk/>
            <pc:sldMk cId="247510223" sldId="264"/>
            <ac:grpSpMk id="28" creationId="{6390B265-68BB-93F2-6B11-5994D1F6FFCC}"/>
          </ac:grpSpMkLst>
        </pc:grpChg>
        <pc:grpChg chg="add mod">
          <ac:chgData name="Lalwani, Sunil" userId="95b0a425-4eed-4b84-a7cf-34664c131309" providerId="ADAL" clId="{CC5F0CBF-77A6-4739-8FF3-8FB7DAFF4AC8}" dt="2025-12-17T10:18:20.857" v="812"/>
          <ac:grpSpMkLst>
            <pc:docMk/>
            <pc:sldMk cId="247510223" sldId="264"/>
            <ac:grpSpMk id="29" creationId="{730C6C00-1BC4-09D0-FB7F-22C261DB032E}"/>
          </ac:grpSpMkLst>
        </pc:grpChg>
        <pc:grpChg chg="add mod">
          <ac:chgData name="Lalwani, Sunil" userId="95b0a425-4eed-4b84-a7cf-34664c131309" providerId="ADAL" clId="{CC5F0CBF-77A6-4739-8FF3-8FB7DAFF4AC8}" dt="2025-12-17T10:19:42.886" v="878"/>
          <ac:grpSpMkLst>
            <pc:docMk/>
            <pc:sldMk cId="247510223" sldId="264"/>
            <ac:grpSpMk id="30" creationId="{E1B045B0-53BD-9923-461D-8C48E8E1E5B1}"/>
          </ac:grpSpMkLst>
        </pc:grpChg>
        <pc:grpChg chg="add mod">
          <ac:chgData name="Lalwani, Sunil" userId="95b0a425-4eed-4b84-a7cf-34664c131309" providerId="ADAL" clId="{CC5F0CBF-77A6-4739-8FF3-8FB7DAFF4AC8}" dt="2025-12-17T10:19:42.886" v="878"/>
          <ac:grpSpMkLst>
            <pc:docMk/>
            <pc:sldMk cId="247510223" sldId="264"/>
            <ac:grpSpMk id="31" creationId="{562E31A3-8090-0D33-5315-2D8E857C251B}"/>
          </ac:grpSpMkLst>
        </pc:grpChg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5"/>
        </pc:sldMkLst>
      </pc:sldChg>
      <pc:sldChg chg="add del">
        <pc:chgData name="Lalwani, Sunil" userId="95b0a425-4eed-4b84-a7cf-34664c131309" providerId="ADAL" clId="{CC5F0CBF-77A6-4739-8FF3-8FB7DAFF4AC8}" dt="2025-12-17T10:02:23.227" v="7" actId="2696"/>
        <pc:sldMkLst>
          <pc:docMk/>
          <pc:sldMk cId="103029386" sldId="265"/>
        </pc:sldMkLst>
      </pc:sldChg>
      <pc:sldChg chg="add del">
        <pc:chgData name="Lalwani, Sunil" userId="95b0a425-4eed-4b84-a7cf-34664c131309" providerId="ADAL" clId="{CC5F0CBF-77A6-4739-8FF3-8FB7DAFF4AC8}" dt="2025-12-17T10:02:33.301" v="29" actId="2696"/>
        <pc:sldMkLst>
          <pc:docMk/>
          <pc:sldMk cId="2083780414" sldId="265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6"/>
        </pc:sldMkLst>
      </pc:sldChg>
      <pc:sldChg chg="add ord modTransition setBg modNotes">
        <pc:chgData name="Lalwani, Sunil" userId="95b0a425-4eed-4b84-a7cf-34664c131309" providerId="ADAL" clId="{CC5F0CBF-77A6-4739-8FF3-8FB7DAFF4AC8}" dt="2025-12-17T10:18:48.258" v="843"/>
        <pc:sldMkLst>
          <pc:docMk/>
          <pc:sldMk cId="3880404000" sldId="266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7"/>
        </pc:sldMkLst>
      </pc:sldChg>
      <pc:sldChg chg="add ord modTransition setBg modNotes">
        <pc:chgData name="Lalwani, Sunil" userId="95b0a425-4eed-4b84-a7cf-34664c131309" providerId="ADAL" clId="{CC5F0CBF-77A6-4739-8FF3-8FB7DAFF4AC8}" dt="2025-12-17T10:19:42.003" v="873" actId="20577"/>
        <pc:sldMkLst>
          <pc:docMk/>
          <pc:sldMk cId="1067822334" sldId="267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8"/>
        </pc:sldMkLst>
      </pc:sldChg>
      <pc:sldChg chg="add ord modTransition setBg modNotes">
        <pc:chgData name="Lalwani, Sunil" userId="95b0a425-4eed-4b84-a7cf-34664c131309" providerId="ADAL" clId="{CC5F0CBF-77A6-4739-8FF3-8FB7DAFF4AC8}" dt="2025-12-17T10:19:30.225" v="872"/>
        <pc:sldMkLst>
          <pc:docMk/>
          <pc:sldMk cId="1860407311" sldId="268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9"/>
        </pc:sldMkLst>
      </pc:sldChg>
      <pc:sldChg chg="add del">
        <pc:chgData name="Lalwani, Sunil" userId="95b0a425-4eed-4b84-a7cf-34664c131309" providerId="ADAL" clId="{CC5F0CBF-77A6-4739-8FF3-8FB7DAFF4AC8}" dt="2025-12-17T10:02:46.002" v="52" actId="2696"/>
        <pc:sldMkLst>
          <pc:docMk/>
          <pc:sldMk cId="42294030" sldId="269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0"/>
        </pc:sldMkLst>
      </pc:sldChg>
      <pc:sldChg chg="addSp modSp add ord">
        <pc:chgData name="Lalwani, Sunil" userId="95b0a425-4eed-4b84-a7cf-34664c131309" providerId="ADAL" clId="{CC5F0CBF-77A6-4739-8FF3-8FB7DAFF4AC8}" dt="2025-12-17T10:19:44.541" v="882"/>
        <pc:sldMkLst>
          <pc:docMk/>
          <pc:sldMk cId="1042973991" sldId="270"/>
        </pc:sldMkLst>
        <pc:spChg chg="mod">
          <ac:chgData name="Lalwani, Sunil" userId="95b0a425-4eed-4b84-a7cf-34664c131309" providerId="ADAL" clId="{CC5F0CBF-77A6-4739-8FF3-8FB7DAFF4AC8}" dt="2025-12-17T10:03:39.068" v="116"/>
          <ac:spMkLst>
            <pc:docMk/>
            <pc:sldMk cId="1042973991" sldId="270"/>
            <ac:spMk id="4" creationId="{95FA08C5-DAE3-8FAA-8B0E-C298BF852BA2}"/>
          </ac:spMkLst>
        </pc:spChg>
        <pc:spChg chg="mod">
          <ac:chgData name="Lalwani, Sunil" userId="95b0a425-4eed-4b84-a7cf-34664c131309" providerId="ADAL" clId="{CC5F0CBF-77A6-4739-8FF3-8FB7DAFF4AC8}" dt="2025-12-17T10:03:39.068" v="116"/>
          <ac:spMkLst>
            <pc:docMk/>
            <pc:sldMk cId="1042973991" sldId="270"/>
            <ac:spMk id="5" creationId="{8EAC0277-1EA5-BE75-3FB5-6B9F80AE9096}"/>
          </ac:spMkLst>
        </pc:spChg>
        <pc:spChg chg="mod">
          <ac:chgData name="Lalwani, Sunil" userId="95b0a425-4eed-4b84-a7cf-34664c131309" providerId="ADAL" clId="{CC5F0CBF-77A6-4739-8FF3-8FB7DAFF4AC8}" dt="2025-12-17T10:03:39.068" v="116"/>
          <ac:spMkLst>
            <pc:docMk/>
            <pc:sldMk cId="1042973991" sldId="270"/>
            <ac:spMk id="6" creationId="{85A33962-B09C-3E61-B2FF-B7233C5D122C}"/>
          </ac:spMkLst>
        </pc:spChg>
        <pc:spChg chg="mod">
          <ac:chgData name="Lalwani, Sunil" userId="95b0a425-4eed-4b84-a7cf-34664c131309" providerId="ADAL" clId="{CC5F0CBF-77A6-4739-8FF3-8FB7DAFF4AC8}" dt="2025-12-17T10:04:40.208" v="189"/>
          <ac:spMkLst>
            <pc:docMk/>
            <pc:sldMk cId="1042973991" sldId="270"/>
            <ac:spMk id="9" creationId="{ACF0ED4F-A164-6252-943D-9FFB4DE05476}"/>
          </ac:spMkLst>
        </pc:spChg>
        <pc:spChg chg="mod">
          <ac:chgData name="Lalwani, Sunil" userId="95b0a425-4eed-4b84-a7cf-34664c131309" providerId="ADAL" clId="{CC5F0CBF-77A6-4739-8FF3-8FB7DAFF4AC8}" dt="2025-12-17T10:04:40.208" v="189"/>
          <ac:spMkLst>
            <pc:docMk/>
            <pc:sldMk cId="1042973991" sldId="270"/>
            <ac:spMk id="11" creationId="{D7C357CF-5DC9-DE33-DA30-A69F81861EE2}"/>
          </ac:spMkLst>
        </pc:spChg>
        <pc:spChg chg="mod">
          <ac:chgData name="Lalwani, Sunil" userId="95b0a425-4eed-4b84-a7cf-34664c131309" providerId="ADAL" clId="{CC5F0CBF-77A6-4739-8FF3-8FB7DAFF4AC8}" dt="2025-12-17T10:04:40.208" v="189"/>
          <ac:spMkLst>
            <pc:docMk/>
            <pc:sldMk cId="1042973991" sldId="270"/>
            <ac:spMk id="12" creationId="{462AB18E-90DE-EBD4-3C55-08802EE85B22}"/>
          </ac:spMkLst>
        </pc:spChg>
        <pc:spChg chg="mod">
          <ac:chgData name="Lalwani, Sunil" userId="95b0a425-4eed-4b84-a7cf-34664c131309" providerId="ADAL" clId="{CC5F0CBF-77A6-4739-8FF3-8FB7DAFF4AC8}" dt="2025-12-17T10:04:40.208" v="189"/>
          <ac:spMkLst>
            <pc:docMk/>
            <pc:sldMk cId="1042973991" sldId="270"/>
            <ac:spMk id="13" creationId="{1548FF8A-2172-2CC1-51D9-FC25F1CEF906}"/>
          </ac:spMkLst>
        </pc:spChg>
        <pc:spChg chg="mod">
          <ac:chgData name="Lalwani, Sunil" userId="95b0a425-4eed-4b84-a7cf-34664c131309" providerId="ADAL" clId="{CC5F0CBF-77A6-4739-8FF3-8FB7DAFF4AC8}" dt="2025-12-17T10:06:13.318" v="261"/>
          <ac:spMkLst>
            <pc:docMk/>
            <pc:sldMk cId="1042973991" sldId="270"/>
            <ac:spMk id="16" creationId="{0B95091D-AF36-392C-F7FD-BFAD9214EE63}"/>
          </ac:spMkLst>
        </pc:spChg>
        <pc:spChg chg="mod">
          <ac:chgData name="Lalwani, Sunil" userId="95b0a425-4eed-4b84-a7cf-34664c131309" providerId="ADAL" clId="{CC5F0CBF-77A6-4739-8FF3-8FB7DAFF4AC8}" dt="2025-12-17T10:06:13.318" v="261"/>
          <ac:spMkLst>
            <pc:docMk/>
            <pc:sldMk cId="1042973991" sldId="270"/>
            <ac:spMk id="18" creationId="{45E1D677-1DA2-3122-9033-AD2EE863ED16}"/>
          </ac:spMkLst>
        </pc:spChg>
        <pc:spChg chg="mod">
          <ac:chgData name="Lalwani, Sunil" userId="95b0a425-4eed-4b84-a7cf-34664c131309" providerId="ADAL" clId="{CC5F0CBF-77A6-4739-8FF3-8FB7DAFF4AC8}" dt="2025-12-17T10:06:13.318" v="261"/>
          <ac:spMkLst>
            <pc:docMk/>
            <pc:sldMk cId="1042973991" sldId="270"/>
            <ac:spMk id="20" creationId="{8E405829-BF5F-5936-DC77-0B768C9C28B8}"/>
          </ac:spMkLst>
        </pc:spChg>
        <pc:spChg chg="mod">
          <ac:chgData name="Lalwani, Sunil" userId="95b0a425-4eed-4b84-a7cf-34664c131309" providerId="ADAL" clId="{CC5F0CBF-77A6-4739-8FF3-8FB7DAFF4AC8}" dt="2025-12-17T10:06:13.318" v="261"/>
          <ac:spMkLst>
            <pc:docMk/>
            <pc:sldMk cId="1042973991" sldId="270"/>
            <ac:spMk id="21" creationId="{DA81F1BC-0565-7DE8-C2F5-603D2F2AF599}"/>
          </ac:spMkLst>
        </pc:spChg>
        <pc:spChg chg="mod">
          <ac:chgData name="Lalwani, Sunil" userId="95b0a425-4eed-4b84-a7cf-34664c131309" providerId="ADAL" clId="{CC5F0CBF-77A6-4739-8FF3-8FB7DAFF4AC8}" dt="2025-12-17T10:06:13.318" v="261"/>
          <ac:spMkLst>
            <pc:docMk/>
            <pc:sldMk cId="1042973991" sldId="270"/>
            <ac:spMk id="22" creationId="{D7E69EA7-55AA-853C-36DB-6C7EF5309C02}"/>
          </ac:spMkLst>
        </pc:spChg>
        <pc:spChg chg="mod">
          <ac:chgData name="Lalwani, Sunil" userId="95b0a425-4eed-4b84-a7cf-34664c131309" providerId="ADAL" clId="{CC5F0CBF-77A6-4739-8FF3-8FB7DAFF4AC8}" dt="2025-12-17T10:07:29.853" v="333"/>
          <ac:spMkLst>
            <pc:docMk/>
            <pc:sldMk cId="1042973991" sldId="270"/>
            <ac:spMk id="25" creationId="{2ED3F223-24BD-7648-686B-4C7669379D64}"/>
          </ac:spMkLst>
        </pc:spChg>
        <pc:spChg chg="mod">
          <ac:chgData name="Lalwani, Sunil" userId="95b0a425-4eed-4b84-a7cf-34664c131309" providerId="ADAL" clId="{CC5F0CBF-77A6-4739-8FF3-8FB7DAFF4AC8}" dt="2025-12-17T10:07:29.853" v="333"/>
          <ac:spMkLst>
            <pc:docMk/>
            <pc:sldMk cId="1042973991" sldId="270"/>
            <ac:spMk id="27" creationId="{9DFA1E4B-42E8-646F-CF95-1FB9A1456741}"/>
          </ac:spMkLst>
        </pc:spChg>
        <pc:spChg chg="mod">
          <ac:chgData name="Lalwani, Sunil" userId="95b0a425-4eed-4b84-a7cf-34664c131309" providerId="ADAL" clId="{CC5F0CBF-77A6-4739-8FF3-8FB7DAFF4AC8}" dt="2025-12-17T10:07:29.853" v="333"/>
          <ac:spMkLst>
            <pc:docMk/>
            <pc:sldMk cId="1042973991" sldId="270"/>
            <ac:spMk id="29" creationId="{98A8FAD0-4DF9-98B7-58B8-6334B4BB8613}"/>
          </ac:spMkLst>
        </pc:spChg>
        <pc:spChg chg="mod">
          <ac:chgData name="Lalwani, Sunil" userId="95b0a425-4eed-4b84-a7cf-34664c131309" providerId="ADAL" clId="{CC5F0CBF-77A6-4739-8FF3-8FB7DAFF4AC8}" dt="2025-12-17T10:07:29.853" v="333"/>
          <ac:spMkLst>
            <pc:docMk/>
            <pc:sldMk cId="1042973991" sldId="270"/>
            <ac:spMk id="31" creationId="{CDF502F8-B8C4-1F77-5B5B-074245B229D9}"/>
          </ac:spMkLst>
        </pc:spChg>
        <pc:spChg chg="mod">
          <ac:chgData name="Lalwani, Sunil" userId="95b0a425-4eed-4b84-a7cf-34664c131309" providerId="ADAL" clId="{CC5F0CBF-77A6-4739-8FF3-8FB7DAFF4AC8}" dt="2025-12-17T10:07:29.853" v="333"/>
          <ac:spMkLst>
            <pc:docMk/>
            <pc:sldMk cId="1042973991" sldId="270"/>
            <ac:spMk id="32" creationId="{F701F0D0-1E0A-EE3B-BE4E-C7CEC5638C41}"/>
          </ac:spMkLst>
        </pc:spChg>
        <pc:spChg chg="mod">
          <ac:chgData name="Lalwani, Sunil" userId="95b0a425-4eed-4b84-a7cf-34664c131309" providerId="ADAL" clId="{CC5F0CBF-77A6-4739-8FF3-8FB7DAFF4AC8}" dt="2025-12-17T10:07:29.853" v="333"/>
          <ac:spMkLst>
            <pc:docMk/>
            <pc:sldMk cId="1042973991" sldId="270"/>
            <ac:spMk id="33" creationId="{DEBC8B8C-8801-4E0C-6157-403F31A221A0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36" creationId="{39475358-2D0A-2168-80B5-5BF1098AF178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38" creationId="{97788DA1-D7CE-4D43-E55D-4279642114AE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40" creationId="{AB6BEA66-35BA-740D-48C7-80E4243F38A5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42" creationId="{3241846A-91E2-1D76-8ED5-65DCB555CD91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44" creationId="{CBDA7839-1966-0E5C-5E5D-94A6BC6173C4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45" creationId="{5BA52D11-12B8-B269-4A4D-156D214C5EE9}"/>
          </ac:spMkLst>
        </pc:spChg>
        <pc:spChg chg="mod">
          <ac:chgData name="Lalwani, Sunil" userId="95b0a425-4eed-4b84-a7cf-34664c131309" providerId="ADAL" clId="{CC5F0CBF-77A6-4739-8FF3-8FB7DAFF4AC8}" dt="2025-12-17T10:10:17.942" v="404"/>
          <ac:spMkLst>
            <pc:docMk/>
            <pc:sldMk cId="1042973991" sldId="270"/>
            <ac:spMk id="46" creationId="{209540A1-5577-B4DA-6B3E-D7C09FCF885A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49" creationId="{FDF65FE1-D93C-AC5F-BC82-9B09CE538754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51" creationId="{AAFDDD21-344A-8EB2-C493-53BA61246F5D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53" creationId="{AFE6733F-C0A2-DF68-3FE3-6928F24F4AFD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55" creationId="{0E354193-0BDB-3927-1213-157D7EC4EE7E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57" creationId="{6C372C61-28EA-2BFA-3077-B46A93A9158C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59" creationId="{875CAE40-7E16-2BA2-20F8-86F2331480A5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60" creationId="{D67F9E9B-E940-1E85-3796-0F171860C555}"/>
          </ac:spMkLst>
        </pc:spChg>
        <pc:spChg chg="mod">
          <ac:chgData name="Lalwani, Sunil" userId="95b0a425-4eed-4b84-a7cf-34664c131309" providerId="ADAL" clId="{CC5F0CBF-77A6-4739-8FF3-8FB7DAFF4AC8}" dt="2025-12-17T10:11:56.222" v="474"/>
          <ac:spMkLst>
            <pc:docMk/>
            <pc:sldMk cId="1042973991" sldId="270"/>
            <ac:spMk id="61" creationId="{F19BF599-ED35-A1ED-8CEF-B7A8A506295A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64" creationId="{4F6101CB-65D3-2F7A-8B5B-D0B9B94AD7C5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66" creationId="{C71AB24F-4CC6-94BD-A6B3-6F2101ABDC9D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68" creationId="{170CB6C3-8C1F-5520-26E6-D47167212DE9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70" creationId="{1B5FA698-FEFA-DFA7-6D36-3791F766C864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72" creationId="{DC9FFB4E-7DD8-35BE-BD6C-B7E53F40E614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74" creationId="{E348C7DF-9BA1-FA3D-646C-3FAA24FFB511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76" creationId="{93EFAE71-3705-2DED-D3C1-A6E9BA286727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77" creationId="{95C3D2AB-EF42-03B5-2D83-D49C5CC5F4D0}"/>
          </ac:spMkLst>
        </pc:spChg>
        <pc:spChg chg="mod">
          <ac:chgData name="Lalwani, Sunil" userId="95b0a425-4eed-4b84-a7cf-34664c131309" providerId="ADAL" clId="{CC5F0CBF-77A6-4739-8FF3-8FB7DAFF4AC8}" dt="2025-12-17T10:13:33.119" v="544"/>
          <ac:spMkLst>
            <pc:docMk/>
            <pc:sldMk cId="1042973991" sldId="270"/>
            <ac:spMk id="78" creationId="{F4AE96F1-C286-1425-08EA-285BC8390428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81" creationId="{2AEFF14A-1736-690C-E7A7-F07BC826822C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83" creationId="{01A4B168-EAC0-8CBB-8202-DA0D1B140C1C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85" creationId="{A34E2DAC-8406-2B39-8600-6C21F665EBF6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87" creationId="{B3CE4FF0-8454-C1F2-1D15-35460BB69575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89" creationId="{F55FF61C-7F78-0001-AF5A-F78183505664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91" creationId="{65173A6D-B741-66BB-422D-EA83724526BB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93" creationId="{87D12C57-646C-3495-3D1A-275D61DAE2CC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95" creationId="{28B3798C-9104-C6DB-FC75-5A2233DF9307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96" creationId="{7AD8223C-A284-7732-1EA7-6112EE894FD1}"/>
          </ac:spMkLst>
        </pc:spChg>
        <pc:spChg chg="mod">
          <ac:chgData name="Lalwani, Sunil" userId="95b0a425-4eed-4b84-a7cf-34664c131309" providerId="ADAL" clId="{CC5F0CBF-77A6-4739-8FF3-8FB7DAFF4AC8}" dt="2025-12-17T10:14:42.532" v="613"/>
          <ac:spMkLst>
            <pc:docMk/>
            <pc:sldMk cId="1042973991" sldId="270"/>
            <ac:spMk id="97" creationId="{AD6CAE11-E79A-949F-26AE-0D3D0A1029A4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00" creationId="{5E643A3B-A0EC-ED74-3E6C-6C6E4DD6B837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02" creationId="{AC0C7139-19A7-EEDC-DB1D-3DB26BC4AB83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04" creationId="{E2617D41-CC59-D7F4-9EC3-B6C2445FE59B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06" creationId="{BDEBC1C2-8244-AE38-95EC-231E762F16C4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10" creationId="{0F3826C0-45CB-246D-9B7A-393A3D36174F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12" creationId="{EE64FA48-BE13-9163-7F1E-F388CE47E105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14" creationId="{EAC4E8D5-CF47-5C08-12B8-C752C58B73EA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16" creationId="{E819220B-B6AB-5C67-1ED2-E305BB889A87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17" creationId="{2334171B-FC27-C486-88E3-B4A9FF39ADE1}"/>
          </ac:spMkLst>
        </pc:spChg>
        <pc:spChg chg="mod">
          <ac:chgData name="Lalwani, Sunil" userId="95b0a425-4eed-4b84-a7cf-34664c131309" providerId="ADAL" clId="{CC5F0CBF-77A6-4739-8FF3-8FB7DAFF4AC8}" dt="2025-12-17T10:15:53.760" v="681"/>
          <ac:spMkLst>
            <pc:docMk/>
            <pc:sldMk cId="1042973991" sldId="270"/>
            <ac:spMk id="118" creationId="{84FD32DD-3FAC-969F-BFF7-252D13D12BA1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23" creationId="{9E193B00-274A-5E08-1FD9-6FE4FA0A4CF2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27" creationId="{CA9F4E99-4A8A-DD7D-60AA-C9E1A8C0B33C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29" creationId="{8429D2E1-6C5B-4402-955F-8B7026732479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31" creationId="{5EA377EA-85D3-D4D0-D9FF-8264B7303E5B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33" creationId="{776242A5-DF3A-2C19-3050-80664D2C69DF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35" creationId="{D480AB9C-E7A9-DC37-FEC3-AA6953B83ED3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37" creationId="{E3CD4470-CE3F-5E69-AEBF-D7F7C8B3DEC7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39" creationId="{21B46651-5150-6436-482E-7C92215466E7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40" creationId="{AE3BD898-2F6A-AA79-1EF2-E4A757420D5B}"/>
          </ac:spMkLst>
        </pc:spChg>
        <pc:spChg chg="mod">
          <ac:chgData name="Lalwani, Sunil" userId="95b0a425-4eed-4b84-a7cf-34664c131309" providerId="ADAL" clId="{CC5F0CBF-77A6-4739-8FF3-8FB7DAFF4AC8}" dt="2025-12-17T10:17:07.180" v="749"/>
          <ac:spMkLst>
            <pc:docMk/>
            <pc:sldMk cId="1042973991" sldId="270"/>
            <ac:spMk id="141" creationId="{F5C1A335-535F-4C56-FBF0-BF8A4245ECCC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46" creationId="{9410553E-3EE9-A85E-B789-0D5E3290C0EB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48" creationId="{3072827B-7B33-2CC1-E113-EF7BE1BF773A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50" creationId="{9A3EB844-F740-C872-2FE5-629EB83D3A65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52" creationId="{F35175E3-2103-A28B-6624-BFE35A47D0DD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54" creationId="{36989EBA-B414-FD2A-46B4-4CB94B4ED748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58" creationId="{5DB40477-85ED-DFAB-6E01-1A3230A51135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60" creationId="{0E505F0C-218A-51EE-1A7E-A3E8AE38683B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62" creationId="{3FC97DE8-E534-82EC-7A58-D909C44B7D05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65" creationId="{CE7EDD60-3558-9ED0-C144-FF9C509783F2}"/>
          </ac:spMkLst>
        </pc:spChg>
        <pc:spChg chg="mod">
          <ac:chgData name="Lalwani, Sunil" userId="95b0a425-4eed-4b84-a7cf-34664c131309" providerId="ADAL" clId="{CC5F0CBF-77A6-4739-8FF3-8FB7DAFF4AC8}" dt="2025-12-17T10:18:22.535" v="816"/>
          <ac:spMkLst>
            <pc:docMk/>
            <pc:sldMk cId="1042973991" sldId="270"/>
            <ac:spMk id="166" creationId="{494C722C-14FB-5776-9F47-1ED0D23F065A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71" creationId="{5003496B-60E1-A35C-1C00-6236391F0D7F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73" creationId="{8EAB0E9A-1F84-C015-9E6E-EC43FDFDBFAD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75" creationId="{43AA2040-98A8-CC62-8F01-7683223EE287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77" creationId="{9451C913-A6EB-1D97-9823-6FD6717F77EA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79" creationId="{51BD1F36-FDE3-E897-464F-148F222DD906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83" creationId="{AF219AF4-E083-5EFE-21D6-0E1571E3F72C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89" creationId="{74CD357D-FA39-8430-7B2E-653B82D26599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91" creationId="{F10A1457-1B75-D875-6111-EFB0BBBDC385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92" creationId="{6624A111-CA33-55AB-1399-F0A0DCCB7703}"/>
          </ac:spMkLst>
        </pc:spChg>
        <pc:spChg chg="mod">
          <ac:chgData name="Lalwani, Sunil" userId="95b0a425-4eed-4b84-a7cf-34664c131309" providerId="ADAL" clId="{CC5F0CBF-77A6-4739-8FF3-8FB7DAFF4AC8}" dt="2025-12-17T10:19:44.541" v="882"/>
          <ac:spMkLst>
            <pc:docMk/>
            <pc:sldMk cId="1042973991" sldId="270"/>
            <ac:spMk id="193" creationId="{112A3785-1E38-9F75-4821-D1C08C730345}"/>
          </ac:spMkLst>
        </pc:spChg>
        <pc:grpChg chg="add mod">
          <ac:chgData name="Lalwani, Sunil" userId="95b0a425-4eed-4b84-a7cf-34664c131309" providerId="ADAL" clId="{CC5F0CBF-77A6-4739-8FF3-8FB7DAFF4AC8}" dt="2025-12-17T10:03:39.068" v="116"/>
          <ac:grpSpMkLst>
            <pc:docMk/>
            <pc:sldMk cId="1042973991" sldId="270"/>
            <ac:grpSpMk id="2" creationId="{102C1BFB-A2F9-C578-2E27-0053F9BDB448}"/>
          </ac:grpSpMkLst>
        </pc:grpChg>
        <pc:grpChg chg="mod">
          <ac:chgData name="Lalwani, Sunil" userId="95b0a425-4eed-4b84-a7cf-34664c131309" providerId="ADAL" clId="{CC5F0CBF-77A6-4739-8FF3-8FB7DAFF4AC8}" dt="2025-12-17T10:03:39.068" v="116"/>
          <ac:grpSpMkLst>
            <pc:docMk/>
            <pc:sldMk cId="1042973991" sldId="270"/>
            <ac:grpSpMk id="3" creationId="{842F7C86-0473-15A5-739D-09FF7D1676FE}"/>
          </ac:grpSpMkLst>
        </pc:grpChg>
        <pc:grpChg chg="add mod">
          <ac:chgData name="Lalwani, Sunil" userId="95b0a425-4eed-4b84-a7cf-34664c131309" providerId="ADAL" clId="{CC5F0CBF-77A6-4739-8FF3-8FB7DAFF4AC8}" dt="2025-12-17T10:04:40.208" v="189"/>
          <ac:grpSpMkLst>
            <pc:docMk/>
            <pc:sldMk cId="1042973991" sldId="270"/>
            <ac:grpSpMk id="7" creationId="{E33CCBD1-3022-7797-869E-06CFF76BE7AA}"/>
          </ac:grpSpMkLst>
        </pc:grpChg>
        <pc:grpChg chg="mod">
          <ac:chgData name="Lalwani, Sunil" userId="95b0a425-4eed-4b84-a7cf-34664c131309" providerId="ADAL" clId="{CC5F0CBF-77A6-4739-8FF3-8FB7DAFF4AC8}" dt="2025-12-17T10:04:40.208" v="189"/>
          <ac:grpSpMkLst>
            <pc:docMk/>
            <pc:sldMk cId="1042973991" sldId="270"/>
            <ac:grpSpMk id="8" creationId="{25F2BB34-986F-FAFF-97E9-106477AAC379}"/>
          </ac:grpSpMkLst>
        </pc:grpChg>
        <pc:grpChg chg="mod">
          <ac:chgData name="Lalwani, Sunil" userId="95b0a425-4eed-4b84-a7cf-34664c131309" providerId="ADAL" clId="{CC5F0CBF-77A6-4739-8FF3-8FB7DAFF4AC8}" dt="2025-12-17T10:04:40.208" v="189"/>
          <ac:grpSpMkLst>
            <pc:docMk/>
            <pc:sldMk cId="1042973991" sldId="270"/>
            <ac:grpSpMk id="10" creationId="{A7F57876-A868-3556-BA99-2EF9167E4A24}"/>
          </ac:grpSpMkLst>
        </pc:grpChg>
        <pc:grpChg chg="add mod">
          <ac:chgData name="Lalwani, Sunil" userId="95b0a425-4eed-4b84-a7cf-34664c131309" providerId="ADAL" clId="{CC5F0CBF-77A6-4739-8FF3-8FB7DAFF4AC8}" dt="2025-12-17T10:06:13.318" v="261"/>
          <ac:grpSpMkLst>
            <pc:docMk/>
            <pc:sldMk cId="1042973991" sldId="270"/>
            <ac:grpSpMk id="14" creationId="{0637EC34-99AA-277A-41E1-B70BA77BF977}"/>
          </ac:grpSpMkLst>
        </pc:grpChg>
        <pc:grpChg chg="mod">
          <ac:chgData name="Lalwani, Sunil" userId="95b0a425-4eed-4b84-a7cf-34664c131309" providerId="ADAL" clId="{CC5F0CBF-77A6-4739-8FF3-8FB7DAFF4AC8}" dt="2025-12-17T10:06:13.318" v="261"/>
          <ac:grpSpMkLst>
            <pc:docMk/>
            <pc:sldMk cId="1042973991" sldId="270"/>
            <ac:grpSpMk id="15" creationId="{F1BB6B4B-5F6F-9E7B-B1D3-379832A93E41}"/>
          </ac:grpSpMkLst>
        </pc:grpChg>
        <pc:grpChg chg="mod">
          <ac:chgData name="Lalwani, Sunil" userId="95b0a425-4eed-4b84-a7cf-34664c131309" providerId="ADAL" clId="{CC5F0CBF-77A6-4739-8FF3-8FB7DAFF4AC8}" dt="2025-12-17T10:06:13.318" v="261"/>
          <ac:grpSpMkLst>
            <pc:docMk/>
            <pc:sldMk cId="1042973991" sldId="270"/>
            <ac:grpSpMk id="17" creationId="{C82149DB-DA57-EB2F-0E2D-FDB9EED1B501}"/>
          </ac:grpSpMkLst>
        </pc:grpChg>
        <pc:grpChg chg="mod">
          <ac:chgData name="Lalwani, Sunil" userId="95b0a425-4eed-4b84-a7cf-34664c131309" providerId="ADAL" clId="{CC5F0CBF-77A6-4739-8FF3-8FB7DAFF4AC8}" dt="2025-12-17T10:06:13.318" v="261"/>
          <ac:grpSpMkLst>
            <pc:docMk/>
            <pc:sldMk cId="1042973991" sldId="270"/>
            <ac:grpSpMk id="19" creationId="{D2C748F5-3D0A-81CA-E070-21A6355A454B}"/>
          </ac:grpSpMkLst>
        </pc:grpChg>
        <pc:grpChg chg="add mod">
          <ac:chgData name="Lalwani, Sunil" userId="95b0a425-4eed-4b84-a7cf-34664c131309" providerId="ADAL" clId="{CC5F0CBF-77A6-4739-8FF3-8FB7DAFF4AC8}" dt="2025-12-17T10:07:29.853" v="333"/>
          <ac:grpSpMkLst>
            <pc:docMk/>
            <pc:sldMk cId="1042973991" sldId="270"/>
            <ac:grpSpMk id="23" creationId="{0F258FA4-A9F0-AC06-EEE7-72D339D1FE41}"/>
          </ac:grpSpMkLst>
        </pc:grpChg>
        <pc:grpChg chg="mod">
          <ac:chgData name="Lalwani, Sunil" userId="95b0a425-4eed-4b84-a7cf-34664c131309" providerId="ADAL" clId="{CC5F0CBF-77A6-4739-8FF3-8FB7DAFF4AC8}" dt="2025-12-17T10:07:29.853" v="333"/>
          <ac:grpSpMkLst>
            <pc:docMk/>
            <pc:sldMk cId="1042973991" sldId="270"/>
            <ac:grpSpMk id="26" creationId="{CF394B91-6176-309E-04A1-5F2A6401C26D}"/>
          </ac:grpSpMkLst>
        </pc:grpChg>
        <pc:grpChg chg="mod">
          <ac:chgData name="Lalwani, Sunil" userId="95b0a425-4eed-4b84-a7cf-34664c131309" providerId="ADAL" clId="{CC5F0CBF-77A6-4739-8FF3-8FB7DAFF4AC8}" dt="2025-12-17T10:07:29.853" v="333"/>
          <ac:grpSpMkLst>
            <pc:docMk/>
            <pc:sldMk cId="1042973991" sldId="270"/>
            <ac:grpSpMk id="28" creationId="{1E0001AE-E311-E817-0190-196B2DD6584B}"/>
          </ac:grpSpMkLst>
        </pc:grpChg>
        <pc:grpChg chg="mod">
          <ac:chgData name="Lalwani, Sunil" userId="95b0a425-4eed-4b84-a7cf-34664c131309" providerId="ADAL" clId="{CC5F0CBF-77A6-4739-8FF3-8FB7DAFF4AC8}" dt="2025-12-17T10:07:29.853" v="333"/>
          <ac:grpSpMkLst>
            <pc:docMk/>
            <pc:sldMk cId="1042973991" sldId="270"/>
            <ac:grpSpMk id="30" creationId="{CAE24F79-BCE7-3475-7753-F5E1219E4004}"/>
          </ac:grpSpMkLst>
        </pc:grpChg>
        <pc:grpChg chg="mod">
          <ac:chgData name="Lalwani, Sunil" userId="95b0a425-4eed-4b84-a7cf-34664c131309" providerId="ADAL" clId="{CC5F0CBF-77A6-4739-8FF3-8FB7DAFF4AC8}" dt="2025-12-17T10:10:17.942" v="404"/>
          <ac:grpSpMkLst>
            <pc:docMk/>
            <pc:sldMk cId="1042973991" sldId="270"/>
            <ac:grpSpMk id="35" creationId="{EAD572E1-2501-3E02-944A-CEB09D90BAE7}"/>
          </ac:grpSpMkLst>
        </pc:grpChg>
        <pc:grpChg chg="mod">
          <ac:chgData name="Lalwani, Sunil" userId="95b0a425-4eed-4b84-a7cf-34664c131309" providerId="ADAL" clId="{CC5F0CBF-77A6-4739-8FF3-8FB7DAFF4AC8}" dt="2025-12-17T10:10:17.942" v="404"/>
          <ac:grpSpMkLst>
            <pc:docMk/>
            <pc:sldMk cId="1042973991" sldId="270"/>
            <ac:grpSpMk id="41" creationId="{2C18984B-D35E-939A-D839-CFC7BFCF6A81}"/>
          </ac:grpSpMkLst>
        </pc:grpChg>
        <pc:grpChg chg="mod">
          <ac:chgData name="Lalwani, Sunil" userId="95b0a425-4eed-4b84-a7cf-34664c131309" providerId="ADAL" clId="{CC5F0CBF-77A6-4739-8FF3-8FB7DAFF4AC8}" dt="2025-12-17T10:10:17.942" v="404"/>
          <ac:grpSpMkLst>
            <pc:docMk/>
            <pc:sldMk cId="1042973991" sldId="270"/>
            <ac:grpSpMk id="43" creationId="{768EB485-29E1-A07C-460F-F4AB95A5D87C}"/>
          </ac:grpSpMkLst>
        </pc:grpChg>
        <pc:grpChg chg="mod">
          <ac:chgData name="Lalwani, Sunil" userId="95b0a425-4eed-4b84-a7cf-34664c131309" providerId="ADAL" clId="{CC5F0CBF-77A6-4739-8FF3-8FB7DAFF4AC8}" dt="2025-12-17T10:11:56.222" v="474"/>
          <ac:grpSpMkLst>
            <pc:docMk/>
            <pc:sldMk cId="1042973991" sldId="270"/>
            <ac:grpSpMk id="52" creationId="{BBC155E2-AC06-711E-CAAA-0D1E77F74B26}"/>
          </ac:grpSpMkLst>
        </pc:grpChg>
        <pc:grpChg chg="mod">
          <ac:chgData name="Lalwani, Sunil" userId="95b0a425-4eed-4b84-a7cf-34664c131309" providerId="ADAL" clId="{CC5F0CBF-77A6-4739-8FF3-8FB7DAFF4AC8}" dt="2025-12-17T10:11:56.222" v="474"/>
          <ac:grpSpMkLst>
            <pc:docMk/>
            <pc:sldMk cId="1042973991" sldId="270"/>
            <ac:grpSpMk id="58" creationId="{415BDDE1-A52D-1547-483B-D9D62C3CA8AC}"/>
          </ac:grpSpMkLst>
        </pc:grpChg>
        <pc:grpChg chg="mod">
          <ac:chgData name="Lalwani, Sunil" userId="95b0a425-4eed-4b84-a7cf-34664c131309" providerId="ADAL" clId="{CC5F0CBF-77A6-4739-8FF3-8FB7DAFF4AC8}" dt="2025-12-17T10:13:33.119" v="544"/>
          <ac:grpSpMkLst>
            <pc:docMk/>
            <pc:sldMk cId="1042973991" sldId="270"/>
            <ac:grpSpMk id="69" creationId="{D1E64725-E5F6-148C-370A-4FAD92B4DCDB}"/>
          </ac:grpSpMkLst>
        </pc:grpChg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1"/>
        </pc:sldMkLst>
      </pc:sldChg>
      <pc:sldChg chg="add">
        <pc:chgData name="Lalwani, Sunil" userId="95b0a425-4eed-4b84-a7cf-34664c131309" providerId="ADAL" clId="{CC5F0CBF-77A6-4739-8FF3-8FB7DAFF4AC8}" dt="2025-12-17T10:02:45.090" v="48"/>
        <pc:sldMkLst>
          <pc:docMk/>
          <pc:sldMk cId="487598858" sldId="271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2"/>
        </pc:sldMkLst>
      </pc:sldChg>
      <pc:sldChg chg="add ord">
        <pc:chgData name="Lalwani, Sunil" userId="95b0a425-4eed-4b84-a7cf-34664c131309" providerId="ADAL" clId="{CC5F0CBF-77A6-4739-8FF3-8FB7DAFF4AC8}" dt="2025-12-17T10:02:45.572" v="51"/>
        <pc:sldMkLst>
          <pc:docMk/>
          <pc:sldMk cId="233684394" sldId="272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3"/>
        </pc:sldMkLst>
      </pc:sldChg>
      <pc:sldChg chg="add del">
        <pc:chgData name="Lalwani, Sunil" userId="95b0a425-4eed-4b84-a7cf-34664c131309" providerId="ADAL" clId="{CC5F0CBF-77A6-4739-8FF3-8FB7DAFF4AC8}" dt="2025-12-17T10:02:57.043" v="65" actId="2696"/>
        <pc:sldMkLst>
          <pc:docMk/>
          <pc:sldMk cId="335449843" sldId="273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4"/>
        </pc:sldMkLst>
      </pc:sldChg>
      <pc:sldChg chg="add ord">
        <pc:chgData name="Lalwani, Sunil" userId="95b0a425-4eed-4b84-a7cf-34664c131309" providerId="ADAL" clId="{CC5F0CBF-77A6-4739-8FF3-8FB7DAFF4AC8}" dt="2025-12-17T10:02:55.535" v="60"/>
        <pc:sldMkLst>
          <pc:docMk/>
          <pc:sldMk cId="219026268" sldId="274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5"/>
        </pc:sldMkLst>
      </pc:sldChg>
      <pc:sldChg chg="add">
        <pc:chgData name="Lalwani, Sunil" userId="95b0a425-4eed-4b84-a7cf-34664c131309" providerId="ADAL" clId="{CC5F0CBF-77A6-4739-8FF3-8FB7DAFF4AC8}" dt="2025-12-17T10:02:56.136" v="61"/>
        <pc:sldMkLst>
          <pc:docMk/>
          <pc:sldMk cId="161527130" sldId="275"/>
        </pc:sldMkLst>
      </pc:sldChg>
      <pc:sldChg chg="add ord">
        <pc:chgData name="Lalwani, Sunil" userId="95b0a425-4eed-4b84-a7cf-34664c131309" providerId="ADAL" clId="{CC5F0CBF-77A6-4739-8FF3-8FB7DAFF4AC8}" dt="2025-12-17T10:02:56.626" v="64"/>
        <pc:sldMkLst>
          <pc:docMk/>
          <pc:sldMk cId="3218580633" sldId="276"/>
        </pc:sldMkLst>
      </pc:sldChg>
      <pc:sldChg chg="add del">
        <pc:chgData name="Lalwani, Sunil" userId="95b0a425-4eed-4b84-a7cf-34664c131309" providerId="ADAL" clId="{CC5F0CBF-77A6-4739-8FF3-8FB7DAFF4AC8}" dt="2025-12-17T10:03:11.106" v="78" actId="2696"/>
        <pc:sldMkLst>
          <pc:docMk/>
          <pc:sldMk cId="841743784" sldId="277"/>
        </pc:sldMkLst>
      </pc:sldChg>
      <pc:sldChg chg="add ord">
        <pc:chgData name="Lalwani, Sunil" userId="95b0a425-4eed-4b84-a7cf-34664c131309" providerId="ADAL" clId="{CC5F0CBF-77A6-4739-8FF3-8FB7DAFF4AC8}" dt="2025-12-17T10:03:09.437" v="73"/>
        <pc:sldMkLst>
          <pc:docMk/>
          <pc:sldMk cId="2543060247" sldId="278"/>
        </pc:sldMkLst>
      </pc:sldChg>
      <pc:sldChg chg="add">
        <pc:chgData name="Lalwani, Sunil" userId="95b0a425-4eed-4b84-a7cf-34664c131309" providerId="ADAL" clId="{CC5F0CBF-77A6-4739-8FF3-8FB7DAFF4AC8}" dt="2025-12-17T10:03:10.071" v="74"/>
        <pc:sldMkLst>
          <pc:docMk/>
          <pc:sldMk cId="1390131049" sldId="279"/>
        </pc:sldMkLst>
      </pc:sldChg>
      <pc:sldChg chg="add ord">
        <pc:chgData name="Lalwani, Sunil" userId="95b0a425-4eed-4b84-a7cf-34664c131309" providerId="ADAL" clId="{CC5F0CBF-77A6-4739-8FF3-8FB7DAFF4AC8}" dt="2025-12-17T10:03:10.668" v="77"/>
        <pc:sldMkLst>
          <pc:docMk/>
          <pc:sldMk cId="2023048817" sldId="280"/>
        </pc:sldMkLst>
      </pc:sldChg>
      <pc:sldChg chg="add del">
        <pc:chgData name="Lalwani, Sunil" userId="95b0a425-4eed-4b84-a7cf-34664c131309" providerId="ADAL" clId="{CC5F0CBF-77A6-4739-8FF3-8FB7DAFF4AC8}" dt="2025-12-17T10:03:28.362" v="102" actId="2696"/>
        <pc:sldMkLst>
          <pc:docMk/>
          <pc:sldMk cId="670928118" sldId="281"/>
        </pc:sldMkLst>
      </pc:sldChg>
      <pc:sldChg chg="add ord">
        <pc:chgData name="Lalwani, Sunil" userId="95b0a425-4eed-4b84-a7cf-34664c131309" providerId="ADAL" clId="{CC5F0CBF-77A6-4739-8FF3-8FB7DAFF4AC8}" dt="2025-12-17T10:03:26.734" v="97"/>
        <pc:sldMkLst>
          <pc:docMk/>
          <pc:sldMk cId="1476322758" sldId="282"/>
        </pc:sldMkLst>
      </pc:sldChg>
      <pc:sldChg chg="add">
        <pc:chgData name="Lalwani, Sunil" userId="95b0a425-4eed-4b84-a7cf-34664c131309" providerId="ADAL" clId="{CC5F0CBF-77A6-4739-8FF3-8FB7DAFF4AC8}" dt="2025-12-17T10:03:27.329" v="98"/>
        <pc:sldMkLst>
          <pc:docMk/>
          <pc:sldMk cId="1057270450" sldId="283"/>
        </pc:sldMkLst>
      </pc:sldChg>
      <pc:sldChg chg="add ord">
        <pc:chgData name="Lalwani, Sunil" userId="95b0a425-4eed-4b84-a7cf-34664c131309" providerId="ADAL" clId="{CC5F0CBF-77A6-4739-8FF3-8FB7DAFF4AC8}" dt="2025-12-17T10:03:27.906" v="101"/>
        <pc:sldMkLst>
          <pc:docMk/>
          <pc:sldMk cId="704104770" sldId="284"/>
        </pc:sldMkLst>
      </pc:sldChg>
      <pc:sldChg chg="add del">
        <pc:chgData name="Lalwani, Sunil" userId="95b0a425-4eed-4b84-a7cf-34664c131309" providerId="ADAL" clId="{CC5F0CBF-77A6-4739-8FF3-8FB7DAFF4AC8}" dt="2025-12-17T10:03:44.110" v="126" actId="2696"/>
        <pc:sldMkLst>
          <pc:docMk/>
          <pc:sldMk cId="1390569643" sldId="285"/>
        </pc:sldMkLst>
      </pc:sldChg>
      <pc:sldChg chg="add ord">
        <pc:chgData name="Lalwani, Sunil" userId="95b0a425-4eed-4b84-a7cf-34664c131309" providerId="ADAL" clId="{CC5F0CBF-77A6-4739-8FF3-8FB7DAFF4AC8}" dt="2025-12-17T10:03:42.544" v="121"/>
        <pc:sldMkLst>
          <pc:docMk/>
          <pc:sldMk cId="240542308" sldId="286"/>
        </pc:sldMkLst>
      </pc:sldChg>
      <pc:sldChg chg="add">
        <pc:chgData name="Lalwani, Sunil" userId="95b0a425-4eed-4b84-a7cf-34664c131309" providerId="ADAL" clId="{CC5F0CBF-77A6-4739-8FF3-8FB7DAFF4AC8}" dt="2025-12-17T10:03:43.165" v="122"/>
        <pc:sldMkLst>
          <pc:docMk/>
          <pc:sldMk cId="1430017550" sldId="287"/>
        </pc:sldMkLst>
      </pc:sldChg>
      <pc:sldChg chg="add ord">
        <pc:chgData name="Lalwani, Sunil" userId="95b0a425-4eed-4b84-a7cf-34664c131309" providerId="ADAL" clId="{CC5F0CBF-77A6-4739-8FF3-8FB7DAFF4AC8}" dt="2025-12-17T10:03:43.669" v="125"/>
        <pc:sldMkLst>
          <pc:docMk/>
          <pc:sldMk cId="2159262799" sldId="288"/>
        </pc:sldMkLst>
      </pc:sldChg>
      <pc:sldChg chg="add del">
        <pc:chgData name="Lalwani, Sunil" userId="95b0a425-4eed-4b84-a7cf-34664c131309" providerId="ADAL" clId="{CC5F0CBF-77A6-4739-8FF3-8FB7DAFF4AC8}" dt="2025-12-17T10:03:57.639" v="139" actId="2696"/>
        <pc:sldMkLst>
          <pc:docMk/>
          <pc:sldMk cId="2420964" sldId="289"/>
        </pc:sldMkLst>
      </pc:sldChg>
      <pc:sldChg chg="add ord">
        <pc:chgData name="Lalwani, Sunil" userId="95b0a425-4eed-4b84-a7cf-34664c131309" providerId="ADAL" clId="{CC5F0CBF-77A6-4739-8FF3-8FB7DAFF4AC8}" dt="2025-12-17T10:03:56.046" v="134"/>
        <pc:sldMkLst>
          <pc:docMk/>
          <pc:sldMk cId="2069355992" sldId="290"/>
        </pc:sldMkLst>
      </pc:sldChg>
      <pc:sldChg chg="add">
        <pc:chgData name="Lalwani, Sunil" userId="95b0a425-4eed-4b84-a7cf-34664c131309" providerId="ADAL" clId="{CC5F0CBF-77A6-4739-8FF3-8FB7DAFF4AC8}" dt="2025-12-17T10:03:56.631" v="135"/>
        <pc:sldMkLst>
          <pc:docMk/>
          <pc:sldMk cId="1849584165" sldId="291"/>
        </pc:sldMkLst>
      </pc:sldChg>
      <pc:sldChg chg="add ord">
        <pc:chgData name="Lalwani, Sunil" userId="95b0a425-4eed-4b84-a7cf-34664c131309" providerId="ADAL" clId="{CC5F0CBF-77A6-4739-8FF3-8FB7DAFF4AC8}" dt="2025-12-17T10:03:57.195" v="138"/>
        <pc:sldMkLst>
          <pc:docMk/>
          <pc:sldMk cId="422735537" sldId="292"/>
        </pc:sldMkLst>
      </pc:sldChg>
      <pc:sldChg chg="add del">
        <pc:chgData name="Lalwani, Sunil" userId="95b0a425-4eed-4b84-a7cf-34664c131309" providerId="ADAL" clId="{CC5F0CBF-77A6-4739-8FF3-8FB7DAFF4AC8}" dt="2025-12-17T10:04:11.001" v="152" actId="2696"/>
        <pc:sldMkLst>
          <pc:docMk/>
          <pc:sldMk cId="3131361811" sldId="293"/>
        </pc:sldMkLst>
      </pc:sldChg>
      <pc:sldChg chg="add ord">
        <pc:chgData name="Lalwani, Sunil" userId="95b0a425-4eed-4b84-a7cf-34664c131309" providerId="ADAL" clId="{CC5F0CBF-77A6-4739-8FF3-8FB7DAFF4AC8}" dt="2025-12-17T10:04:09.510" v="147"/>
        <pc:sldMkLst>
          <pc:docMk/>
          <pc:sldMk cId="3716190275" sldId="294"/>
        </pc:sldMkLst>
      </pc:sldChg>
      <pc:sldChg chg="add">
        <pc:chgData name="Lalwani, Sunil" userId="95b0a425-4eed-4b84-a7cf-34664c131309" providerId="ADAL" clId="{CC5F0CBF-77A6-4739-8FF3-8FB7DAFF4AC8}" dt="2025-12-17T10:04:10.072" v="148"/>
        <pc:sldMkLst>
          <pc:docMk/>
          <pc:sldMk cId="3666131582" sldId="295"/>
        </pc:sldMkLst>
      </pc:sldChg>
      <pc:sldChg chg="add ord">
        <pc:chgData name="Lalwani, Sunil" userId="95b0a425-4eed-4b84-a7cf-34664c131309" providerId="ADAL" clId="{CC5F0CBF-77A6-4739-8FF3-8FB7DAFF4AC8}" dt="2025-12-17T10:04:10.572" v="151"/>
        <pc:sldMkLst>
          <pc:docMk/>
          <pc:sldMk cId="986923524" sldId="296"/>
        </pc:sldMkLst>
      </pc:sldChg>
      <pc:sldChg chg="add del">
        <pc:chgData name="Lalwani, Sunil" userId="95b0a425-4eed-4b84-a7cf-34664c131309" providerId="ADAL" clId="{CC5F0CBF-77A6-4739-8FF3-8FB7DAFF4AC8}" dt="2025-12-17T10:04:27.684" v="175" actId="2696"/>
        <pc:sldMkLst>
          <pc:docMk/>
          <pc:sldMk cId="905205081" sldId="297"/>
        </pc:sldMkLst>
      </pc:sldChg>
      <pc:sldChg chg="add ord">
        <pc:chgData name="Lalwani, Sunil" userId="95b0a425-4eed-4b84-a7cf-34664c131309" providerId="ADAL" clId="{CC5F0CBF-77A6-4739-8FF3-8FB7DAFF4AC8}" dt="2025-12-17T10:04:25.889" v="170"/>
        <pc:sldMkLst>
          <pc:docMk/>
          <pc:sldMk cId="3456829886" sldId="298"/>
        </pc:sldMkLst>
      </pc:sldChg>
      <pc:sldChg chg="add">
        <pc:chgData name="Lalwani, Sunil" userId="95b0a425-4eed-4b84-a7cf-34664c131309" providerId="ADAL" clId="{CC5F0CBF-77A6-4739-8FF3-8FB7DAFF4AC8}" dt="2025-12-17T10:04:26.545" v="171"/>
        <pc:sldMkLst>
          <pc:docMk/>
          <pc:sldMk cId="389358472" sldId="299"/>
        </pc:sldMkLst>
      </pc:sldChg>
      <pc:sldChg chg="add ord">
        <pc:chgData name="Lalwani, Sunil" userId="95b0a425-4eed-4b84-a7cf-34664c131309" providerId="ADAL" clId="{CC5F0CBF-77A6-4739-8FF3-8FB7DAFF4AC8}" dt="2025-12-17T10:04:27.225" v="174"/>
        <pc:sldMkLst>
          <pc:docMk/>
          <pc:sldMk cId="294127152" sldId="300"/>
        </pc:sldMkLst>
      </pc:sldChg>
      <pc:sldChg chg="add del">
        <pc:chgData name="Lalwani, Sunil" userId="95b0a425-4eed-4b84-a7cf-34664c131309" providerId="ADAL" clId="{CC5F0CBF-77A6-4739-8FF3-8FB7DAFF4AC8}" dt="2025-12-17T10:04:45.718" v="199" actId="2696"/>
        <pc:sldMkLst>
          <pc:docMk/>
          <pc:sldMk cId="3226511370" sldId="301"/>
        </pc:sldMkLst>
      </pc:sldChg>
      <pc:sldChg chg="add ord">
        <pc:chgData name="Lalwani, Sunil" userId="95b0a425-4eed-4b84-a7cf-34664c131309" providerId="ADAL" clId="{CC5F0CBF-77A6-4739-8FF3-8FB7DAFF4AC8}" dt="2025-12-17T10:04:43.932" v="194"/>
        <pc:sldMkLst>
          <pc:docMk/>
          <pc:sldMk cId="36596947" sldId="302"/>
        </pc:sldMkLst>
      </pc:sldChg>
      <pc:sldChg chg="add">
        <pc:chgData name="Lalwani, Sunil" userId="95b0a425-4eed-4b84-a7cf-34664c131309" providerId="ADAL" clId="{CC5F0CBF-77A6-4739-8FF3-8FB7DAFF4AC8}" dt="2025-12-17T10:04:44.641" v="195"/>
        <pc:sldMkLst>
          <pc:docMk/>
          <pc:sldMk cId="299805439" sldId="303"/>
        </pc:sldMkLst>
      </pc:sldChg>
      <pc:sldChg chg="add ord">
        <pc:chgData name="Lalwani, Sunil" userId="95b0a425-4eed-4b84-a7cf-34664c131309" providerId="ADAL" clId="{CC5F0CBF-77A6-4739-8FF3-8FB7DAFF4AC8}" dt="2025-12-17T10:04:45.260" v="198"/>
        <pc:sldMkLst>
          <pc:docMk/>
          <pc:sldMk cId="3272565143" sldId="304"/>
        </pc:sldMkLst>
      </pc:sldChg>
      <pc:sldChg chg="add del">
        <pc:chgData name="Lalwani, Sunil" userId="95b0a425-4eed-4b84-a7cf-34664c131309" providerId="ADAL" clId="{CC5F0CBF-77A6-4739-8FF3-8FB7DAFF4AC8}" dt="2025-12-17T10:05:03.767" v="212" actId="2696"/>
        <pc:sldMkLst>
          <pc:docMk/>
          <pc:sldMk cId="3815909800" sldId="305"/>
        </pc:sldMkLst>
      </pc:sldChg>
      <pc:sldChg chg="add ord">
        <pc:chgData name="Lalwani, Sunil" userId="95b0a425-4eed-4b84-a7cf-34664c131309" providerId="ADAL" clId="{CC5F0CBF-77A6-4739-8FF3-8FB7DAFF4AC8}" dt="2025-12-17T10:05:02.186" v="207"/>
        <pc:sldMkLst>
          <pc:docMk/>
          <pc:sldMk cId="2383535706" sldId="306"/>
        </pc:sldMkLst>
      </pc:sldChg>
      <pc:sldChg chg="add">
        <pc:chgData name="Lalwani, Sunil" userId="95b0a425-4eed-4b84-a7cf-34664c131309" providerId="ADAL" clId="{CC5F0CBF-77A6-4739-8FF3-8FB7DAFF4AC8}" dt="2025-12-17T10:05:02.757" v="208"/>
        <pc:sldMkLst>
          <pc:docMk/>
          <pc:sldMk cId="4105673922" sldId="307"/>
        </pc:sldMkLst>
      </pc:sldChg>
      <pc:sldChg chg="add ord">
        <pc:chgData name="Lalwani, Sunil" userId="95b0a425-4eed-4b84-a7cf-34664c131309" providerId="ADAL" clId="{CC5F0CBF-77A6-4739-8FF3-8FB7DAFF4AC8}" dt="2025-12-17T10:05:03.318" v="211"/>
        <pc:sldMkLst>
          <pc:docMk/>
          <pc:sldMk cId="2710752364" sldId="308"/>
        </pc:sldMkLst>
      </pc:sldChg>
      <pc:sldChg chg="add del">
        <pc:chgData name="Lalwani, Sunil" userId="95b0a425-4eed-4b84-a7cf-34664c131309" providerId="ADAL" clId="{CC5F0CBF-77A6-4739-8FF3-8FB7DAFF4AC8}" dt="2025-12-17T10:05:26.777" v="225" actId="2696"/>
        <pc:sldMkLst>
          <pc:docMk/>
          <pc:sldMk cId="3600014736" sldId="309"/>
        </pc:sldMkLst>
      </pc:sldChg>
      <pc:sldChg chg="add ord">
        <pc:chgData name="Lalwani, Sunil" userId="95b0a425-4eed-4b84-a7cf-34664c131309" providerId="ADAL" clId="{CC5F0CBF-77A6-4739-8FF3-8FB7DAFF4AC8}" dt="2025-12-17T10:05:25.051" v="220"/>
        <pc:sldMkLst>
          <pc:docMk/>
          <pc:sldMk cId="663963496" sldId="310"/>
        </pc:sldMkLst>
      </pc:sldChg>
      <pc:sldChg chg="add">
        <pc:chgData name="Lalwani, Sunil" userId="95b0a425-4eed-4b84-a7cf-34664c131309" providerId="ADAL" clId="{CC5F0CBF-77A6-4739-8FF3-8FB7DAFF4AC8}" dt="2025-12-17T10:05:25.673" v="221"/>
        <pc:sldMkLst>
          <pc:docMk/>
          <pc:sldMk cId="783131135" sldId="311"/>
        </pc:sldMkLst>
      </pc:sldChg>
      <pc:sldChg chg="add ord">
        <pc:chgData name="Lalwani, Sunil" userId="95b0a425-4eed-4b84-a7cf-34664c131309" providerId="ADAL" clId="{CC5F0CBF-77A6-4739-8FF3-8FB7DAFF4AC8}" dt="2025-12-17T10:05:26.324" v="224"/>
        <pc:sldMkLst>
          <pc:docMk/>
          <pc:sldMk cId="1008442818" sldId="312"/>
        </pc:sldMkLst>
      </pc:sldChg>
      <pc:sldChg chg="add del">
        <pc:chgData name="Lalwani, Sunil" userId="95b0a425-4eed-4b84-a7cf-34664c131309" providerId="ADAL" clId="{CC5F0CBF-77A6-4739-8FF3-8FB7DAFF4AC8}" dt="2025-12-17T10:05:51.541" v="247" actId="2696"/>
        <pc:sldMkLst>
          <pc:docMk/>
          <pc:sldMk cId="876360681" sldId="313"/>
        </pc:sldMkLst>
      </pc:sldChg>
      <pc:sldChg chg="add ord">
        <pc:chgData name="Lalwani, Sunil" userId="95b0a425-4eed-4b84-a7cf-34664c131309" providerId="ADAL" clId="{CC5F0CBF-77A6-4739-8FF3-8FB7DAFF4AC8}" dt="2025-12-17T10:05:49.869" v="242"/>
        <pc:sldMkLst>
          <pc:docMk/>
          <pc:sldMk cId="2547575101" sldId="314"/>
        </pc:sldMkLst>
      </pc:sldChg>
      <pc:sldChg chg="add">
        <pc:chgData name="Lalwani, Sunil" userId="95b0a425-4eed-4b84-a7cf-34664c131309" providerId="ADAL" clId="{CC5F0CBF-77A6-4739-8FF3-8FB7DAFF4AC8}" dt="2025-12-17T10:05:50.484" v="243"/>
        <pc:sldMkLst>
          <pc:docMk/>
          <pc:sldMk cId="3695332764" sldId="315"/>
        </pc:sldMkLst>
      </pc:sldChg>
      <pc:sldChg chg="add ord">
        <pc:chgData name="Lalwani, Sunil" userId="95b0a425-4eed-4b84-a7cf-34664c131309" providerId="ADAL" clId="{CC5F0CBF-77A6-4739-8FF3-8FB7DAFF4AC8}" dt="2025-12-17T10:05:51.085" v="246"/>
        <pc:sldMkLst>
          <pc:docMk/>
          <pc:sldMk cId="3591515067" sldId="316"/>
        </pc:sldMkLst>
      </pc:sldChg>
      <pc:sldChg chg="add del">
        <pc:chgData name="Lalwani, Sunil" userId="95b0a425-4eed-4b84-a7cf-34664c131309" providerId="ADAL" clId="{CC5F0CBF-77A6-4739-8FF3-8FB7DAFF4AC8}" dt="2025-12-17T10:06:18.712" v="271" actId="2696"/>
        <pc:sldMkLst>
          <pc:docMk/>
          <pc:sldMk cId="3563113029" sldId="317"/>
        </pc:sldMkLst>
      </pc:sldChg>
      <pc:sldChg chg="add ord">
        <pc:chgData name="Lalwani, Sunil" userId="95b0a425-4eed-4b84-a7cf-34664c131309" providerId="ADAL" clId="{CC5F0CBF-77A6-4739-8FF3-8FB7DAFF4AC8}" dt="2025-12-17T10:06:17.031" v="266"/>
        <pc:sldMkLst>
          <pc:docMk/>
          <pc:sldMk cId="2468939025" sldId="318"/>
        </pc:sldMkLst>
      </pc:sldChg>
      <pc:sldChg chg="add">
        <pc:chgData name="Lalwani, Sunil" userId="95b0a425-4eed-4b84-a7cf-34664c131309" providerId="ADAL" clId="{CC5F0CBF-77A6-4739-8FF3-8FB7DAFF4AC8}" dt="2025-12-17T10:06:17.728" v="267"/>
        <pc:sldMkLst>
          <pc:docMk/>
          <pc:sldMk cId="3190201809" sldId="319"/>
        </pc:sldMkLst>
      </pc:sldChg>
      <pc:sldChg chg="add ord">
        <pc:chgData name="Lalwani, Sunil" userId="95b0a425-4eed-4b84-a7cf-34664c131309" providerId="ADAL" clId="{CC5F0CBF-77A6-4739-8FF3-8FB7DAFF4AC8}" dt="2025-12-17T10:06:18.275" v="270"/>
        <pc:sldMkLst>
          <pc:docMk/>
          <pc:sldMk cId="212847968" sldId="320"/>
        </pc:sldMkLst>
      </pc:sldChg>
      <pc:sldChg chg="add del">
        <pc:chgData name="Lalwani, Sunil" userId="95b0a425-4eed-4b84-a7cf-34664c131309" providerId="ADAL" clId="{CC5F0CBF-77A6-4739-8FF3-8FB7DAFF4AC8}" dt="2025-12-17T10:06:37.695" v="284" actId="2696"/>
        <pc:sldMkLst>
          <pc:docMk/>
          <pc:sldMk cId="1483306240" sldId="321"/>
        </pc:sldMkLst>
      </pc:sldChg>
      <pc:sldChg chg="add ord">
        <pc:chgData name="Lalwani, Sunil" userId="95b0a425-4eed-4b84-a7cf-34664c131309" providerId="ADAL" clId="{CC5F0CBF-77A6-4739-8FF3-8FB7DAFF4AC8}" dt="2025-12-17T10:06:36.158" v="279"/>
        <pc:sldMkLst>
          <pc:docMk/>
          <pc:sldMk cId="359870284" sldId="322"/>
        </pc:sldMkLst>
      </pc:sldChg>
      <pc:sldChg chg="add">
        <pc:chgData name="Lalwani, Sunil" userId="95b0a425-4eed-4b84-a7cf-34664c131309" providerId="ADAL" clId="{CC5F0CBF-77A6-4739-8FF3-8FB7DAFF4AC8}" dt="2025-12-17T10:06:36.740" v="280"/>
        <pc:sldMkLst>
          <pc:docMk/>
          <pc:sldMk cId="1120801976" sldId="323"/>
        </pc:sldMkLst>
      </pc:sldChg>
      <pc:sldChg chg="add ord">
        <pc:chgData name="Lalwani, Sunil" userId="95b0a425-4eed-4b84-a7cf-34664c131309" providerId="ADAL" clId="{CC5F0CBF-77A6-4739-8FF3-8FB7DAFF4AC8}" dt="2025-12-17T10:06:37.260" v="283"/>
        <pc:sldMkLst>
          <pc:docMk/>
          <pc:sldMk cId="158926878" sldId="324"/>
        </pc:sldMkLst>
      </pc:sldChg>
      <pc:sldChg chg="add del">
        <pc:chgData name="Lalwani, Sunil" userId="95b0a425-4eed-4b84-a7cf-34664c131309" providerId="ADAL" clId="{CC5F0CBF-77A6-4739-8FF3-8FB7DAFF4AC8}" dt="2025-12-17T10:06:58.828" v="297" actId="2696"/>
        <pc:sldMkLst>
          <pc:docMk/>
          <pc:sldMk cId="224117302" sldId="325"/>
        </pc:sldMkLst>
      </pc:sldChg>
      <pc:sldChg chg="add ord">
        <pc:chgData name="Lalwani, Sunil" userId="95b0a425-4eed-4b84-a7cf-34664c131309" providerId="ADAL" clId="{CC5F0CBF-77A6-4739-8FF3-8FB7DAFF4AC8}" dt="2025-12-17T10:06:57.129" v="292"/>
        <pc:sldMkLst>
          <pc:docMk/>
          <pc:sldMk cId="3755640023" sldId="326"/>
        </pc:sldMkLst>
      </pc:sldChg>
      <pc:sldChg chg="add">
        <pc:chgData name="Lalwani, Sunil" userId="95b0a425-4eed-4b84-a7cf-34664c131309" providerId="ADAL" clId="{CC5F0CBF-77A6-4739-8FF3-8FB7DAFF4AC8}" dt="2025-12-17T10:06:57.764" v="293"/>
        <pc:sldMkLst>
          <pc:docMk/>
          <pc:sldMk cId="4007285380" sldId="327"/>
        </pc:sldMkLst>
      </pc:sldChg>
      <pc:sldChg chg="add ord">
        <pc:chgData name="Lalwani, Sunil" userId="95b0a425-4eed-4b84-a7cf-34664c131309" providerId="ADAL" clId="{CC5F0CBF-77A6-4739-8FF3-8FB7DAFF4AC8}" dt="2025-12-17T10:06:58.347" v="296"/>
        <pc:sldMkLst>
          <pc:docMk/>
          <pc:sldMk cId="2251113620" sldId="328"/>
        </pc:sldMkLst>
      </pc:sldChg>
      <pc:sldChg chg="add del">
        <pc:chgData name="Lalwani, Sunil" userId="95b0a425-4eed-4b84-a7cf-34664c131309" providerId="ADAL" clId="{CC5F0CBF-77A6-4739-8FF3-8FB7DAFF4AC8}" dt="2025-12-17T10:07:20.748" v="319" actId="2696"/>
        <pc:sldMkLst>
          <pc:docMk/>
          <pc:sldMk cId="1162335043" sldId="329"/>
        </pc:sldMkLst>
      </pc:sldChg>
      <pc:sldChg chg="add ord">
        <pc:chgData name="Lalwani, Sunil" userId="95b0a425-4eed-4b84-a7cf-34664c131309" providerId="ADAL" clId="{CC5F0CBF-77A6-4739-8FF3-8FB7DAFF4AC8}" dt="2025-12-17T10:07:19.347" v="314"/>
        <pc:sldMkLst>
          <pc:docMk/>
          <pc:sldMk cId="788466811" sldId="330"/>
        </pc:sldMkLst>
      </pc:sldChg>
      <pc:sldChg chg="add">
        <pc:chgData name="Lalwani, Sunil" userId="95b0a425-4eed-4b84-a7cf-34664c131309" providerId="ADAL" clId="{CC5F0CBF-77A6-4739-8FF3-8FB7DAFF4AC8}" dt="2025-12-17T10:07:19.867" v="315"/>
        <pc:sldMkLst>
          <pc:docMk/>
          <pc:sldMk cId="149651308" sldId="331"/>
        </pc:sldMkLst>
      </pc:sldChg>
      <pc:sldChg chg="add ord">
        <pc:chgData name="Lalwani, Sunil" userId="95b0a425-4eed-4b84-a7cf-34664c131309" providerId="ADAL" clId="{CC5F0CBF-77A6-4739-8FF3-8FB7DAFF4AC8}" dt="2025-12-17T10:07:20.323" v="318"/>
        <pc:sldMkLst>
          <pc:docMk/>
          <pc:sldMk cId="1971505909" sldId="332"/>
        </pc:sldMkLst>
      </pc:sldChg>
      <pc:sldChg chg="add del">
        <pc:chgData name="Lalwani, Sunil" userId="95b0a425-4eed-4b84-a7cf-34664c131309" providerId="ADAL" clId="{CC5F0CBF-77A6-4739-8FF3-8FB7DAFF4AC8}" dt="2025-12-17T10:07:34.610" v="343" actId="2696"/>
        <pc:sldMkLst>
          <pc:docMk/>
          <pc:sldMk cId="4215199414" sldId="333"/>
        </pc:sldMkLst>
      </pc:sldChg>
      <pc:sldChg chg="add ord">
        <pc:chgData name="Lalwani, Sunil" userId="95b0a425-4eed-4b84-a7cf-34664c131309" providerId="ADAL" clId="{CC5F0CBF-77A6-4739-8FF3-8FB7DAFF4AC8}" dt="2025-12-17T10:07:33.138" v="338"/>
        <pc:sldMkLst>
          <pc:docMk/>
          <pc:sldMk cId="1662051604" sldId="334"/>
        </pc:sldMkLst>
      </pc:sldChg>
      <pc:sldChg chg="add">
        <pc:chgData name="Lalwani, Sunil" userId="95b0a425-4eed-4b84-a7cf-34664c131309" providerId="ADAL" clId="{CC5F0CBF-77A6-4739-8FF3-8FB7DAFF4AC8}" dt="2025-12-17T10:07:33.715" v="339"/>
        <pc:sldMkLst>
          <pc:docMk/>
          <pc:sldMk cId="4110812960" sldId="335"/>
        </pc:sldMkLst>
      </pc:sldChg>
      <pc:sldChg chg="add ord">
        <pc:chgData name="Lalwani, Sunil" userId="95b0a425-4eed-4b84-a7cf-34664c131309" providerId="ADAL" clId="{CC5F0CBF-77A6-4739-8FF3-8FB7DAFF4AC8}" dt="2025-12-17T10:07:34.192" v="342"/>
        <pc:sldMkLst>
          <pc:docMk/>
          <pc:sldMk cId="962247106" sldId="336"/>
        </pc:sldMkLst>
      </pc:sldChg>
      <pc:sldChg chg="add del">
        <pc:chgData name="Lalwani, Sunil" userId="95b0a425-4eed-4b84-a7cf-34664c131309" providerId="ADAL" clId="{CC5F0CBF-77A6-4739-8FF3-8FB7DAFF4AC8}" dt="2025-12-17T10:07:56.343" v="356" actId="2696"/>
        <pc:sldMkLst>
          <pc:docMk/>
          <pc:sldMk cId="3703805893" sldId="337"/>
        </pc:sldMkLst>
      </pc:sldChg>
      <pc:sldChg chg="add ord">
        <pc:chgData name="Lalwani, Sunil" userId="95b0a425-4eed-4b84-a7cf-34664c131309" providerId="ADAL" clId="{CC5F0CBF-77A6-4739-8FF3-8FB7DAFF4AC8}" dt="2025-12-17T10:07:54.703" v="351"/>
        <pc:sldMkLst>
          <pc:docMk/>
          <pc:sldMk cId="773658611" sldId="338"/>
        </pc:sldMkLst>
      </pc:sldChg>
      <pc:sldChg chg="add">
        <pc:chgData name="Lalwani, Sunil" userId="95b0a425-4eed-4b84-a7cf-34664c131309" providerId="ADAL" clId="{CC5F0CBF-77A6-4739-8FF3-8FB7DAFF4AC8}" dt="2025-12-17T10:07:55.343" v="352"/>
        <pc:sldMkLst>
          <pc:docMk/>
          <pc:sldMk cId="4086899004" sldId="339"/>
        </pc:sldMkLst>
      </pc:sldChg>
      <pc:sldChg chg="add ord">
        <pc:chgData name="Lalwani, Sunil" userId="95b0a425-4eed-4b84-a7cf-34664c131309" providerId="ADAL" clId="{CC5F0CBF-77A6-4739-8FF3-8FB7DAFF4AC8}" dt="2025-12-17T10:07:55.894" v="355"/>
        <pc:sldMkLst>
          <pc:docMk/>
          <pc:sldMk cId="2989593751" sldId="340"/>
        </pc:sldMkLst>
      </pc:sldChg>
      <pc:sldChg chg="add del">
        <pc:chgData name="Lalwani, Sunil" userId="95b0a425-4eed-4b84-a7cf-34664c131309" providerId="ADAL" clId="{CC5F0CBF-77A6-4739-8FF3-8FB7DAFF4AC8}" dt="2025-12-17T10:08:23.907" v="369" actId="2696"/>
        <pc:sldMkLst>
          <pc:docMk/>
          <pc:sldMk cId="587992644" sldId="341"/>
        </pc:sldMkLst>
      </pc:sldChg>
      <pc:sldChg chg="add ord">
        <pc:chgData name="Lalwani, Sunil" userId="95b0a425-4eed-4b84-a7cf-34664c131309" providerId="ADAL" clId="{CC5F0CBF-77A6-4739-8FF3-8FB7DAFF4AC8}" dt="2025-12-17T10:08:21.553" v="364"/>
        <pc:sldMkLst>
          <pc:docMk/>
          <pc:sldMk cId="343074213" sldId="342"/>
        </pc:sldMkLst>
      </pc:sldChg>
      <pc:sldChg chg="add">
        <pc:chgData name="Lalwani, Sunil" userId="95b0a425-4eed-4b84-a7cf-34664c131309" providerId="ADAL" clId="{CC5F0CBF-77A6-4739-8FF3-8FB7DAFF4AC8}" dt="2025-12-17T10:08:22.456" v="365"/>
        <pc:sldMkLst>
          <pc:docMk/>
          <pc:sldMk cId="3720152325" sldId="343"/>
        </pc:sldMkLst>
      </pc:sldChg>
      <pc:sldChg chg="add ord">
        <pc:chgData name="Lalwani, Sunil" userId="95b0a425-4eed-4b84-a7cf-34664c131309" providerId="ADAL" clId="{CC5F0CBF-77A6-4739-8FF3-8FB7DAFF4AC8}" dt="2025-12-17T10:08:23.375" v="368"/>
        <pc:sldMkLst>
          <pc:docMk/>
          <pc:sldMk cId="2856410480" sldId="344"/>
        </pc:sldMkLst>
      </pc:sldChg>
      <pc:sldChg chg="add del">
        <pc:chgData name="Lalwani, Sunil" userId="95b0a425-4eed-4b84-a7cf-34664c131309" providerId="ADAL" clId="{CC5F0CBF-77A6-4739-8FF3-8FB7DAFF4AC8}" dt="2025-12-17T10:09:40.518" v="390" actId="2696"/>
        <pc:sldMkLst>
          <pc:docMk/>
          <pc:sldMk cId="3429056328" sldId="345"/>
        </pc:sldMkLst>
      </pc:sldChg>
      <pc:sldChg chg="add ord">
        <pc:chgData name="Lalwani, Sunil" userId="95b0a425-4eed-4b84-a7cf-34664c131309" providerId="ADAL" clId="{CC5F0CBF-77A6-4739-8FF3-8FB7DAFF4AC8}" dt="2025-12-17T10:09:37.136" v="385"/>
        <pc:sldMkLst>
          <pc:docMk/>
          <pc:sldMk cId="715441376" sldId="346"/>
        </pc:sldMkLst>
      </pc:sldChg>
      <pc:sldChg chg="add">
        <pc:chgData name="Lalwani, Sunil" userId="95b0a425-4eed-4b84-a7cf-34664c131309" providerId="ADAL" clId="{CC5F0CBF-77A6-4739-8FF3-8FB7DAFF4AC8}" dt="2025-12-17T10:09:38.451" v="386"/>
        <pc:sldMkLst>
          <pc:docMk/>
          <pc:sldMk cId="3737147019" sldId="347"/>
        </pc:sldMkLst>
      </pc:sldChg>
      <pc:sldChg chg="add ord">
        <pc:chgData name="Lalwani, Sunil" userId="95b0a425-4eed-4b84-a7cf-34664c131309" providerId="ADAL" clId="{CC5F0CBF-77A6-4739-8FF3-8FB7DAFF4AC8}" dt="2025-12-17T10:09:39.835" v="389"/>
        <pc:sldMkLst>
          <pc:docMk/>
          <pc:sldMk cId="2219915676" sldId="348"/>
        </pc:sldMkLst>
      </pc:sldChg>
      <pc:sldChg chg="add del">
        <pc:chgData name="Lalwani, Sunil" userId="95b0a425-4eed-4b84-a7cf-34664c131309" providerId="ADAL" clId="{CC5F0CBF-77A6-4739-8FF3-8FB7DAFF4AC8}" dt="2025-12-17T10:10:24.030" v="414" actId="2696"/>
        <pc:sldMkLst>
          <pc:docMk/>
          <pc:sldMk cId="960827620" sldId="349"/>
        </pc:sldMkLst>
      </pc:sldChg>
      <pc:sldChg chg="add ord">
        <pc:chgData name="Lalwani, Sunil" userId="95b0a425-4eed-4b84-a7cf-34664c131309" providerId="ADAL" clId="{CC5F0CBF-77A6-4739-8FF3-8FB7DAFF4AC8}" dt="2025-12-17T10:10:22.360" v="409"/>
        <pc:sldMkLst>
          <pc:docMk/>
          <pc:sldMk cId="584325962" sldId="350"/>
        </pc:sldMkLst>
      </pc:sldChg>
      <pc:sldChg chg="add">
        <pc:chgData name="Lalwani, Sunil" userId="95b0a425-4eed-4b84-a7cf-34664c131309" providerId="ADAL" clId="{CC5F0CBF-77A6-4739-8FF3-8FB7DAFF4AC8}" dt="2025-12-17T10:10:22.983" v="410"/>
        <pc:sldMkLst>
          <pc:docMk/>
          <pc:sldMk cId="3147784463" sldId="351"/>
        </pc:sldMkLst>
      </pc:sldChg>
      <pc:sldChg chg="add ord">
        <pc:chgData name="Lalwani, Sunil" userId="95b0a425-4eed-4b84-a7cf-34664c131309" providerId="ADAL" clId="{CC5F0CBF-77A6-4739-8FF3-8FB7DAFF4AC8}" dt="2025-12-17T10:10:23.567" v="413"/>
        <pc:sldMkLst>
          <pc:docMk/>
          <pc:sldMk cId="4292571043" sldId="352"/>
        </pc:sldMkLst>
      </pc:sldChg>
      <pc:sldChg chg="add del">
        <pc:chgData name="Lalwani, Sunil" userId="95b0a425-4eed-4b84-a7cf-34664c131309" providerId="ADAL" clId="{CC5F0CBF-77A6-4739-8FF3-8FB7DAFF4AC8}" dt="2025-12-17T10:10:46.434" v="427" actId="2696"/>
        <pc:sldMkLst>
          <pc:docMk/>
          <pc:sldMk cId="54048740" sldId="353"/>
        </pc:sldMkLst>
      </pc:sldChg>
      <pc:sldChg chg="add ord">
        <pc:chgData name="Lalwani, Sunil" userId="95b0a425-4eed-4b84-a7cf-34664c131309" providerId="ADAL" clId="{CC5F0CBF-77A6-4739-8FF3-8FB7DAFF4AC8}" dt="2025-12-17T10:10:44.848" v="422"/>
        <pc:sldMkLst>
          <pc:docMk/>
          <pc:sldMk cId="2273808231" sldId="354"/>
        </pc:sldMkLst>
      </pc:sldChg>
      <pc:sldChg chg="add">
        <pc:chgData name="Lalwani, Sunil" userId="95b0a425-4eed-4b84-a7cf-34664c131309" providerId="ADAL" clId="{CC5F0CBF-77A6-4739-8FF3-8FB7DAFF4AC8}" dt="2025-12-17T10:10:45.448" v="423"/>
        <pc:sldMkLst>
          <pc:docMk/>
          <pc:sldMk cId="2836881758" sldId="355"/>
        </pc:sldMkLst>
      </pc:sldChg>
      <pc:sldChg chg="add ord">
        <pc:chgData name="Lalwani, Sunil" userId="95b0a425-4eed-4b84-a7cf-34664c131309" providerId="ADAL" clId="{CC5F0CBF-77A6-4739-8FF3-8FB7DAFF4AC8}" dt="2025-12-17T10:10:45.988" v="426"/>
        <pc:sldMkLst>
          <pc:docMk/>
          <pc:sldMk cId="4288096401" sldId="356"/>
        </pc:sldMkLst>
      </pc:sldChg>
      <pc:sldChg chg="add del">
        <pc:chgData name="Lalwani, Sunil" userId="95b0a425-4eed-4b84-a7cf-34664c131309" providerId="ADAL" clId="{CC5F0CBF-77A6-4739-8FF3-8FB7DAFF4AC8}" dt="2025-12-17T10:11:09.055" v="440" actId="2696"/>
        <pc:sldMkLst>
          <pc:docMk/>
          <pc:sldMk cId="2244775449" sldId="357"/>
        </pc:sldMkLst>
      </pc:sldChg>
      <pc:sldChg chg="add ord">
        <pc:chgData name="Lalwani, Sunil" userId="95b0a425-4eed-4b84-a7cf-34664c131309" providerId="ADAL" clId="{CC5F0CBF-77A6-4739-8FF3-8FB7DAFF4AC8}" dt="2025-12-17T10:11:07.409" v="435"/>
        <pc:sldMkLst>
          <pc:docMk/>
          <pc:sldMk cId="1504230510" sldId="358"/>
        </pc:sldMkLst>
      </pc:sldChg>
      <pc:sldChg chg="add">
        <pc:chgData name="Lalwani, Sunil" userId="95b0a425-4eed-4b84-a7cf-34664c131309" providerId="ADAL" clId="{CC5F0CBF-77A6-4739-8FF3-8FB7DAFF4AC8}" dt="2025-12-17T10:11:08.016" v="436"/>
        <pc:sldMkLst>
          <pc:docMk/>
          <pc:sldMk cId="2793190815" sldId="359"/>
        </pc:sldMkLst>
      </pc:sldChg>
      <pc:sldChg chg="add ord">
        <pc:chgData name="Lalwani, Sunil" userId="95b0a425-4eed-4b84-a7cf-34664c131309" providerId="ADAL" clId="{CC5F0CBF-77A6-4739-8FF3-8FB7DAFF4AC8}" dt="2025-12-17T10:11:08.573" v="439"/>
        <pc:sldMkLst>
          <pc:docMk/>
          <pc:sldMk cId="3485416874" sldId="360"/>
        </pc:sldMkLst>
      </pc:sldChg>
      <pc:sldChg chg="add del">
        <pc:chgData name="Lalwani, Sunil" userId="95b0a425-4eed-4b84-a7cf-34664c131309" providerId="ADAL" clId="{CC5F0CBF-77A6-4739-8FF3-8FB7DAFF4AC8}" dt="2025-12-17T10:11:33.791" v="460" actId="2696"/>
        <pc:sldMkLst>
          <pc:docMk/>
          <pc:sldMk cId="593624201" sldId="361"/>
        </pc:sldMkLst>
      </pc:sldChg>
      <pc:sldChg chg="add ord">
        <pc:chgData name="Lalwani, Sunil" userId="95b0a425-4eed-4b84-a7cf-34664c131309" providerId="ADAL" clId="{CC5F0CBF-77A6-4739-8FF3-8FB7DAFF4AC8}" dt="2025-12-17T10:11:32.135" v="455"/>
        <pc:sldMkLst>
          <pc:docMk/>
          <pc:sldMk cId="4184503160" sldId="362"/>
        </pc:sldMkLst>
      </pc:sldChg>
      <pc:sldChg chg="add">
        <pc:chgData name="Lalwani, Sunil" userId="95b0a425-4eed-4b84-a7cf-34664c131309" providerId="ADAL" clId="{CC5F0CBF-77A6-4739-8FF3-8FB7DAFF4AC8}" dt="2025-12-17T10:11:32.743" v="456"/>
        <pc:sldMkLst>
          <pc:docMk/>
          <pc:sldMk cId="376316499" sldId="363"/>
        </pc:sldMkLst>
      </pc:sldChg>
      <pc:sldChg chg="add ord">
        <pc:chgData name="Lalwani, Sunil" userId="95b0a425-4eed-4b84-a7cf-34664c131309" providerId="ADAL" clId="{CC5F0CBF-77A6-4739-8FF3-8FB7DAFF4AC8}" dt="2025-12-17T10:11:33.334" v="459"/>
        <pc:sldMkLst>
          <pc:docMk/>
          <pc:sldMk cId="2404204134" sldId="364"/>
        </pc:sldMkLst>
      </pc:sldChg>
      <pc:sldChg chg="add del">
        <pc:chgData name="Lalwani, Sunil" userId="95b0a425-4eed-4b84-a7cf-34664c131309" providerId="ADAL" clId="{CC5F0CBF-77A6-4739-8FF3-8FB7DAFF4AC8}" dt="2025-12-17T10:12:01.506" v="484" actId="2696"/>
        <pc:sldMkLst>
          <pc:docMk/>
          <pc:sldMk cId="3290692240" sldId="365"/>
        </pc:sldMkLst>
      </pc:sldChg>
      <pc:sldChg chg="add ord">
        <pc:chgData name="Lalwani, Sunil" userId="95b0a425-4eed-4b84-a7cf-34664c131309" providerId="ADAL" clId="{CC5F0CBF-77A6-4739-8FF3-8FB7DAFF4AC8}" dt="2025-12-17T10:11:59.859" v="479"/>
        <pc:sldMkLst>
          <pc:docMk/>
          <pc:sldMk cId="1505729618" sldId="366"/>
        </pc:sldMkLst>
      </pc:sldChg>
      <pc:sldChg chg="add">
        <pc:chgData name="Lalwani, Sunil" userId="95b0a425-4eed-4b84-a7cf-34664c131309" providerId="ADAL" clId="{CC5F0CBF-77A6-4739-8FF3-8FB7DAFF4AC8}" dt="2025-12-17T10:12:00.445" v="480"/>
        <pc:sldMkLst>
          <pc:docMk/>
          <pc:sldMk cId="2660867858" sldId="367"/>
        </pc:sldMkLst>
      </pc:sldChg>
      <pc:sldChg chg="add ord">
        <pc:chgData name="Lalwani, Sunil" userId="95b0a425-4eed-4b84-a7cf-34664c131309" providerId="ADAL" clId="{CC5F0CBF-77A6-4739-8FF3-8FB7DAFF4AC8}" dt="2025-12-17T10:12:01.003" v="483"/>
        <pc:sldMkLst>
          <pc:docMk/>
          <pc:sldMk cId="2296972721" sldId="368"/>
        </pc:sldMkLst>
      </pc:sldChg>
      <pc:sldChg chg="add del">
        <pc:chgData name="Lalwani, Sunil" userId="95b0a425-4eed-4b84-a7cf-34664c131309" providerId="ADAL" clId="{CC5F0CBF-77A6-4739-8FF3-8FB7DAFF4AC8}" dt="2025-12-17T10:12:36.317" v="497" actId="2696"/>
        <pc:sldMkLst>
          <pc:docMk/>
          <pc:sldMk cId="3677490594" sldId="369"/>
        </pc:sldMkLst>
      </pc:sldChg>
      <pc:sldChg chg="add ord">
        <pc:chgData name="Lalwani, Sunil" userId="95b0a425-4eed-4b84-a7cf-34664c131309" providerId="ADAL" clId="{CC5F0CBF-77A6-4739-8FF3-8FB7DAFF4AC8}" dt="2025-12-17T10:12:34.605" v="492"/>
        <pc:sldMkLst>
          <pc:docMk/>
          <pc:sldMk cId="523274278" sldId="370"/>
        </pc:sldMkLst>
      </pc:sldChg>
      <pc:sldChg chg="add">
        <pc:chgData name="Lalwani, Sunil" userId="95b0a425-4eed-4b84-a7cf-34664c131309" providerId="ADAL" clId="{CC5F0CBF-77A6-4739-8FF3-8FB7DAFF4AC8}" dt="2025-12-17T10:12:35.222" v="493"/>
        <pc:sldMkLst>
          <pc:docMk/>
          <pc:sldMk cId="915902142" sldId="371"/>
        </pc:sldMkLst>
      </pc:sldChg>
      <pc:sldChg chg="add ord">
        <pc:chgData name="Lalwani, Sunil" userId="95b0a425-4eed-4b84-a7cf-34664c131309" providerId="ADAL" clId="{CC5F0CBF-77A6-4739-8FF3-8FB7DAFF4AC8}" dt="2025-12-17T10:12:35.855" v="496"/>
        <pc:sldMkLst>
          <pc:docMk/>
          <pc:sldMk cId="383246533" sldId="372"/>
        </pc:sldMkLst>
      </pc:sldChg>
      <pc:sldChg chg="add del">
        <pc:chgData name="Lalwani, Sunil" userId="95b0a425-4eed-4b84-a7cf-34664c131309" providerId="ADAL" clId="{CC5F0CBF-77A6-4739-8FF3-8FB7DAFF4AC8}" dt="2025-12-17T10:13:00.068" v="510" actId="2696"/>
        <pc:sldMkLst>
          <pc:docMk/>
          <pc:sldMk cId="360811627" sldId="373"/>
        </pc:sldMkLst>
      </pc:sldChg>
      <pc:sldChg chg="add ord">
        <pc:chgData name="Lalwani, Sunil" userId="95b0a425-4eed-4b84-a7cf-34664c131309" providerId="ADAL" clId="{CC5F0CBF-77A6-4739-8FF3-8FB7DAFF4AC8}" dt="2025-12-17T10:12:58.462" v="505"/>
        <pc:sldMkLst>
          <pc:docMk/>
          <pc:sldMk cId="804264161" sldId="374"/>
        </pc:sldMkLst>
      </pc:sldChg>
      <pc:sldChg chg="add">
        <pc:chgData name="Lalwani, Sunil" userId="95b0a425-4eed-4b84-a7cf-34664c131309" providerId="ADAL" clId="{CC5F0CBF-77A6-4739-8FF3-8FB7DAFF4AC8}" dt="2025-12-17T10:12:59.059" v="506"/>
        <pc:sldMkLst>
          <pc:docMk/>
          <pc:sldMk cId="2340063226" sldId="375"/>
        </pc:sldMkLst>
      </pc:sldChg>
      <pc:sldChg chg="add ord">
        <pc:chgData name="Lalwani, Sunil" userId="95b0a425-4eed-4b84-a7cf-34664c131309" providerId="ADAL" clId="{CC5F0CBF-77A6-4739-8FF3-8FB7DAFF4AC8}" dt="2025-12-17T10:12:59.632" v="509"/>
        <pc:sldMkLst>
          <pc:docMk/>
          <pc:sldMk cId="2080383188" sldId="376"/>
        </pc:sldMkLst>
      </pc:sldChg>
      <pc:sldChg chg="add del">
        <pc:chgData name="Lalwani, Sunil" userId="95b0a425-4eed-4b84-a7cf-34664c131309" providerId="ADAL" clId="{CC5F0CBF-77A6-4739-8FF3-8FB7DAFF4AC8}" dt="2025-12-17T10:13:19.900" v="530" actId="2696"/>
        <pc:sldMkLst>
          <pc:docMk/>
          <pc:sldMk cId="2602531927" sldId="377"/>
        </pc:sldMkLst>
      </pc:sldChg>
      <pc:sldChg chg="add ord">
        <pc:chgData name="Lalwani, Sunil" userId="95b0a425-4eed-4b84-a7cf-34664c131309" providerId="ADAL" clId="{CC5F0CBF-77A6-4739-8FF3-8FB7DAFF4AC8}" dt="2025-12-17T10:13:18.365" v="525"/>
        <pc:sldMkLst>
          <pc:docMk/>
          <pc:sldMk cId="446737443" sldId="378"/>
        </pc:sldMkLst>
      </pc:sldChg>
      <pc:sldChg chg="add">
        <pc:chgData name="Lalwani, Sunil" userId="95b0a425-4eed-4b84-a7cf-34664c131309" providerId="ADAL" clId="{CC5F0CBF-77A6-4739-8FF3-8FB7DAFF4AC8}" dt="2025-12-17T10:13:18.938" v="526"/>
        <pc:sldMkLst>
          <pc:docMk/>
          <pc:sldMk cId="1525179919" sldId="379"/>
        </pc:sldMkLst>
      </pc:sldChg>
      <pc:sldChg chg="add ord">
        <pc:chgData name="Lalwani, Sunil" userId="95b0a425-4eed-4b84-a7cf-34664c131309" providerId="ADAL" clId="{CC5F0CBF-77A6-4739-8FF3-8FB7DAFF4AC8}" dt="2025-12-17T10:13:19.465" v="529"/>
        <pc:sldMkLst>
          <pc:docMk/>
          <pc:sldMk cId="517559051" sldId="380"/>
        </pc:sldMkLst>
      </pc:sldChg>
      <pc:sldChg chg="add del">
        <pc:chgData name="Lalwani, Sunil" userId="95b0a425-4eed-4b84-a7cf-34664c131309" providerId="ADAL" clId="{CC5F0CBF-77A6-4739-8FF3-8FB7DAFF4AC8}" dt="2025-12-17T10:13:38.067" v="554" actId="2696"/>
        <pc:sldMkLst>
          <pc:docMk/>
          <pc:sldMk cId="2006387030" sldId="381"/>
        </pc:sldMkLst>
      </pc:sldChg>
      <pc:sldChg chg="add ord">
        <pc:chgData name="Lalwani, Sunil" userId="95b0a425-4eed-4b84-a7cf-34664c131309" providerId="ADAL" clId="{CC5F0CBF-77A6-4739-8FF3-8FB7DAFF4AC8}" dt="2025-12-17T10:13:36.503" v="549"/>
        <pc:sldMkLst>
          <pc:docMk/>
          <pc:sldMk cId="3292641491" sldId="382"/>
        </pc:sldMkLst>
      </pc:sldChg>
      <pc:sldChg chg="add">
        <pc:chgData name="Lalwani, Sunil" userId="95b0a425-4eed-4b84-a7cf-34664c131309" providerId="ADAL" clId="{CC5F0CBF-77A6-4739-8FF3-8FB7DAFF4AC8}" dt="2025-12-17T10:13:37.077" v="550"/>
        <pc:sldMkLst>
          <pc:docMk/>
          <pc:sldMk cId="4057433994" sldId="383"/>
        </pc:sldMkLst>
      </pc:sldChg>
      <pc:sldChg chg="add ord">
        <pc:chgData name="Lalwani, Sunil" userId="95b0a425-4eed-4b84-a7cf-34664c131309" providerId="ADAL" clId="{CC5F0CBF-77A6-4739-8FF3-8FB7DAFF4AC8}" dt="2025-12-17T10:13:37.603" v="553"/>
        <pc:sldMkLst>
          <pc:docMk/>
          <pc:sldMk cId="4165474664" sldId="384"/>
        </pc:sldMkLst>
      </pc:sldChg>
      <pc:sldChg chg="add del">
        <pc:chgData name="Lalwani, Sunil" userId="95b0a425-4eed-4b84-a7cf-34664c131309" providerId="ADAL" clId="{CC5F0CBF-77A6-4739-8FF3-8FB7DAFF4AC8}" dt="2025-12-17T10:13:54.881" v="567" actId="2696"/>
        <pc:sldMkLst>
          <pc:docMk/>
          <pc:sldMk cId="1956334278" sldId="385"/>
        </pc:sldMkLst>
      </pc:sldChg>
      <pc:sldChg chg="add ord">
        <pc:chgData name="Lalwani, Sunil" userId="95b0a425-4eed-4b84-a7cf-34664c131309" providerId="ADAL" clId="{CC5F0CBF-77A6-4739-8FF3-8FB7DAFF4AC8}" dt="2025-12-17T10:13:53.322" v="562"/>
        <pc:sldMkLst>
          <pc:docMk/>
          <pc:sldMk cId="2497699931" sldId="386"/>
        </pc:sldMkLst>
      </pc:sldChg>
      <pc:sldChg chg="add">
        <pc:chgData name="Lalwani, Sunil" userId="95b0a425-4eed-4b84-a7cf-34664c131309" providerId="ADAL" clId="{CC5F0CBF-77A6-4739-8FF3-8FB7DAFF4AC8}" dt="2025-12-17T10:13:53.904" v="563"/>
        <pc:sldMkLst>
          <pc:docMk/>
          <pc:sldMk cId="1738820227" sldId="387"/>
        </pc:sldMkLst>
      </pc:sldChg>
      <pc:sldChg chg="add ord">
        <pc:chgData name="Lalwani, Sunil" userId="95b0a425-4eed-4b84-a7cf-34664c131309" providerId="ADAL" clId="{CC5F0CBF-77A6-4739-8FF3-8FB7DAFF4AC8}" dt="2025-12-17T10:13:54.444" v="566"/>
        <pc:sldMkLst>
          <pc:docMk/>
          <pc:sldMk cId="3210454671" sldId="388"/>
        </pc:sldMkLst>
      </pc:sldChg>
      <pc:sldChg chg="add del">
        <pc:chgData name="Lalwani, Sunil" userId="95b0a425-4eed-4b84-a7cf-34664c131309" providerId="ADAL" clId="{CC5F0CBF-77A6-4739-8FF3-8FB7DAFF4AC8}" dt="2025-12-17T10:14:10.963" v="580" actId="2696"/>
        <pc:sldMkLst>
          <pc:docMk/>
          <pc:sldMk cId="3420318674" sldId="389"/>
        </pc:sldMkLst>
      </pc:sldChg>
      <pc:sldChg chg="add ord">
        <pc:chgData name="Lalwani, Sunil" userId="95b0a425-4eed-4b84-a7cf-34664c131309" providerId="ADAL" clId="{CC5F0CBF-77A6-4739-8FF3-8FB7DAFF4AC8}" dt="2025-12-17T10:14:09.394" v="575"/>
        <pc:sldMkLst>
          <pc:docMk/>
          <pc:sldMk cId="1077023503" sldId="390"/>
        </pc:sldMkLst>
      </pc:sldChg>
      <pc:sldChg chg="add">
        <pc:chgData name="Lalwani, Sunil" userId="95b0a425-4eed-4b84-a7cf-34664c131309" providerId="ADAL" clId="{CC5F0CBF-77A6-4739-8FF3-8FB7DAFF4AC8}" dt="2025-12-17T10:14:09.965" v="576"/>
        <pc:sldMkLst>
          <pc:docMk/>
          <pc:sldMk cId="3690696305" sldId="391"/>
        </pc:sldMkLst>
      </pc:sldChg>
      <pc:sldChg chg="add ord">
        <pc:chgData name="Lalwani, Sunil" userId="95b0a425-4eed-4b84-a7cf-34664c131309" providerId="ADAL" clId="{CC5F0CBF-77A6-4739-8FF3-8FB7DAFF4AC8}" dt="2025-12-17T10:14:10.531" v="579"/>
        <pc:sldMkLst>
          <pc:docMk/>
          <pc:sldMk cId="3325826288" sldId="392"/>
        </pc:sldMkLst>
      </pc:sldChg>
      <pc:sldChg chg="add del">
        <pc:chgData name="Lalwani, Sunil" userId="95b0a425-4eed-4b84-a7cf-34664c131309" providerId="ADAL" clId="{CC5F0CBF-77A6-4739-8FF3-8FB7DAFF4AC8}" dt="2025-12-17T10:14:28.824" v="599" actId="2696"/>
        <pc:sldMkLst>
          <pc:docMk/>
          <pc:sldMk cId="3834035594" sldId="393"/>
        </pc:sldMkLst>
      </pc:sldChg>
      <pc:sldChg chg="add ord">
        <pc:chgData name="Lalwani, Sunil" userId="95b0a425-4eed-4b84-a7cf-34664c131309" providerId="ADAL" clId="{CC5F0CBF-77A6-4739-8FF3-8FB7DAFF4AC8}" dt="2025-12-17T10:14:27.245" v="594"/>
        <pc:sldMkLst>
          <pc:docMk/>
          <pc:sldMk cId="886520587" sldId="394"/>
        </pc:sldMkLst>
      </pc:sldChg>
      <pc:sldChg chg="add">
        <pc:chgData name="Lalwani, Sunil" userId="95b0a425-4eed-4b84-a7cf-34664c131309" providerId="ADAL" clId="{CC5F0CBF-77A6-4739-8FF3-8FB7DAFF4AC8}" dt="2025-12-17T10:14:27.827" v="595"/>
        <pc:sldMkLst>
          <pc:docMk/>
          <pc:sldMk cId="1138811805" sldId="395"/>
        </pc:sldMkLst>
      </pc:sldChg>
      <pc:sldChg chg="add ord">
        <pc:chgData name="Lalwani, Sunil" userId="95b0a425-4eed-4b84-a7cf-34664c131309" providerId="ADAL" clId="{CC5F0CBF-77A6-4739-8FF3-8FB7DAFF4AC8}" dt="2025-12-17T10:14:28.370" v="598"/>
        <pc:sldMkLst>
          <pc:docMk/>
          <pc:sldMk cId="4082650740" sldId="396"/>
        </pc:sldMkLst>
      </pc:sldChg>
      <pc:sldChg chg="add del">
        <pc:chgData name="Lalwani, Sunil" userId="95b0a425-4eed-4b84-a7cf-34664c131309" providerId="ADAL" clId="{CC5F0CBF-77A6-4739-8FF3-8FB7DAFF4AC8}" dt="2025-12-17T10:14:47.476" v="623" actId="2696"/>
        <pc:sldMkLst>
          <pc:docMk/>
          <pc:sldMk cId="1624052359" sldId="397"/>
        </pc:sldMkLst>
      </pc:sldChg>
      <pc:sldChg chg="add ord">
        <pc:chgData name="Lalwani, Sunil" userId="95b0a425-4eed-4b84-a7cf-34664c131309" providerId="ADAL" clId="{CC5F0CBF-77A6-4739-8FF3-8FB7DAFF4AC8}" dt="2025-12-17T10:14:45.927" v="618"/>
        <pc:sldMkLst>
          <pc:docMk/>
          <pc:sldMk cId="3251245094" sldId="398"/>
        </pc:sldMkLst>
      </pc:sldChg>
      <pc:sldChg chg="add">
        <pc:chgData name="Lalwani, Sunil" userId="95b0a425-4eed-4b84-a7cf-34664c131309" providerId="ADAL" clId="{CC5F0CBF-77A6-4739-8FF3-8FB7DAFF4AC8}" dt="2025-12-17T10:14:46.504" v="619"/>
        <pc:sldMkLst>
          <pc:docMk/>
          <pc:sldMk cId="3645355814" sldId="399"/>
        </pc:sldMkLst>
      </pc:sldChg>
      <pc:sldChg chg="add ord">
        <pc:chgData name="Lalwani, Sunil" userId="95b0a425-4eed-4b84-a7cf-34664c131309" providerId="ADAL" clId="{CC5F0CBF-77A6-4739-8FF3-8FB7DAFF4AC8}" dt="2025-12-17T10:14:47.037" v="622"/>
        <pc:sldMkLst>
          <pc:docMk/>
          <pc:sldMk cId="1430289006" sldId="400"/>
        </pc:sldMkLst>
      </pc:sldChg>
      <pc:sldChg chg="add del">
        <pc:chgData name="Lalwani, Sunil" userId="95b0a425-4eed-4b84-a7cf-34664c131309" providerId="ADAL" clId="{CC5F0CBF-77A6-4739-8FF3-8FB7DAFF4AC8}" dt="2025-12-17T10:15:03.739" v="636" actId="2696"/>
        <pc:sldMkLst>
          <pc:docMk/>
          <pc:sldMk cId="2325665064" sldId="401"/>
        </pc:sldMkLst>
      </pc:sldChg>
      <pc:sldChg chg="add ord">
        <pc:chgData name="Lalwani, Sunil" userId="95b0a425-4eed-4b84-a7cf-34664c131309" providerId="ADAL" clId="{CC5F0CBF-77A6-4739-8FF3-8FB7DAFF4AC8}" dt="2025-12-17T10:15:02.066" v="631"/>
        <pc:sldMkLst>
          <pc:docMk/>
          <pc:sldMk cId="3978330201" sldId="402"/>
        </pc:sldMkLst>
      </pc:sldChg>
      <pc:sldChg chg="add">
        <pc:chgData name="Lalwani, Sunil" userId="95b0a425-4eed-4b84-a7cf-34664c131309" providerId="ADAL" clId="{CC5F0CBF-77A6-4739-8FF3-8FB7DAFF4AC8}" dt="2025-12-17T10:15:02.708" v="632"/>
        <pc:sldMkLst>
          <pc:docMk/>
          <pc:sldMk cId="2921053161" sldId="403"/>
        </pc:sldMkLst>
      </pc:sldChg>
      <pc:sldChg chg="add ord">
        <pc:chgData name="Lalwani, Sunil" userId="95b0a425-4eed-4b84-a7cf-34664c131309" providerId="ADAL" clId="{CC5F0CBF-77A6-4739-8FF3-8FB7DAFF4AC8}" dt="2025-12-17T10:15:03.295" v="635"/>
        <pc:sldMkLst>
          <pc:docMk/>
          <pc:sldMk cId="443737133" sldId="404"/>
        </pc:sldMkLst>
      </pc:sldChg>
      <pc:sldChg chg="add del">
        <pc:chgData name="Lalwani, Sunil" userId="95b0a425-4eed-4b84-a7cf-34664c131309" providerId="ADAL" clId="{CC5F0CBF-77A6-4739-8FF3-8FB7DAFF4AC8}" dt="2025-12-17T10:15:21.022" v="649" actId="2696"/>
        <pc:sldMkLst>
          <pc:docMk/>
          <pc:sldMk cId="3331509946" sldId="405"/>
        </pc:sldMkLst>
      </pc:sldChg>
      <pc:sldChg chg="add ord">
        <pc:chgData name="Lalwani, Sunil" userId="95b0a425-4eed-4b84-a7cf-34664c131309" providerId="ADAL" clId="{CC5F0CBF-77A6-4739-8FF3-8FB7DAFF4AC8}" dt="2025-12-17T10:15:19.474" v="644"/>
        <pc:sldMkLst>
          <pc:docMk/>
          <pc:sldMk cId="3863067660" sldId="406"/>
        </pc:sldMkLst>
      </pc:sldChg>
      <pc:sldChg chg="add">
        <pc:chgData name="Lalwani, Sunil" userId="95b0a425-4eed-4b84-a7cf-34664c131309" providerId="ADAL" clId="{CC5F0CBF-77A6-4739-8FF3-8FB7DAFF4AC8}" dt="2025-12-17T10:15:20.053" v="645"/>
        <pc:sldMkLst>
          <pc:docMk/>
          <pc:sldMk cId="1525010627" sldId="407"/>
        </pc:sldMkLst>
      </pc:sldChg>
      <pc:sldChg chg="add ord">
        <pc:chgData name="Lalwani, Sunil" userId="95b0a425-4eed-4b84-a7cf-34664c131309" providerId="ADAL" clId="{CC5F0CBF-77A6-4739-8FF3-8FB7DAFF4AC8}" dt="2025-12-17T10:15:20.577" v="648"/>
        <pc:sldMkLst>
          <pc:docMk/>
          <pc:sldMk cId="3701986145" sldId="408"/>
        </pc:sldMkLst>
      </pc:sldChg>
      <pc:sldChg chg="add del">
        <pc:chgData name="Lalwani, Sunil" userId="95b0a425-4eed-4b84-a7cf-34664c131309" providerId="ADAL" clId="{CC5F0CBF-77A6-4739-8FF3-8FB7DAFF4AC8}" dt="2025-12-17T10:15:39.235" v="667" actId="2696"/>
        <pc:sldMkLst>
          <pc:docMk/>
          <pc:sldMk cId="3095519744" sldId="409"/>
        </pc:sldMkLst>
      </pc:sldChg>
      <pc:sldChg chg="add ord">
        <pc:chgData name="Lalwani, Sunil" userId="95b0a425-4eed-4b84-a7cf-34664c131309" providerId="ADAL" clId="{CC5F0CBF-77A6-4739-8FF3-8FB7DAFF4AC8}" dt="2025-12-17T10:15:37.727" v="662"/>
        <pc:sldMkLst>
          <pc:docMk/>
          <pc:sldMk cId="986788115" sldId="410"/>
        </pc:sldMkLst>
      </pc:sldChg>
      <pc:sldChg chg="add">
        <pc:chgData name="Lalwani, Sunil" userId="95b0a425-4eed-4b84-a7cf-34664c131309" providerId="ADAL" clId="{CC5F0CBF-77A6-4739-8FF3-8FB7DAFF4AC8}" dt="2025-12-17T10:15:38.276" v="663"/>
        <pc:sldMkLst>
          <pc:docMk/>
          <pc:sldMk cId="3605308821" sldId="411"/>
        </pc:sldMkLst>
      </pc:sldChg>
      <pc:sldChg chg="add ord">
        <pc:chgData name="Lalwani, Sunil" userId="95b0a425-4eed-4b84-a7cf-34664c131309" providerId="ADAL" clId="{CC5F0CBF-77A6-4739-8FF3-8FB7DAFF4AC8}" dt="2025-12-17T10:15:38.790" v="666"/>
        <pc:sldMkLst>
          <pc:docMk/>
          <pc:sldMk cId="4208917427" sldId="412"/>
        </pc:sldMkLst>
      </pc:sldChg>
      <pc:sldChg chg="add del">
        <pc:chgData name="Lalwani, Sunil" userId="95b0a425-4eed-4b84-a7cf-34664c131309" providerId="ADAL" clId="{CC5F0CBF-77A6-4739-8FF3-8FB7DAFF4AC8}" dt="2025-12-17T10:15:58.786" v="691" actId="2696"/>
        <pc:sldMkLst>
          <pc:docMk/>
          <pc:sldMk cId="1024780802" sldId="413"/>
        </pc:sldMkLst>
      </pc:sldChg>
      <pc:sldChg chg="add ord">
        <pc:chgData name="Lalwani, Sunil" userId="95b0a425-4eed-4b84-a7cf-34664c131309" providerId="ADAL" clId="{CC5F0CBF-77A6-4739-8FF3-8FB7DAFF4AC8}" dt="2025-12-17T10:15:57.251" v="686"/>
        <pc:sldMkLst>
          <pc:docMk/>
          <pc:sldMk cId="1713711801" sldId="414"/>
        </pc:sldMkLst>
      </pc:sldChg>
      <pc:sldChg chg="add">
        <pc:chgData name="Lalwani, Sunil" userId="95b0a425-4eed-4b84-a7cf-34664c131309" providerId="ADAL" clId="{CC5F0CBF-77A6-4739-8FF3-8FB7DAFF4AC8}" dt="2025-12-17T10:15:57.808" v="687"/>
        <pc:sldMkLst>
          <pc:docMk/>
          <pc:sldMk cId="3723865952" sldId="415"/>
        </pc:sldMkLst>
      </pc:sldChg>
      <pc:sldChg chg="add ord">
        <pc:chgData name="Lalwani, Sunil" userId="95b0a425-4eed-4b84-a7cf-34664c131309" providerId="ADAL" clId="{CC5F0CBF-77A6-4739-8FF3-8FB7DAFF4AC8}" dt="2025-12-17T10:15:58.336" v="690"/>
        <pc:sldMkLst>
          <pc:docMk/>
          <pc:sldMk cId="2014620517" sldId="416"/>
        </pc:sldMkLst>
      </pc:sldChg>
      <pc:sldChg chg="add del">
        <pc:chgData name="Lalwani, Sunil" userId="95b0a425-4eed-4b84-a7cf-34664c131309" providerId="ADAL" clId="{CC5F0CBF-77A6-4739-8FF3-8FB7DAFF4AC8}" dt="2025-12-17T10:16:16.327" v="704" actId="2696"/>
        <pc:sldMkLst>
          <pc:docMk/>
          <pc:sldMk cId="109935870" sldId="417"/>
        </pc:sldMkLst>
      </pc:sldChg>
      <pc:sldChg chg="add ord">
        <pc:chgData name="Lalwani, Sunil" userId="95b0a425-4eed-4b84-a7cf-34664c131309" providerId="ADAL" clId="{CC5F0CBF-77A6-4739-8FF3-8FB7DAFF4AC8}" dt="2025-12-17T10:16:14.755" v="699"/>
        <pc:sldMkLst>
          <pc:docMk/>
          <pc:sldMk cId="3046045496" sldId="418"/>
        </pc:sldMkLst>
      </pc:sldChg>
      <pc:sldChg chg="add">
        <pc:chgData name="Lalwani, Sunil" userId="95b0a425-4eed-4b84-a7cf-34664c131309" providerId="ADAL" clId="{CC5F0CBF-77A6-4739-8FF3-8FB7DAFF4AC8}" dt="2025-12-17T10:16:15.323" v="700"/>
        <pc:sldMkLst>
          <pc:docMk/>
          <pc:sldMk cId="865687464" sldId="419"/>
        </pc:sldMkLst>
      </pc:sldChg>
      <pc:sldChg chg="add ord">
        <pc:chgData name="Lalwani, Sunil" userId="95b0a425-4eed-4b84-a7cf-34664c131309" providerId="ADAL" clId="{CC5F0CBF-77A6-4739-8FF3-8FB7DAFF4AC8}" dt="2025-12-17T10:16:15.850" v="703"/>
        <pc:sldMkLst>
          <pc:docMk/>
          <pc:sldMk cId="4083042636" sldId="420"/>
        </pc:sldMkLst>
      </pc:sldChg>
      <pc:sldChg chg="add del">
        <pc:chgData name="Lalwani, Sunil" userId="95b0a425-4eed-4b84-a7cf-34664c131309" providerId="ADAL" clId="{CC5F0CBF-77A6-4739-8FF3-8FB7DAFF4AC8}" dt="2025-12-17T10:16:33.762" v="717" actId="2696"/>
        <pc:sldMkLst>
          <pc:docMk/>
          <pc:sldMk cId="1839168768" sldId="421"/>
        </pc:sldMkLst>
      </pc:sldChg>
      <pc:sldChg chg="add ord">
        <pc:chgData name="Lalwani, Sunil" userId="95b0a425-4eed-4b84-a7cf-34664c131309" providerId="ADAL" clId="{CC5F0CBF-77A6-4739-8FF3-8FB7DAFF4AC8}" dt="2025-12-17T10:16:32.189" v="712"/>
        <pc:sldMkLst>
          <pc:docMk/>
          <pc:sldMk cId="1448702037" sldId="422"/>
        </pc:sldMkLst>
      </pc:sldChg>
      <pc:sldChg chg="add">
        <pc:chgData name="Lalwani, Sunil" userId="95b0a425-4eed-4b84-a7cf-34664c131309" providerId="ADAL" clId="{CC5F0CBF-77A6-4739-8FF3-8FB7DAFF4AC8}" dt="2025-12-17T10:16:32.755" v="713"/>
        <pc:sldMkLst>
          <pc:docMk/>
          <pc:sldMk cId="3585058570" sldId="423"/>
        </pc:sldMkLst>
      </pc:sldChg>
      <pc:sldChg chg="add ord">
        <pc:chgData name="Lalwani, Sunil" userId="95b0a425-4eed-4b84-a7cf-34664c131309" providerId="ADAL" clId="{CC5F0CBF-77A6-4739-8FF3-8FB7DAFF4AC8}" dt="2025-12-17T10:16:33.301" v="716"/>
        <pc:sldMkLst>
          <pc:docMk/>
          <pc:sldMk cId="3741582901" sldId="424"/>
        </pc:sldMkLst>
      </pc:sldChg>
      <pc:sldChg chg="add del">
        <pc:chgData name="Lalwani, Sunil" userId="95b0a425-4eed-4b84-a7cf-34664c131309" providerId="ADAL" clId="{CC5F0CBF-77A6-4739-8FF3-8FB7DAFF4AC8}" dt="2025-12-17T10:16:52.412" v="735" actId="2696"/>
        <pc:sldMkLst>
          <pc:docMk/>
          <pc:sldMk cId="1125644999" sldId="425"/>
        </pc:sldMkLst>
      </pc:sldChg>
      <pc:sldChg chg="add ord">
        <pc:chgData name="Lalwani, Sunil" userId="95b0a425-4eed-4b84-a7cf-34664c131309" providerId="ADAL" clId="{CC5F0CBF-77A6-4739-8FF3-8FB7DAFF4AC8}" dt="2025-12-17T10:16:50.859" v="730"/>
        <pc:sldMkLst>
          <pc:docMk/>
          <pc:sldMk cId="653757563" sldId="426"/>
        </pc:sldMkLst>
      </pc:sldChg>
      <pc:sldChg chg="add">
        <pc:chgData name="Lalwani, Sunil" userId="95b0a425-4eed-4b84-a7cf-34664c131309" providerId="ADAL" clId="{CC5F0CBF-77A6-4739-8FF3-8FB7DAFF4AC8}" dt="2025-12-17T10:16:51.444" v="731"/>
        <pc:sldMkLst>
          <pc:docMk/>
          <pc:sldMk cId="3555676374" sldId="427"/>
        </pc:sldMkLst>
      </pc:sldChg>
      <pc:sldChg chg="add ord">
        <pc:chgData name="Lalwani, Sunil" userId="95b0a425-4eed-4b84-a7cf-34664c131309" providerId="ADAL" clId="{CC5F0CBF-77A6-4739-8FF3-8FB7DAFF4AC8}" dt="2025-12-17T10:16:51.976" v="734"/>
        <pc:sldMkLst>
          <pc:docMk/>
          <pc:sldMk cId="2770135261" sldId="428"/>
        </pc:sldMkLst>
      </pc:sldChg>
      <pc:sldChg chg="add del">
        <pc:chgData name="Lalwani, Sunil" userId="95b0a425-4eed-4b84-a7cf-34664c131309" providerId="ADAL" clId="{CC5F0CBF-77A6-4739-8FF3-8FB7DAFF4AC8}" dt="2025-12-17T10:17:12.167" v="759" actId="2696"/>
        <pc:sldMkLst>
          <pc:docMk/>
          <pc:sldMk cId="316268533" sldId="429"/>
        </pc:sldMkLst>
      </pc:sldChg>
      <pc:sldChg chg="add ord">
        <pc:chgData name="Lalwani, Sunil" userId="95b0a425-4eed-4b84-a7cf-34664c131309" providerId="ADAL" clId="{CC5F0CBF-77A6-4739-8FF3-8FB7DAFF4AC8}" dt="2025-12-17T10:17:10.703" v="754"/>
        <pc:sldMkLst>
          <pc:docMk/>
          <pc:sldMk cId="3790009886" sldId="430"/>
        </pc:sldMkLst>
      </pc:sldChg>
      <pc:sldChg chg="add">
        <pc:chgData name="Lalwani, Sunil" userId="95b0a425-4eed-4b84-a7cf-34664c131309" providerId="ADAL" clId="{CC5F0CBF-77A6-4739-8FF3-8FB7DAFF4AC8}" dt="2025-12-17T10:17:11.263" v="755"/>
        <pc:sldMkLst>
          <pc:docMk/>
          <pc:sldMk cId="1161834573" sldId="431"/>
        </pc:sldMkLst>
      </pc:sldChg>
      <pc:sldChg chg="add ord">
        <pc:chgData name="Lalwani, Sunil" userId="95b0a425-4eed-4b84-a7cf-34664c131309" providerId="ADAL" clId="{CC5F0CBF-77A6-4739-8FF3-8FB7DAFF4AC8}" dt="2025-12-17T10:17:11.732" v="758"/>
        <pc:sldMkLst>
          <pc:docMk/>
          <pc:sldMk cId="4167766007" sldId="432"/>
        </pc:sldMkLst>
      </pc:sldChg>
      <pc:sldChg chg="add del">
        <pc:chgData name="Lalwani, Sunil" userId="95b0a425-4eed-4b84-a7cf-34664c131309" providerId="ADAL" clId="{CC5F0CBF-77A6-4739-8FF3-8FB7DAFF4AC8}" dt="2025-12-17T10:17:30.470" v="772" actId="2696"/>
        <pc:sldMkLst>
          <pc:docMk/>
          <pc:sldMk cId="3856482997" sldId="433"/>
        </pc:sldMkLst>
      </pc:sldChg>
      <pc:sldChg chg="add ord">
        <pc:chgData name="Lalwani, Sunil" userId="95b0a425-4eed-4b84-a7cf-34664c131309" providerId="ADAL" clId="{CC5F0CBF-77A6-4739-8FF3-8FB7DAFF4AC8}" dt="2025-12-17T10:17:28.916" v="767"/>
        <pc:sldMkLst>
          <pc:docMk/>
          <pc:sldMk cId="882279978" sldId="434"/>
        </pc:sldMkLst>
      </pc:sldChg>
      <pc:sldChg chg="add">
        <pc:chgData name="Lalwani, Sunil" userId="95b0a425-4eed-4b84-a7cf-34664c131309" providerId="ADAL" clId="{CC5F0CBF-77A6-4739-8FF3-8FB7DAFF4AC8}" dt="2025-12-17T10:17:29.473" v="768"/>
        <pc:sldMkLst>
          <pc:docMk/>
          <pc:sldMk cId="550588641" sldId="435"/>
        </pc:sldMkLst>
      </pc:sldChg>
      <pc:sldChg chg="add ord">
        <pc:chgData name="Lalwani, Sunil" userId="95b0a425-4eed-4b84-a7cf-34664c131309" providerId="ADAL" clId="{CC5F0CBF-77A6-4739-8FF3-8FB7DAFF4AC8}" dt="2025-12-17T10:17:30.025" v="771"/>
        <pc:sldMkLst>
          <pc:docMk/>
          <pc:sldMk cId="1984741465" sldId="436"/>
        </pc:sldMkLst>
      </pc:sldChg>
      <pc:sldChg chg="add del">
        <pc:chgData name="Lalwani, Sunil" userId="95b0a425-4eed-4b84-a7cf-34664c131309" providerId="ADAL" clId="{CC5F0CBF-77A6-4739-8FF3-8FB7DAFF4AC8}" dt="2025-12-17T10:17:48.428" v="785" actId="2696"/>
        <pc:sldMkLst>
          <pc:docMk/>
          <pc:sldMk cId="1578230451" sldId="437"/>
        </pc:sldMkLst>
      </pc:sldChg>
      <pc:sldChg chg="add ord">
        <pc:chgData name="Lalwani, Sunil" userId="95b0a425-4eed-4b84-a7cf-34664c131309" providerId="ADAL" clId="{CC5F0CBF-77A6-4739-8FF3-8FB7DAFF4AC8}" dt="2025-12-17T10:17:46.884" v="780"/>
        <pc:sldMkLst>
          <pc:docMk/>
          <pc:sldMk cId="3719288245" sldId="438"/>
        </pc:sldMkLst>
      </pc:sldChg>
      <pc:sldChg chg="add">
        <pc:chgData name="Lalwani, Sunil" userId="95b0a425-4eed-4b84-a7cf-34664c131309" providerId="ADAL" clId="{CC5F0CBF-77A6-4739-8FF3-8FB7DAFF4AC8}" dt="2025-12-17T10:17:47.454" v="781"/>
        <pc:sldMkLst>
          <pc:docMk/>
          <pc:sldMk cId="1330033115" sldId="439"/>
        </pc:sldMkLst>
      </pc:sldChg>
      <pc:sldChg chg="add ord">
        <pc:chgData name="Lalwani, Sunil" userId="95b0a425-4eed-4b84-a7cf-34664c131309" providerId="ADAL" clId="{CC5F0CBF-77A6-4739-8FF3-8FB7DAFF4AC8}" dt="2025-12-17T10:17:47.985" v="784"/>
        <pc:sldMkLst>
          <pc:docMk/>
          <pc:sldMk cId="3754471341" sldId="440"/>
        </pc:sldMkLst>
      </pc:sldChg>
      <pc:sldChg chg="add del">
        <pc:chgData name="Lalwani, Sunil" userId="95b0a425-4eed-4b84-a7cf-34664c131309" providerId="ADAL" clId="{CC5F0CBF-77A6-4739-8FF3-8FB7DAFF4AC8}" dt="2025-12-17T10:18:06.626" v="802" actId="2696"/>
        <pc:sldMkLst>
          <pc:docMk/>
          <pc:sldMk cId="148561829" sldId="441"/>
        </pc:sldMkLst>
      </pc:sldChg>
      <pc:sldChg chg="add ord">
        <pc:chgData name="Lalwani, Sunil" userId="95b0a425-4eed-4b84-a7cf-34664c131309" providerId="ADAL" clId="{CC5F0CBF-77A6-4739-8FF3-8FB7DAFF4AC8}" dt="2025-12-17T10:18:05.050" v="797"/>
        <pc:sldMkLst>
          <pc:docMk/>
          <pc:sldMk cId="448317214" sldId="442"/>
        </pc:sldMkLst>
      </pc:sldChg>
      <pc:sldChg chg="add">
        <pc:chgData name="Lalwani, Sunil" userId="95b0a425-4eed-4b84-a7cf-34664c131309" providerId="ADAL" clId="{CC5F0CBF-77A6-4739-8FF3-8FB7DAFF4AC8}" dt="2025-12-17T10:18:05.648" v="798"/>
        <pc:sldMkLst>
          <pc:docMk/>
          <pc:sldMk cId="3439851336" sldId="443"/>
        </pc:sldMkLst>
      </pc:sldChg>
      <pc:sldChg chg="add ord">
        <pc:chgData name="Lalwani, Sunil" userId="95b0a425-4eed-4b84-a7cf-34664c131309" providerId="ADAL" clId="{CC5F0CBF-77A6-4739-8FF3-8FB7DAFF4AC8}" dt="2025-12-17T10:18:06.179" v="801"/>
        <pc:sldMkLst>
          <pc:docMk/>
          <pc:sldMk cId="2962116830" sldId="444"/>
        </pc:sldMkLst>
      </pc:sldChg>
      <pc:sldChg chg="add del">
        <pc:chgData name="Lalwani, Sunil" userId="95b0a425-4eed-4b84-a7cf-34664c131309" providerId="ADAL" clId="{CC5F0CBF-77A6-4739-8FF3-8FB7DAFF4AC8}" dt="2025-12-17T10:18:27.712" v="826" actId="2696"/>
        <pc:sldMkLst>
          <pc:docMk/>
          <pc:sldMk cId="2634089257" sldId="445"/>
        </pc:sldMkLst>
      </pc:sldChg>
      <pc:sldChg chg="add ord">
        <pc:chgData name="Lalwani, Sunil" userId="95b0a425-4eed-4b84-a7cf-34664c131309" providerId="ADAL" clId="{CC5F0CBF-77A6-4739-8FF3-8FB7DAFF4AC8}" dt="2025-12-17T10:18:26.156" v="821"/>
        <pc:sldMkLst>
          <pc:docMk/>
          <pc:sldMk cId="2413213100" sldId="446"/>
        </pc:sldMkLst>
      </pc:sldChg>
      <pc:sldChg chg="add">
        <pc:chgData name="Lalwani, Sunil" userId="95b0a425-4eed-4b84-a7cf-34664c131309" providerId="ADAL" clId="{CC5F0CBF-77A6-4739-8FF3-8FB7DAFF4AC8}" dt="2025-12-17T10:18:26.718" v="822"/>
        <pc:sldMkLst>
          <pc:docMk/>
          <pc:sldMk cId="3683418957" sldId="447"/>
        </pc:sldMkLst>
      </pc:sldChg>
      <pc:sldChg chg="add ord">
        <pc:chgData name="Lalwani, Sunil" userId="95b0a425-4eed-4b84-a7cf-34664c131309" providerId="ADAL" clId="{CC5F0CBF-77A6-4739-8FF3-8FB7DAFF4AC8}" dt="2025-12-17T10:18:27.259" v="825"/>
        <pc:sldMkLst>
          <pc:docMk/>
          <pc:sldMk cId="2205554591" sldId="448"/>
        </pc:sldMkLst>
      </pc:sldChg>
      <pc:sldChg chg="add del">
        <pc:chgData name="Lalwani, Sunil" userId="95b0a425-4eed-4b84-a7cf-34664c131309" providerId="ADAL" clId="{CC5F0CBF-77A6-4739-8FF3-8FB7DAFF4AC8}" dt="2025-12-17T10:18:46.111" v="839" actId="2696"/>
        <pc:sldMkLst>
          <pc:docMk/>
          <pc:sldMk cId="1311759148" sldId="449"/>
        </pc:sldMkLst>
      </pc:sldChg>
      <pc:sldChg chg="add ord">
        <pc:chgData name="Lalwani, Sunil" userId="95b0a425-4eed-4b84-a7cf-34664c131309" providerId="ADAL" clId="{CC5F0CBF-77A6-4739-8FF3-8FB7DAFF4AC8}" dt="2025-12-17T10:18:44.552" v="834"/>
        <pc:sldMkLst>
          <pc:docMk/>
          <pc:sldMk cId="3717569293" sldId="450"/>
        </pc:sldMkLst>
      </pc:sldChg>
      <pc:sldChg chg="add">
        <pc:chgData name="Lalwani, Sunil" userId="95b0a425-4eed-4b84-a7cf-34664c131309" providerId="ADAL" clId="{CC5F0CBF-77A6-4739-8FF3-8FB7DAFF4AC8}" dt="2025-12-17T10:18:45.116" v="835"/>
        <pc:sldMkLst>
          <pc:docMk/>
          <pc:sldMk cId="44998902" sldId="451"/>
        </pc:sldMkLst>
      </pc:sldChg>
      <pc:sldChg chg="add ord">
        <pc:chgData name="Lalwani, Sunil" userId="95b0a425-4eed-4b84-a7cf-34664c131309" providerId="ADAL" clId="{CC5F0CBF-77A6-4739-8FF3-8FB7DAFF4AC8}" dt="2025-12-17T10:18:45.670" v="838"/>
        <pc:sldMkLst>
          <pc:docMk/>
          <pc:sldMk cId="2159892639" sldId="452"/>
        </pc:sldMkLst>
      </pc:sldChg>
      <pc:sldChg chg="add del">
        <pc:chgData name="Lalwani, Sunil" userId="95b0a425-4eed-4b84-a7cf-34664c131309" providerId="ADAL" clId="{CC5F0CBF-77A6-4739-8FF3-8FB7DAFF4AC8}" dt="2025-12-17T10:19:05.558" v="852" actId="2696"/>
        <pc:sldMkLst>
          <pc:docMk/>
          <pc:sldMk cId="3596775538" sldId="453"/>
        </pc:sldMkLst>
      </pc:sldChg>
      <pc:sldChg chg="add ord">
        <pc:chgData name="Lalwani, Sunil" userId="95b0a425-4eed-4b84-a7cf-34664c131309" providerId="ADAL" clId="{CC5F0CBF-77A6-4739-8FF3-8FB7DAFF4AC8}" dt="2025-12-17T10:19:03.994" v="847"/>
        <pc:sldMkLst>
          <pc:docMk/>
          <pc:sldMk cId="1320968597" sldId="454"/>
        </pc:sldMkLst>
      </pc:sldChg>
      <pc:sldChg chg="add">
        <pc:chgData name="Lalwani, Sunil" userId="95b0a425-4eed-4b84-a7cf-34664c131309" providerId="ADAL" clId="{CC5F0CBF-77A6-4739-8FF3-8FB7DAFF4AC8}" dt="2025-12-17T10:19:04.560" v="848"/>
        <pc:sldMkLst>
          <pc:docMk/>
          <pc:sldMk cId="2217233930" sldId="455"/>
        </pc:sldMkLst>
      </pc:sldChg>
      <pc:sldChg chg="add ord">
        <pc:chgData name="Lalwani, Sunil" userId="95b0a425-4eed-4b84-a7cf-34664c131309" providerId="ADAL" clId="{CC5F0CBF-77A6-4739-8FF3-8FB7DAFF4AC8}" dt="2025-12-17T10:19:05.106" v="851"/>
        <pc:sldMkLst>
          <pc:docMk/>
          <pc:sldMk cId="775418463" sldId="456"/>
        </pc:sldMkLst>
      </pc:sldChg>
      <pc:sldChg chg="add del">
        <pc:chgData name="Lalwani, Sunil" userId="95b0a425-4eed-4b84-a7cf-34664c131309" providerId="ADAL" clId="{CC5F0CBF-77A6-4739-8FF3-8FB7DAFF4AC8}" dt="2025-12-17T10:19:28.067" v="868" actId="2696"/>
        <pc:sldMkLst>
          <pc:docMk/>
          <pc:sldMk cId="489274318" sldId="457"/>
        </pc:sldMkLst>
      </pc:sldChg>
      <pc:sldChg chg="add ord">
        <pc:chgData name="Lalwani, Sunil" userId="95b0a425-4eed-4b84-a7cf-34664c131309" providerId="ADAL" clId="{CC5F0CBF-77A6-4739-8FF3-8FB7DAFF4AC8}" dt="2025-12-17T10:19:26.544" v="863"/>
        <pc:sldMkLst>
          <pc:docMk/>
          <pc:sldMk cId="229238175" sldId="458"/>
        </pc:sldMkLst>
      </pc:sldChg>
      <pc:sldChg chg="add">
        <pc:chgData name="Lalwani, Sunil" userId="95b0a425-4eed-4b84-a7cf-34664c131309" providerId="ADAL" clId="{CC5F0CBF-77A6-4739-8FF3-8FB7DAFF4AC8}" dt="2025-12-17T10:19:27.101" v="864"/>
        <pc:sldMkLst>
          <pc:docMk/>
          <pc:sldMk cId="986237195" sldId="459"/>
        </pc:sldMkLst>
      </pc:sldChg>
      <pc:sldChg chg="add ord">
        <pc:chgData name="Lalwani, Sunil" userId="95b0a425-4eed-4b84-a7cf-34664c131309" providerId="ADAL" clId="{CC5F0CBF-77A6-4739-8FF3-8FB7DAFF4AC8}" dt="2025-12-17T10:19:27.634" v="867"/>
        <pc:sldMkLst>
          <pc:docMk/>
          <pc:sldMk cId="1421281375" sldId="460"/>
        </pc:sldMkLst>
      </pc:sldChg>
      <pc:sldChg chg="add">
        <pc:chgData name="Lalwani, Sunil" userId="95b0a425-4eed-4b84-a7cf-34664c131309" providerId="ADAL" clId="{CC5F0CBF-77A6-4739-8FF3-8FB7DAFF4AC8}" dt="2025-12-17T10:19:29.382" v="870"/>
        <pc:sldMkLst>
          <pc:docMk/>
          <pc:sldMk cId="340950696" sldId="4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2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912357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6600420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04801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9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9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9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9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5050"/>
            <a:ext cx="10737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The 5 Cs of Supply Chain Management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40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5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62E31A3-8090-0D33-5315-2D8E857C251B}"/>
              </a:ext>
            </a:extLst>
          </p:cNvPr>
          <p:cNvGrpSpPr/>
          <p:nvPr/>
        </p:nvGrpSpPr>
        <p:grpSpPr>
          <a:xfrm>
            <a:off x="793790" y="1355049"/>
            <a:ext cx="13042702" cy="4538425"/>
            <a:chOff x="793790" y="1355049"/>
            <a:chExt cx="13042702" cy="4538425"/>
          </a:xfrm>
          <a:solidFill>
            <a:srgbClr val="C07000"/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1B045B0-53BD-9923-461D-8C48E8E1E5B1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6173510" cy="4303992"/>
            </a:xfrm>
            <a:grpFill/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30C6C00-1BC4-09D0-FB7F-22C261DB032E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3805000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6390B265-68BB-93F2-6B11-5994D1F6FFCC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6407944" cy="4538425"/>
                </a:xfrm>
                <a:grpFill/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5E917F92-ACE7-3F49-D6A4-761F09F7A083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2808268" cy="2321125"/>
                  </a:xfrm>
                  <a:grpFill/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5F3E2598-180C-98ED-4352-93B57ED642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12483108" cy="1822134"/>
                    </a:xfrm>
                    <a:grpFill/>
                  </p:grpSpPr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E8F5D846-29DF-57F1-7AA1-1B74B94D13C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13042701" cy="2918462"/>
                      </a:xfrm>
                      <a:grpFill/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E99F80BE-FE87-F9D4-3AC8-1FFB38AE3E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385096" cy="2684027"/>
                        </a:xfrm>
                        <a:grpFill/>
                      </p:grpSpPr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D5CC88FC-E71E-D093-9D51-0AF775231BD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8059936" cy="1822134"/>
                          </a:xfrm>
                          <a:grpFill/>
                        </p:grpSpPr>
                        <p:grpSp>
                          <p:nvGrpSpPr>
                            <p:cNvPr id="22" name="Group 21">
                              <a:extLst>
                                <a:ext uri="{FF2B5EF4-FFF2-40B4-BE49-F238E27FC236}">
                                  <a16:creationId xmlns:a16="http://schemas.microsoft.com/office/drawing/2014/main" id="{1C25430A-66E7-EA92-DEF2-0CE47A8D120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8619530" cy="2918462"/>
                            </a:xfrm>
                            <a:grpFill/>
                          </p:grpSpPr>
                          <p:grpSp>
                            <p:nvGrpSpPr>
                              <p:cNvPr id="21" name="Group 20">
                                <a:extLst>
                                  <a:ext uri="{FF2B5EF4-FFF2-40B4-BE49-F238E27FC236}">
                                    <a16:creationId xmlns:a16="http://schemas.microsoft.com/office/drawing/2014/main" id="{37626EBB-F3AD-D4A8-96EC-C3CC08F0911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2684027"/>
                              </a:xfrm>
                              <a:grpFill/>
                            </p:grpSpPr>
                            <p:grpSp>
                              <p:nvGrpSpPr>
                                <p:cNvPr id="20" name="Group 19">
                                  <a:extLst>
                                    <a:ext uri="{FF2B5EF4-FFF2-40B4-BE49-F238E27FC236}">
                                      <a16:creationId xmlns:a16="http://schemas.microsoft.com/office/drawing/2014/main" id="{E58295BB-D492-7957-77D7-F50DF8EE8A16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1355049"/>
                                  <a:ext cx="4572000" cy="1371600"/>
                                  <a:chOff x="793790" y="1355049"/>
                                  <a:chExt cx="4572000" cy="1822134"/>
                                </a:xfrm>
                                <a:grpFill/>
                              </p:grpSpPr>
                              <p:grpSp>
                                <p:nvGrpSpPr>
                                  <p:cNvPr id="19" name="Group 18">
                                    <a:extLst>
                                      <a:ext uri="{FF2B5EF4-FFF2-40B4-BE49-F238E27FC236}">
                                        <a16:creationId xmlns:a16="http://schemas.microsoft.com/office/drawing/2014/main" id="{08206425-71D6-D0ED-B20A-7F47141D1B1D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93790" y="1355049"/>
                                    <a:ext cx="4572000" cy="1371600"/>
                                    <a:chOff x="793790" y="1355049"/>
                                    <a:chExt cx="4572000" cy="2918462"/>
                                  </a:xfrm>
                                  <a:grpFill/>
                                </p:grpSpPr>
                                <p:sp>
                                  <p:nvSpPr>
                                    <p:cNvPr id="2" name="Text 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1355049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55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The 5 Cs of Supply Chain Management</a:t>
                                      </a:r>
                                      <a:endParaRPr lang="en-US" sz="44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" name="Shape 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2517458"/>
                                      <a:ext cx="4196358" cy="1756053"/>
                                    </a:xfrm>
                                    <a:prstGeom prst="roundRect">
                                      <a:avLst>
                                        <a:gd name="adj" fmla="val 5425"/>
                                      </a:avLst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  <a:prstDash val="solid"/>
                                    </a:ln>
                                  </p:spPr>
                                  <p:txBody>
                                    <a:bodyPr/>
                                    <a:lstStyle/>
                                    <a:p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4" name="Text 2" descr="Decorative – no critical information"/>
                                  <p:cNvSpPr/>
                                  <p:nvPr/>
                                </p:nvSpPr>
                                <p:spPr>
                                  <a:xfrm>
                                    <a:off x="1028224" y="2751892"/>
                                    <a:ext cx="3402330" cy="425291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3300"/>
                                      </a:lnSpc>
                                      <a:buNone/>
                                    </a:pPr>
                                    <a:r>
                                      <a:rPr lang="en-US" sz="2650" b="1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Cost</a:t>
                                    </a:r>
                                    <a:endParaRPr lang="en-US" sz="26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" name="Text 3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1028224" y="3313271"/>
                                  <a:ext cx="3727490" cy="72580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Minimizing expenses while maintaining quality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6" name="Shape 4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5216962" y="2517458"/>
                                <a:ext cx="4196358" cy="1756053"/>
                              </a:xfrm>
                              <a:prstGeom prst="roundRect">
                                <a:avLst>
                                  <a:gd name="adj" fmla="val 5425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7" name="Text 5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451396" y="2751892"/>
                              <a:ext cx="3402330" cy="42529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300"/>
                                </a:lnSpc>
                                <a:buNone/>
                              </a:pPr>
                              <a:r>
                                <a:rPr lang="en-US" sz="265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Capacity</a:t>
                              </a:r>
                              <a:endParaRPr lang="en-US" sz="26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8" name="Text 6" descr="Decorative – no critical information"/>
                          <p:cNvSpPr/>
                          <p:nvPr/>
                        </p:nvSpPr>
                        <p:spPr>
                          <a:xfrm>
                            <a:off x="5451396" y="3313271"/>
                            <a:ext cx="3727490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Ensuring agility to scale operations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9" name="Shape 7" descr="Decorative – no critical information"/>
                        <p:cNvSpPr/>
                        <p:nvPr/>
                      </p:nvSpPr>
                      <p:spPr>
                        <a:xfrm>
                          <a:off x="9640133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0" name="Text 8" descr="Decorative – no critical information"/>
                      <p:cNvSpPr/>
                      <p:nvPr/>
                    </p:nvSpPr>
                    <p:spPr>
                      <a:xfrm>
                        <a:off x="9874568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Connectivity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1" name="Text 9" descr="Decorative – no critical information"/>
                    <p:cNvSpPr/>
                    <p:nvPr/>
                  </p:nvSpPr>
                  <p:spPr>
                    <a:xfrm>
                      <a:off x="9874568" y="3313271"/>
                      <a:ext cx="3727490" cy="36290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Linking partners for seamless flow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2" name="Shape 10" descr="Decorative – no critical information"/>
                  <p:cNvSpPr/>
                  <p:nvPr/>
                </p:nvSpPr>
                <p:spPr>
                  <a:xfrm>
                    <a:off x="793790" y="4500324"/>
                    <a:ext cx="6407944" cy="1393150"/>
                  </a:xfrm>
                  <a:prstGeom prst="roundRect">
                    <a:avLst>
                      <a:gd name="adj" fmla="val 6838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Text 11" descr="Decorative – no critical information"/>
                <p:cNvSpPr/>
                <p:nvPr/>
              </p:nvSpPr>
              <p:spPr>
                <a:xfrm>
                  <a:off x="1028224" y="4734758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Compliance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4" name="Text 12" descr="Decorative – no critical information"/>
              <p:cNvSpPr/>
              <p:nvPr/>
            </p:nvSpPr>
            <p:spPr>
              <a:xfrm>
                <a:off x="1028224" y="5296138"/>
                <a:ext cx="5939076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Meeting regulatory requirements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5" name="Shape 13" descr="Decorative – no critical information"/>
            <p:cNvSpPr/>
            <p:nvPr/>
          </p:nvSpPr>
          <p:spPr>
            <a:xfrm>
              <a:off x="7428548" y="4500324"/>
              <a:ext cx="6407944" cy="1393150"/>
            </a:xfrm>
            <a:prstGeom prst="roundRect">
              <a:avLst>
                <a:gd name="adj" fmla="val 6838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 14" descr="Decorative – no critical information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1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40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82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2C1BFB-A2F9-C578-2E27-0053F9BDB448}"/>
              </a:ext>
            </a:extLst>
          </p:cNvPr>
          <p:cNvGrpSpPr/>
          <p:nvPr/>
        </p:nvGrpSpPr>
        <p:grpSpPr>
          <a:xfrm>
            <a:off x="793790" y="1355049"/>
            <a:ext cx="4572000" cy="1822134"/>
            <a:chOff x="793790" y="1355049"/>
            <a:chExt cx="4572000" cy="1822134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42F7C86-0473-15A5-739D-09FF7D1676FE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2918462"/>
            </a:xfrm>
            <a:grpFill/>
          </p:grpSpPr>
          <p:sp>
            <p:nvSpPr>
              <p:cNvPr id="5" name="Text 0">
                <a:extLst>
                  <a:ext uri="{FF2B5EF4-FFF2-40B4-BE49-F238E27FC236}">
                    <a16:creationId xmlns:a16="http://schemas.microsoft.com/office/drawing/2014/main" id="{8EAC0277-1EA5-BE75-3FB5-6B9F80AE9096}"/>
                  </a:ext>
                </a:extLst>
              </p:cNvPr>
              <p:cNvSpPr/>
              <p:nvPr/>
            </p:nvSpPr>
            <p:spPr>
              <a:xfrm>
                <a:off x="793790" y="1355049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The 5 Cs of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" name="Shape 1">
                <a:extLst>
                  <a:ext uri="{FF2B5EF4-FFF2-40B4-BE49-F238E27FC236}">
                    <a16:creationId xmlns:a16="http://schemas.microsoft.com/office/drawing/2014/main" id="{85A33962-B09C-3E61-B2FF-B7233C5D122C}"/>
                  </a:ext>
                </a:extLst>
              </p:cNvPr>
              <p:cNvSpPr/>
              <p:nvPr/>
            </p:nvSpPr>
            <p:spPr>
              <a:xfrm>
                <a:off x="793790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" name="Text 2" descr="Decorative – no critical information">
              <a:extLst>
                <a:ext uri="{FF2B5EF4-FFF2-40B4-BE49-F238E27FC236}">
                  <a16:creationId xmlns:a16="http://schemas.microsoft.com/office/drawing/2014/main" id="{95FA08C5-DAE3-8FAA-8B0E-C298BF852BA2}"/>
                </a:ext>
              </a:extLst>
            </p:cNvPr>
            <p:cNvSpPr/>
            <p:nvPr/>
          </p:nvSpPr>
          <p:spPr>
            <a:xfrm>
              <a:off x="1028224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Cost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33CCBD1-3022-7797-869E-06CFF76BE7AA}"/>
              </a:ext>
            </a:extLst>
          </p:cNvPr>
          <p:cNvGrpSpPr/>
          <p:nvPr/>
        </p:nvGrpSpPr>
        <p:grpSpPr>
          <a:xfrm>
            <a:off x="793790" y="1355049"/>
            <a:ext cx="4572000" cy="2684027"/>
            <a:chOff x="793790" y="1355049"/>
            <a:chExt cx="4572000" cy="2684027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F2BB34-986F-FAFF-97E9-106477AAC379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1822134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7F57876-A868-3556-BA99-2EF9167E4A24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2918462"/>
              </a:xfrm>
              <a:grpFill/>
            </p:grpSpPr>
            <p:sp>
              <p:nvSpPr>
                <p:cNvPr id="12" name="Text 0">
                  <a:extLst>
                    <a:ext uri="{FF2B5EF4-FFF2-40B4-BE49-F238E27FC236}">
                      <a16:creationId xmlns:a16="http://schemas.microsoft.com/office/drawing/2014/main" id="{462AB18E-90DE-EBD4-3C55-08802EE85B22}"/>
                    </a:ext>
                  </a:extLst>
                </p:cNvPr>
                <p:cNvSpPr/>
                <p:nvPr/>
              </p:nvSpPr>
              <p:spPr>
                <a:xfrm>
                  <a:off x="793790" y="1355049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The 5 Cs of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Shape 1">
                  <a:extLst>
                    <a:ext uri="{FF2B5EF4-FFF2-40B4-BE49-F238E27FC236}">
                      <a16:creationId xmlns:a16="http://schemas.microsoft.com/office/drawing/2014/main" id="{1548FF8A-2172-2CC1-51D9-FC25F1CEF906}"/>
                    </a:ext>
                  </a:extLst>
                </p:cNvPr>
                <p:cNvSpPr/>
                <p:nvPr/>
              </p:nvSpPr>
              <p:spPr>
                <a:xfrm>
                  <a:off x="793790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" name="Text 2" descr="Decorative – no critical information">
                <a:extLst>
                  <a:ext uri="{FF2B5EF4-FFF2-40B4-BE49-F238E27FC236}">
                    <a16:creationId xmlns:a16="http://schemas.microsoft.com/office/drawing/2014/main" id="{D7C357CF-5DC9-DE33-DA30-A69F81861EE2}"/>
                  </a:ext>
                </a:extLst>
              </p:cNvPr>
              <p:cNvSpPr/>
              <p:nvPr/>
            </p:nvSpPr>
            <p:spPr>
              <a:xfrm>
                <a:off x="1028224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Cost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Text 3" descr="Decorative – no critical information">
              <a:extLst>
                <a:ext uri="{FF2B5EF4-FFF2-40B4-BE49-F238E27FC236}">
                  <a16:creationId xmlns:a16="http://schemas.microsoft.com/office/drawing/2014/main" id="{ACF0ED4F-A164-6252-943D-9FFB4DE05476}"/>
                </a:ext>
              </a:extLst>
            </p:cNvPr>
            <p:cNvSpPr/>
            <p:nvPr/>
          </p:nvSpPr>
          <p:spPr>
            <a:xfrm>
              <a:off x="1028224" y="3313271"/>
              <a:ext cx="3727490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Minimizing expenses while maintaining quality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7EC34-99AA-277A-41E1-B70BA77BF977}"/>
              </a:ext>
            </a:extLst>
          </p:cNvPr>
          <p:cNvGrpSpPr/>
          <p:nvPr/>
        </p:nvGrpSpPr>
        <p:grpSpPr>
          <a:xfrm>
            <a:off x="793790" y="1355049"/>
            <a:ext cx="8619530" cy="2918462"/>
            <a:chOff x="793790" y="1355049"/>
            <a:chExt cx="8619530" cy="2918462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BB6B4B-5F6F-9E7B-B1D3-379832A93E41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2684027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82149DB-DA57-EB2F-0E2D-FDB9EED1B501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1822134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D2C748F5-3D0A-81CA-E070-21A6355A454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2918462"/>
                </a:xfrm>
                <a:grpFill/>
              </p:grpSpPr>
              <p:sp>
                <p:nvSpPr>
                  <p:cNvPr id="21" name="Text 0">
                    <a:extLst>
                      <a:ext uri="{FF2B5EF4-FFF2-40B4-BE49-F238E27FC236}">
                        <a16:creationId xmlns:a16="http://schemas.microsoft.com/office/drawing/2014/main" id="{DA81F1BC-0565-7DE8-C2F5-603D2F2AF599}"/>
                      </a:ext>
                    </a:extLst>
                  </p:cNvPr>
                  <p:cNvSpPr/>
                  <p:nvPr/>
                </p:nvSpPr>
                <p:spPr>
                  <a:xfrm>
                    <a:off x="793790" y="1355049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The 5 Cs of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22" name="Shape 1">
                    <a:extLst>
                      <a:ext uri="{FF2B5EF4-FFF2-40B4-BE49-F238E27FC236}">
                        <a16:creationId xmlns:a16="http://schemas.microsoft.com/office/drawing/2014/main" id="{D7E69EA7-55AA-853C-36DB-6C7EF5309C02}"/>
                      </a:ext>
                    </a:extLst>
                  </p:cNvPr>
                  <p:cNvSpPr/>
                  <p:nvPr/>
                </p:nvSpPr>
                <p:spPr>
                  <a:xfrm>
                    <a:off x="793790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" name="Text 2" descr="Decorative – no critical information">
                  <a:extLst>
                    <a:ext uri="{FF2B5EF4-FFF2-40B4-BE49-F238E27FC236}">
                      <a16:creationId xmlns:a16="http://schemas.microsoft.com/office/drawing/2014/main" id="{8E405829-BF5F-5936-DC77-0B768C9C28B8}"/>
                    </a:ext>
                  </a:extLst>
                </p:cNvPr>
                <p:cNvSpPr/>
                <p:nvPr/>
              </p:nvSpPr>
              <p:spPr>
                <a:xfrm>
                  <a:off x="1028224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Cost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8" name="Text 3" descr="Decorative – no critical information">
                <a:extLst>
                  <a:ext uri="{FF2B5EF4-FFF2-40B4-BE49-F238E27FC236}">
                    <a16:creationId xmlns:a16="http://schemas.microsoft.com/office/drawing/2014/main" id="{45E1D677-1DA2-3122-9033-AD2EE863ED16}"/>
                  </a:ext>
                </a:extLst>
              </p:cNvPr>
              <p:cNvSpPr/>
              <p:nvPr/>
            </p:nvSpPr>
            <p:spPr>
              <a:xfrm>
                <a:off x="1028224" y="3313271"/>
                <a:ext cx="3727490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Minimizing expenses while maintaining quality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6" name="Shape 4" descr="Decorative – no critical information">
              <a:extLst>
                <a:ext uri="{FF2B5EF4-FFF2-40B4-BE49-F238E27FC236}">
                  <a16:creationId xmlns:a16="http://schemas.microsoft.com/office/drawing/2014/main" id="{0B95091D-AF36-392C-F7FD-BFAD9214EE63}"/>
                </a:ext>
              </a:extLst>
            </p:cNvPr>
            <p:cNvSpPr/>
            <p:nvPr/>
          </p:nvSpPr>
          <p:spPr>
            <a:xfrm>
              <a:off x="5216962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258FA4-A9F0-AC06-EEE7-72D339D1FE41}"/>
              </a:ext>
            </a:extLst>
          </p:cNvPr>
          <p:cNvGrpSpPr/>
          <p:nvPr/>
        </p:nvGrpSpPr>
        <p:grpSpPr>
          <a:xfrm>
            <a:off x="793790" y="1355049"/>
            <a:ext cx="8059936" cy="1822134"/>
            <a:chOff x="793790" y="1355049"/>
            <a:chExt cx="8059936" cy="1822134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F27F5-EEFE-0132-4355-68D86EE3CB71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619530" cy="2918462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F394B91-6176-309E-04A1-5F2A6401C26D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2684027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1E0001AE-E311-E817-0190-196B2DD6584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1822134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CAE24F79-BCE7-3475-7753-F5E1219E4004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2918462"/>
                  </a:xfrm>
                  <a:grpFill/>
                </p:grpSpPr>
                <p:sp>
                  <p:nvSpPr>
                    <p:cNvPr id="32" name="Text 0">
                      <a:extLst>
                        <a:ext uri="{FF2B5EF4-FFF2-40B4-BE49-F238E27FC236}">
                          <a16:creationId xmlns:a16="http://schemas.microsoft.com/office/drawing/2014/main" id="{F701F0D0-1E0A-EE3B-BE4E-C7CEC5638C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1355049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The 5 Cs of Supply Chain Management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3" name="Shape 1">
                      <a:extLst>
                        <a:ext uri="{FF2B5EF4-FFF2-40B4-BE49-F238E27FC236}">
                          <a16:creationId xmlns:a16="http://schemas.microsoft.com/office/drawing/2014/main" id="{DEBC8B8C-8801-4E0C-6157-403F31A221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31" name="Text 2" descr="Decorative – no critical information">
                    <a:extLst>
                      <a:ext uri="{FF2B5EF4-FFF2-40B4-BE49-F238E27FC236}">
                        <a16:creationId xmlns:a16="http://schemas.microsoft.com/office/drawing/2014/main" id="{CDF502F8-B8C4-1F77-5B5B-074245B229D9}"/>
                      </a:ext>
                    </a:extLst>
                  </p:cNvPr>
                  <p:cNvSpPr/>
                  <p:nvPr/>
                </p:nvSpPr>
                <p:spPr>
                  <a:xfrm>
                    <a:off x="1028224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Cost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9" name="Text 3" descr="Decorative – no critical information">
                  <a:extLst>
                    <a:ext uri="{FF2B5EF4-FFF2-40B4-BE49-F238E27FC236}">
                      <a16:creationId xmlns:a16="http://schemas.microsoft.com/office/drawing/2014/main" id="{98A8FAD0-4DF9-98B7-58B8-6334B4BB8613}"/>
                    </a:ext>
                  </a:extLst>
                </p:cNvPr>
                <p:cNvSpPr/>
                <p:nvPr/>
              </p:nvSpPr>
              <p:spPr>
                <a:xfrm>
                  <a:off x="1028224" y="3313271"/>
                  <a:ext cx="3727490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Minimizing expenses while maintaining quality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27" name="Shape 4" descr="Decorative – no critical information">
                <a:extLst>
                  <a:ext uri="{FF2B5EF4-FFF2-40B4-BE49-F238E27FC236}">
                    <a16:creationId xmlns:a16="http://schemas.microsoft.com/office/drawing/2014/main" id="{9DFA1E4B-42E8-646F-CF95-1FB9A1456741}"/>
                  </a:ext>
                </a:extLst>
              </p:cNvPr>
              <p:cNvSpPr/>
              <p:nvPr/>
            </p:nvSpPr>
            <p:spPr>
              <a:xfrm>
                <a:off x="5216962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Text 5" descr="Decorative – no critical information">
              <a:extLst>
                <a:ext uri="{FF2B5EF4-FFF2-40B4-BE49-F238E27FC236}">
                  <a16:creationId xmlns:a16="http://schemas.microsoft.com/office/drawing/2014/main" id="{2ED3F223-24BD-7648-686B-4C7669379D64}"/>
                </a:ext>
              </a:extLst>
            </p:cNvPr>
            <p:cNvSpPr/>
            <p:nvPr/>
          </p:nvSpPr>
          <p:spPr>
            <a:xfrm>
              <a:off x="5451396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Capacity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34F35D-7320-A70C-3E97-811F943E6E0A}"/>
              </a:ext>
            </a:extLst>
          </p:cNvPr>
          <p:cNvGrpSpPr/>
          <p:nvPr/>
        </p:nvGrpSpPr>
        <p:grpSpPr>
          <a:xfrm>
            <a:off x="793790" y="1355049"/>
            <a:ext cx="8385096" cy="2684027"/>
            <a:chOff x="793790" y="1355049"/>
            <a:chExt cx="8385096" cy="2684027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AD572E1-2501-3E02-944A-CEB09D90BAE7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059936" cy="1822134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DCC75031-1551-CC0C-B11B-5893C15E1E65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619530" cy="2918462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2B7F140D-2059-47BE-E91B-E094E13DCAE1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2684027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2C18984B-D35E-939A-D839-CFC7BFCF6A81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1822134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768EB485-29E1-A07C-460F-F4AB95A5D8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2918462"/>
                    </a:xfrm>
                    <a:grpFill/>
                  </p:grpSpPr>
                  <p:sp>
                    <p:nvSpPr>
                      <p:cNvPr id="45" name="Text 0">
                        <a:extLst>
                          <a:ext uri="{FF2B5EF4-FFF2-40B4-BE49-F238E27FC236}">
                            <a16:creationId xmlns:a16="http://schemas.microsoft.com/office/drawing/2014/main" id="{5BA52D11-12B8-B269-4A4D-156D214C5E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1355049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The 5 Cs of Supply Chain Management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46" name="Shape 1">
                        <a:extLst>
                          <a:ext uri="{FF2B5EF4-FFF2-40B4-BE49-F238E27FC236}">
                            <a16:creationId xmlns:a16="http://schemas.microsoft.com/office/drawing/2014/main" id="{209540A1-5577-B4DA-6B3E-D7C09FCF88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44" name="Text 2" descr="Decorative – no critical information">
                      <a:extLst>
                        <a:ext uri="{FF2B5EF4-FFF2-40B4-BE49-F238E27FC236}">
                          <a16:creationId xmlns:a16="http://schemas.microsoft.com/office/drawing/2014/main" id="{CBDA7839-1966-0E5C-5E5D-94A6BC6173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24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Cost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2" name="Text 3" descr="Decorative – no critical information">
                    <a:extLst>
                      <a:ext uri="{FF2B5EF4-FFF2-40B4-BE49-F238E27FC236}">
                        <a16:creationId xmlns:a16="http://schemas.microsoft.com/office/drawing/2014/main" id="{3241846A-91E2-1D76-8ED5-65DCB555CD91}"/>
                      </a:ext>
                    </a:extLst>
                  </p:cNvPr>
                  <p:cNvSpPr/>
                  <p:nvPr/>
                </p:nvSpPr>
                <p:spPr>
                  <a:xfrm>
                    <a:off x="1028224" y="3313271"/>
                    <a:ext cx="3727490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Minimizing expenses while maintaining quality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0" name="Shape 4" descr="Decorative – no critical information">
                  <a:extLst>
                    <a:ext uri="{FF2B5EF4-FFF2-40B4-BE49-F238E27FC236}">
                      <a16:creationId xmlns:a16="http://schemas.microsoft.com/office/drawing/2014/main" id="{AB6BEA66-35BA-740D-48C7-80E4243F38A5}"/>
                    </a:ext>
                  </a:extLst>
                </p:cNvPr>
                <p:cNvSpPr/>
                <p:nvPr/>
              </p:nvSpPr>
              <p:spPr>
                <a:xfrm>
                  <a:off x="5216962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8" name="Text 5" descr="Decorative – no critical information">
                <a:extLst>
                  <a:ext uri="{FF2B5EF4-FFF2-40B4-BE49-F238E27FC236}">
                    <a16:creationId xmlns:a16="http://schemas.microsoft.com/office/drawing/2014/main" id="{97788DA1-D7CE-4D43-E55D-4279642114AE}"/>
                  </a:ext>
                </a:extLst>
              </p:cNvPr>
              <p:cNvSpPr/>
              <p:nvPr/>
            </p:nvSpPr>
            <p:spPr>
              <a:xfrm>
                <a:off x="5451396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Capacity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Text 6" descr="Decorative – no critical information">
              <a:extLst>
                <a:ext uri="{FF2B5EF4-FFF2-40B4-BE49-F238E27FC236}">
                  <a16:creationId xmlns:a16="http://schemas.microsoft.com/office/drawing/2014/main" id="{39475358-2D0A-2168-80B5-5BF1098AF178}"/>
                </a:ext>
              </a:extLst>
            </p:cNvPr>
            <p:cNvSpPr/>
            <p:nvPr/>
          </p:nvSpPr>
          <p:spPr>
            <a:xfrm>
              <a:off x="5451396" y="3313271"/>
              <a:ext cx="3727490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Ensuring agility to scale operations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C05A41D-EAE2-BB85-94F2-CBBCF79A1135}"/>
              </a:ext>
            </a:extLst>
          </p:cNvPr>
          <p:cNvGrpSpPr/>
          <p:nvPr/>
        </p:nvGrpSpPr>
        <p:grpSpPr>
          <a:xfrm>
            <a:off x="793790" y="1355049"/>
            <a:ext cx="13042701" cy="2918462"/>
            <a:chOff x="793790" y="1355049"/>
            <a:chExt cx="13042701" cy="2918462"/>
          </a:xfrm>
          <a:solidFill>
            <a:srgbClr val="C07000"/>
          </a:solidFill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5D8EA43-A588-FDBC-1402-55180236E76C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385096" cy="2684027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9BFBBA8-AF13-16FF-6A19-5A3509294C95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059936" cy="1822134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BBC155E2-AC06-711E-CAAA-0D1E77F74B26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619530" cy="2918462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DFB0D467-459B-D56C-A536-4A6DCBC31C0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2684027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8A69A662-E608-7B1F-4640-D6CDE0B775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1822134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415BDDE1-A52D-1547-483B-D9D62C3CA8A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2918462"/>
                      </a:xfrm>
                      <a:grpFill/>
                    </p:grpSpPr>
                    <p:sp>
                      <p:nvSpPr>
                        <p:cNvPr id="60" name="Text 0">
                          <a:extLst>
                            <a:ext uri="{FF2B5EF4-FFF2-40B4-BE49-F238E27FC236}">
                              <a16:creationId xmlns:a16="http://schemas.microsoft.com/office/drawing/2014/main" id="{D67F9E9B-E940-1E85-3796-0F171860C55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1355049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The 5 Cs of Supply Chain Management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61" name="Shape 1">
                          <a:extLst>
                            <a:ext uri="{FF2B5EF4-FFF2-40B4-BE49-F238E27FC236}">
                              <a16:creationId xmlns:a16="http://schemas.microsoft.com/office/drawing/2014/main" id="{F19BF599-ED35-A1ED-8CEF-B7A8A50629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59" name="Text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875CAE40-7E16-2BA2-20F8-86F233148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24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Cost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7" name="Text 3" descr="Decorative – no critical information">
                      <a:extLst>
                        <a:ext uri="{FF2B5EF4-FFF2-40B4-BE49-F238E27FC236}">
                          <a16:creationId xmlns:a16="http://schemas.microsoft.com/office/drawing/2014/main" id="{6C372C61-28EA-2BFA-3077-B46A93A915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24" y="3313271"/>
                      <a:ext cx="3727490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Minimizing expenses while maintaining quality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5" name="Shape 4" descr="Decorative – no critical information">
                    <a:extLst>
                      <a:ext uri="{FF2B5EF4-FFF2-40B4-BE49-F238E27FC236}">
                        <a16:creationId xmlns:a16="http://schemas.microsoft.com/office/drawing/2014/main" id="{0E354193-0BDB-3927-1213-157D7EC4EE7E}"/>
                      </a:ext>
                    </a:extLst>
                  </p:cNvPr>
                  <p:cNvSpPr/>
                  <p:nvPr/>
                </p:nvSpPr>
                <p:spPr>
                  <a:xfrm>
                    <a:off x="5216962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Text 5" descr="Decorative – no critical information">
                  <a:extLst>
                    <a:ext uri="{FF2B5EF4-FFF2-40B4-BE49-F238E27FC236}">
                      <a16:creationId xmlns:a16="http://schemas.microsoft.com/office/drawing/2014/main" id="{AFE6733F-C0A2-DF68-3FE3-6928F24F4AFD}"/>
                    </a:ext>
                  </a:extLst>
                </p:cNvPr>
                <p:cNvSpPr/>
                <p:nvPr/>
              </p:nvSpPr>
              <p:spPr>
                <a:xfrm>
                  <a:off x="5451396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Capacity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Text 6" descr="Decorative – no critical information">
                <a:extLst>
                  <a:ext uri="{FF2B5EF4-FFF2-40B4-BE49-F238E27FC236}">
                    <a16:creationId xmlns:a16="http://schemas.microsoft.com/office/drawing/2014/main" id="{AAFDDD21-344A-8EB2-C493-53BA61246F5D}"/>
                  </a:ext>
                </a:extLst>
              </p:cNvPr>
              <p:cNvSpPr/>
              <p:nvPr/>
            </p:nvSpPr>
            <p:spPr>
              <a:xfrm>
                <a:off x="5451396" y="3313271"/>
                <a:ext cx="3727490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Ensuring agility to scale operations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9" name="Shape 7" descr="Decorative – no critical information">
              <a:extLst>
                <a:ext uri="{FF2B5EF4-FFF2-40B4-BE49-F238E27FC236}">
                  <a16:creationId xmlns:a16="http://schemas.microsoft.com/office/drawing/2014/main" id="{FDF65FE1-D93C-AC5F-BC82-9B09CE538754}"/>
                </a:ext>
              </a:extLst>
            </p:cNvPr>
            <p:cNvSpPr/>
            <p:nvPr/>
          </p:nvSpPr>
          <p:spPr>
            <a:xfrm>
              <a:off x="9640133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0E2A0B6-EC51-5966-5077-FDD9240E6DEA}"/>
              </a:ext>
            </a:extLst>
          </p:cNvPr>
          <p:cNvGrpSpPr/>
          <p:nvPr/>
        </p:nvGrpSpPr>
        <p:grpSpPr>
          <a:xfrm>
            <a:off x="793790" y="1355049"/>
            <a:ext cx="12483108" cy="1822134"/>
            <a:chOff x="793790" y="1355049"/>
            <a:chExt cx="12483108" cy="1822134"/>
          </a:xfrm>
          <a:solidFill>
            <a:srgbClr val="C07000"/>
          </a:solidFill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287ED7B-CD5C-67FD-E4AA-4A1D54B4AFB8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3042701" cy="2918462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8062B88F-782D-4819-22A1-A94A8737E51E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385096" cy="2684027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06050577-D7D1-C81E-59E0-9106C9857FDD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059936" cy="1822134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D1E64725-E5F6-148C-370A-4FAD92B4DCD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619530" cy="2918462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4419F19C-48E1-DD69-2E7E-075BB2C278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2684027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68C1642D-3809-4A85-A398-542584CA2B3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1822134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535FD6FC-F4C4-9000-AB2B-E99E1C2B515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2918462"/>
                        </a:xfrm>
                        <a:grpFill/>
                      </p:grpSpPr>
                      <p:sp>
                        <p:nvSpPr>
                          <p:cNvPr id="77" name="Text 0">
                            <a:extLst>
                              <a:ext uri="{FF2B5EF4-FFF2-40B4-BE49-F238E27FC236}">
                                <a16:creationId xmlns:a16="http://schemas.microsoft.com/office/drawing/2014/main" id="{95C3D2AB-EF42-03B5-2D83-D49C5CC5F4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1355049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The 5 Cs of Supply Chain Management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8" name="Shape 1">
                            <a:extLst>
                              <a:ext uri="{FF2B5EF4-FFF2-40B4-BE49-F238E27FC236}">
                                <a16:creationId xmlns:a16="http://schemas.microsoft.com/office/drawing/2014/main" id="{F4AE96F1-C286-1425-08EA-285BC83904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2517458"/>
                            <a:ext cx="4196358" cy="1756053"/>
                          </a:xfrm>
                          <a:prstGeom prst="roundRect">
                            <a:avLst>
                              <a:gd name="adj" fmla="val 5425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76" name="Text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93EFAE71-3705-2DED-D3C1-A6E9BA2867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24" y="2751892"/>
                          <a:ext cx="3402330" cy="42529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300"/>
                            </a:lnSpc>
                            <a:buNone/>
                          </a:pPr>
                          <a:r>
                            <a:rPr lang="en-US" sz="265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Cost</a:t>
                          </a:r>
                          <a:endParaRPr lang="en-US" sz="26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74" name="Text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E348C7DF-9BA1-FA3D-646C-3FAA24FFB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24" y="3313271"/>
                        <a:ext cx="3727490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Minimizing expenses while maintaining quality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72" name="Shape 4" descr="Decorative – no critical information">
                      <a:extLst>
                        <a:ext uri="{FF2B5EF4-FFF2-40B4-BE49-F238E27FC236}">
                          <a16:creationId xmlns:a16="http://schemas.microsoft.com/office/drawing/2014/main" id="{DC9FFB4E-7DD8-35BE-BD6C-B7E53F40E6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16962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70" name="Text 5" descr="Decorative – no critical information">
                    <a:extLst>
                      <a:ext uri="{FF2B5EF4-FFF2-40B4-BE49-F238E27FC236}">
                        <a16:creationId xmlns:a16="http://schemas.microsoft.com/office/drawing/2014/main" id="{1B5FA698-FEFA-DFA7-6D36-3791F766C864}"/>
                      </a:ext>
                    </a:extLst>
                  </p:cNvPr>
                  <p:cNvSpPr/>
                  <p:nvPr/>
                </p:nvSpPr>
                <p:spPr>
                  <a:xfrm>
                    <a:off x="5451396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Capacity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Text 6" descr="Decorative – no critical information">
                  <a:extLst>
                    <a:ext uri="{FF2B5EF4-FFF2-40B4-BE49-F238E27FC236}">
                      <a16:creationId xmlns:a16="http://schemas.microsoft.com/office/drawing/2014/main" id="{170CB6C3-8C1F-5520-26E6-D47167212DE9}"/>
                    </a:ext>
                  </a:extLst>
                </p:cNvPr>
                <p:cNvSpPr/>
                <p:nvPr/>
              </p:nvSpPr>
              <p:spPr>
                <a:xfrm>
                  <a:off x="5451396" y="3313271"/>
                  <a:ext cx="3727490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Ensuring agility to scale operations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6" name="Shape 7" descr="Decorative – no critical information">
                <a:extLst>
                  <a:ext uri="{FF2B5EF4-FFF2-40B4-BE49-F238E27FC236}">
                    <a16:creationId xmlns:a16="http://schemas.microsoft.com/office/drawing/2014/main" id="{C71AB24F-4CC6-94BD-A6B3-6F2101ABDC9D}"/>
                  </a:ext>
                </a:extLst>
              </p:cNvPr>
              <p:cNvSpPr/>
              <p:nvPr/>
            </p:nvSpPr>
            <p:spPr>
              <a:xfrm>
                <a:off x="9640133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" name="Text 8" descr="Decorative – no critical information">
              <a:extLst>
                <a:ext uri="{FF2B5EF4-FFF2-40B4-BE49-F238E27FC236}">
                  <a16:creationId xmlns:a16="http://schemas.microsoft.com/office/drawing/2014/main" id="{4F6101CB-65D3-2F7A-8B5B-D0B9B94AD7C5}"/>
                </a:ext>
              </a:extLst>
            </p:cNvPr>
            <p:cNvSpPr/>
            <p:nvPr/>
          </p:nvSpPr>
          <p:spPr>
            <a:xfrm>
              <a:off x="9874568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Connectivity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2A1F5B6-49CC-79DF-5ABA-1EAA25ADFBCF}"/>
              </a:ext>
            </a:extLst>
          </p:cNvPr>
          <p:cNvGrpSpPr/>
          <p:nvPr/>
        </p:nvGrpSpPr>
        <p:grpSpPr>
          <a:xfrm>
            <a:off x="793790" y="1355049"/>
            <a:ext cx="12808268" cy="2321125"/>
            <a:chOff x="793790" y="1355049"/>
            <a:chExt cx="12808268" cy="2321125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6F9C80E-F45F-B4AB-1256-00AF904A604D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2483108" cy="1822134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D0F899E6-4CE8-56AE-96EA-63931709E253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3042701" cy="2918462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AB4C83EE-377E-6FBF-9033-339DC98BCF6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385096" cy="2684027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FE2F60D7-6D54-E55E-6EAD-21C4D4652EA7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059936" cy="1822134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007A6805-2C65-1EDC-CDF2-59892D5351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619530" cy="2918462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BAC323F3-925B-2E24-6973-41714B41B5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2684027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69066096-0D9F-195D-C08B-C14CD80E5D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1822134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FBEE52B9-3961-8469-8611-2356CE3022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2918462"/>
                          </a:xfrm>
                          <a:grpFill/>
                        </p:grpSpPr>
                        <p:sp>
                          <p:nvSpPr>
                            <p:cNvPr id="96" name="Text 0">
                              <a:extLst>
                                <a:ext uri="{FF2B5EF4-FFF2-40B4-BE49-F238E27FC236}">
                                  <a16:creationId xmlns:a16="http://schemas.microsoft.com/office/drawing/2014/main" id="{7AD8223C-A284-7732-1EA7-6112EE894F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1355049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The 5 Cs of Supply Chain Management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97" name="Shape 1">
                              <a:extLst>
                                <a:ext uri="{FF2B5EF4-FFF2-40B4-BE49-F238E27FC236}">
                                  <a16:creationId xmlns:a16="http://schemas.microsoft.com/office/drawing/2014/main" id="{AD6CAE11-E79A-949F-26AE-0D3D0A1029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2517458"/>
                              <a:ext cx="4196358" cy="1756053"/>
                            </a:xfrm>
                            <a:prstGeom prst="roundRect">
                              <a:avLst>
                                <a:gd name="adj" fmla="val 5425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95" name="Text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28B3798C-9104-C6DB-FC75-5A2233DF93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24" y="2751892"/>
                            <a:ext cx="3402330" cy="42529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300"/>
                              </a:lnSpc>
                              <a:buNone/>
                            </a:pPr>
                            <a:r>
                              <a:rPr lang="en-US" sz="265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Cost</a:t>
                            </a:r>
                            <a:endParaRPr lang="en-US" sz="26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93" name="Text 3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87D12C57-646C-3495-3D1A-275D61DAE2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24" y="3313271"/>
                          <a:ext cx="3727490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Minimizing expenses while maintaining quality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91" name="Shape 4" descr="Decorative – no critical information">
                        <a:extLst>
                          <a:ext uri="{FF2B5EF4-FFF2-40B4-BE49-F238E27FC236}">
                            <a16:creationId xmlns:a16="http://schemas.microsoft.com/office/drawing/2014/main" id="{65173A6D-B741-66BB-422D-EA83724526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16962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89" name="Text 5" descr="Decorative – no critical information">
                      <a:extLst>
                        <a:ext uri="{FF2B5EF4-FFF2-40B4-BE49-F238E27FC236}">
                          <a16:creationId xmlns:a16="http://schemas.microsoft.com/office/drawing/2014/main" id="{F55FF61C-7F78-0001-AF5A-F78183505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396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Capacity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Text 6" descr="Decorative – no critical information">
                    <a:extLst>
                      <a:ext uri="{FF2B5EF4-FFF2-40B4-BE49-F238E27FC236}">
                        <a16:creationId xmlns:a16="http://schemas.microsoft.com/office/drawing/2014/main" id="{B3CE4FF0-8454-C1F2-1D15-35460BB69575}"/>
                      </a:ext>
                    </a:extLst>
                  </p:cNvPr>
                  <p:cNvSpPr/>
                  <p:nvPr/>
                </p:nvSpPr>
                <p:spPr>
                  <a:xfrm>
                    <a:off x="5451396" y="3313271"/>
                    <a:ext cx="3727490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Ensuring agility to scale operations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5" name="Shape 7" descr="Decorative – no critical information">
                  <a:extLst>
                    <a:ext uri="{FF2B5EF4-FFF2-40B4-BE49-F238E27FC236}">
                      <a16:creationId xmlns:a16="http://schemas.microsoft.com/office/drawing/2014/main" id="{A34E2DAC-8406-2B39-8600-6C21F665EBF6}"/>
                    </a:ext>
                  </a:extLst>
                </p:cNvPr>
                <p:cNvSpPr/>
                <p:nvPr/>
              </p:nvSpPr>
              <p:spPr>
                <a:xfrm>
                  <a:off x="9640133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3" name="Text 8" descr="Decorative – no critical information">
                <a:extLst>
                  <a:ext uri="{FF2B5EF4-FFF2-40B4-BE49-F238E27FC236}">
                    <a16:creationId xmlns:a16="http://schemas.microsoft.com/office/drawing/2014/main" id="{01A4B168-EAC0-8CBB-8202-DA0D1B140C1C}"/>
                  </a:ext>
                </a:extLst>
              </p:cNvPr>
              <p:cNvSpPr/>
              <p:nvPr/>
            </p:nvSpPr>
            <p:spPr>
              <a:xfrm>
                <a:off x="9874568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Connectivity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1" name="Text 9" descr="Decorative – no critical information">
              <a:extLst>
                <a:ext uri="{FF2B5EF4-FFF2-40B4-BE49-F238E27FC236}">
                  <a16:creationId xmlns:a16="http://schemas.microsoft.com/office/drawing/2014/main" id="{2AEFF14A-1736-690C-E7A7-F07BC826822C}"/>
                </a:ext>
              </a:extLst>
            </p:cNvPr>
            <p:cNvSpPr/>
            <p:nvPr/>
          </p:nvSpPr>
          <p:spPr>
            <a:xfrm>
              <a:off x="9874568" y="3313271"/>
              <a:ext cx="3727490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Linking partners for seamless flow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BFA624-A2EC-6E39-F2B0-0D6F2AD86976}"/>
              </a:ext>
            </a:extLst>
          </p:cNvPr>
          <p:cNvGrpSpPr/>
          <p:nvPr/>
        </p:nvGrpSpPr>
        <p:grpSpPr>
          <a:xfrm>
            <a:off x="793790" y="1355049"/>
            <a:ext cx="6407944" cy="4538425"/>
            <a:chOff x="793790" y="1355049"/>
            <a:chExt cx="6407944" cy="4538425"/>
          </a:xfrm>
          <a:solidFill>
            <a:srgbClr val="C07000"/>
          </a:solidFill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B7E15C0-A926-0612-F0E7-4C4CF6B787E6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2808268" cy="2321125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700F9EF-D873-6CE7-FEB9-D7CF7BA7F783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2483108" cy="1822134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A593C432-7900-9BE2-AE8D-B24A353E8645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3042701" cy="2918462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6C0EC277-A024-31AF-EAF2-A023464FC651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385096" cy="2684027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2A7ABA8F-8A92-3DF6-ADB7-6AF55F1942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059936" cy="1822134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77A883F5-931C-8B09-9A20-6A65E650A1C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619530" cy="2918462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5DE7C8DA-D7BD-97B3-B06F-BDCE8FC8D3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2684027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41722D3E-A49E-2EFE-C6D1-EDF4DD296D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1822134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AB303F41-B5C1-5A15-0B3E-03A06AB5ED2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2918462"/>
                            </a:xfrm>
                            <a:grpFill/>
                          </p:grpSpPr>
                          <p:sp>
                            <p:nvSpPr>
                              <p:cNvPr id="117" name="Text 0">
                                <a:extLst>
                                  <a:ext uri="{FF2B5EF4-FFF2-40B4-BE49-F238E27FC236}">
                                    <a16:creationId xmlns:a16="http://schemas.microsoft.com/office/drawing/2014/main" id="{2334171B-FC27-C486-88E3-B4A9FF39ADE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1355049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5 Cs of Supply Chain Management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18" name="Shape 1">
                                <a:extLst>
                                  <a:ext uri="{FF2B5EF4-FFF2-40B4-BE49-F238E27FC236}">
                                    <a16:creationId xmlns:a16="http://schemas.microsoft.com/office/drawing/2014/main" id="{84FD32DD-3FAC-969F-BFF7-252D13D12BA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2517458"/>
                                <a:ext cx="4196358" cy="1756053"/>
                              </a:xfrm>
                              <a:prstGeom prst="roundRect">
                                <a:avLst>
                                  <a:gd name="adj" fmla="val 5425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16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E819220B-B6AB-5C67-1ED2-E305BB889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24" y="2751892"/>
                              <a:ext cx="3402330" cy="42529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300"/>
                                </a:lnSpc>
                                <a:buNone/>
                              </a:pPr>
                              <a:r>
                                <a:rPr lang="en-US" sz="265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Cost</a:t>
                              </a:r>
                              <a:endParaRPr lang="en-US" sz="26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14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EAC4E8D5-CF47-5C08-12B8-C752C58B73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24" y="3313271"/>
                            <a:ext cx="3727490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Minimizing expenses while maintaining quality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12" name="Shape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EE64FA48-BE13-9163-7F1E-F388CE47E1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16962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10" name="Text 5" descr="Decorative – no critical information">
                        <a:extLst>
                          <a:ext uri="{FF2B5EF4-FFF2-40B4-BE49-F238E27FC236}">
                            <a16:creationId xmlns:a16="http://schemas.microsoft.com/office/drawing/2014/main" id="{0F3826C0-45CB-246D-9B7A-393A3D3617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1396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Capacity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Text 6" descr="Decorative – no critical information">
                      <a:extLst>
                        <a:ext uri="{FF2B5EF4-FFF2-40B4-BE49-F238E27FC236}">
                          <a16:creationId xmlns:a16="http://schemas.microsoft.com/office/drawing/2014/main" id="{4916790E-4E0D-C95D-1BE0-130EF0AD31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1396" y="3313271"/>
                      <a:ext cx="3727490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Ensuring agility to scale operations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06" name="Shape 7" descr="Decorative – no critical information">
                    <a:extLst>
                      <a:ext uri="{FF2B5EF4-FFF2-40B4-BE49-F238E27FC236}">
                        <a16:creationId xmlns:a16="http://schemas.microsoft.com/office/drawing/2014/main" id="{BDEBC1C2-8244-AE38-95EC-231E762F16C4}"/>
                      </a:ext>
                    </a:extLst>
                  </p:cNvPr>
                  <p:cNvSpPr/>
                  <p:nvPr/>
                </p:nvSpPr>
                <p:spPr>
                  <a:xfrm>
                    <a:off x="9640133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4" name="Text 8" descr="Decorative – no critical information">
                  <a:extLst>
                    <a:ext uri="{FF2B5EF4-FFF2-40B4-BE49-F238E27FC236}">
                      <a16:creationId xmlns:a16="http://schemas.microsoft.com/office/drawing/2014/main" id="{E2617D41-CC59-D7F4-9EC3-B6C2445FE59B}"/>
                    </a:ext>
                  </a:extLst>
                </p:cNvPr>
                <p:cNvSpPr/>
                <p:nvPr/>
              </p:nvSpPr>
              <p:spPr>
                <a:xfrm>
                  <a:off x="9874568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Connectivity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02" name="Text 9" descr="Decorative – no critical information">
                <a:extLst>
                  <a:ext uri="{FF2B5EF4-FFF2-40B4-BE49-F238E27FC236}">
                    <a16:creationId xmlns:a16="http://schemas.microsoft.com/office/drawing/2014/main" id="{AC0C7139-19A7-EEDC-DB1D-3DB26BC4AB83}"/>
                  </a:ext>
                </a:extLst>
              </p:cNvPr>
              <p:cNvSpPr/>
              <p:nvPr/>
            </p:nvSpPr>
            <p:spPr>
              <a:xfrm>
                <a:off x="9874568" y="3313271"/>
                <a:ext cx="3727490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Linking partners for seamless flow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0" name="Shape 10" descr="Decorative – no critical information">
              <a:extLst>
                <a:ext uri="{FF2B5EF4-FFF2-40B4-BE49-F238E27FC236}">
                  <a16:creationId xmlns:a16="http://schemas.microsoft.com/office/drawing/2014/main" id="{5E643A3B-A0EC-ED74-3E6C-6C6E4DD6B837}"/>
                </a:ext>
              </a:extLst>
            </p:cNvPr>
            <p:cNvSpPr/>
            <p:nvPr/>
          </p:nvSpPr>
          <p:spPr>
            <a:xfrm>
              <a:off x="793790" y="4500324"/>
              <a:ext cx="6407944" cy="1393150"/>
            </a:xfrm>
            <a:prstGeom prst="roundRect">
              <a:avLst>
                <a:gd name="adj" fmla="val 6838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8AD433B-8965-B9E3-F366-EDBDDCCD876C}"/>
              </a:ext>
            </a:extLst>
          </p:cNvPr>
          <p:cNvGrpSpPr/>
          <p:nvPr/>
        </p:nvGrpSpPr>
        <p:grpSpPr>
          <a:xfrm>
            <a:off x="793790" y="1355049"/>
            <a:ext cx="4572000" cy="3805000"/>
            <a:chOff x="793790" y="1355049"/>
            <a:chExt cx="4572000" cy="3805000"/>
          </a:xfrm>
          <a:solidFill>
            <a:srgbClr val="C07000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6585FBB-BBBE-963E-E9DC-588F66D9487C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6407944" cy="4538425"/>
            </a:xfrm>
            <a:grpFill/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08B84423-C447-1B8D-CCAB-E48BE3F9CB70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2808268" cy="2321125"/>
              </a:xfrm>
              <a:grpFill/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92FC3144-5926-07AC-EED5-96D5C875881F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2483108" cy="1822134"/>
                </a:xfrm>
                <a:grpFill/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009569AB-D69D-D330-C932-00AF3A7DD4F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3042701" cy="2918462"/>
                  </a:xfrm>
                  <a:grpFill/>
                </p:grpSpPr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0D4E1EA0-B1A7-5F6D-3030-10A3CC5282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385096" cy="2684027"/>
                    </a:xfrm>
                    <a:grpFill/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F33A59C2-393D-364F-6ABF-62E632AE9B3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059936" cy="1822134"/>
                      </a:xfrm>
                      <a:grpFill/>
                    </p:grpSpPr>
                    <p:grpSp>
                      <p:nvGrpSpPr>
                        <p:cNvPr id="132" name="Group 131">
                          <a:extLst>
                            <a:ext uri="{FF2B5EF4-FFF2-40B4-BE49-F238E27FC236}">
                              <a16:creationId xmlns:a16="http://schemas.microsoft.com/office/drawing/2014/main" id="{DE50C587-8FFE-CC07-91CB-67262EF88D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619530" cy="2918462"/>
                        </a:xfrm>
                        <a:grpFill/>
                      </p:grpSpPr>
                      <p:grpSp>
                        <p:nvGrpSpPr>
                          <p:cNvPr id="134" name="Group 133">
                            <a:extLst>
                              <a:ext uri="{FF2B5EF4-FFF2-40B4-BE49-F238E27FC236}">
                                <a16:creationId xmlns:a16="http://schemas.microsoft.com/office/drawing/2014/main" id="{C0891E5F-3190-FA8C-50D8-E534FE88EC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2684027"/>
                          </a:xfrm>
                          <a:grpFill/>
                        </p:grpSpPr>
                        <p:grpSp>
                          <p:nvGrpSpPr>
                            <p:cNvPr id="136" name="Group 135">
                              <a:extLst>
                                <a:ext uri="{FF2B5EF4-FFF2-40B4-BE49-F238E27FC236}">
                                  <a16:creationId xmlns:a16="http://schemas.microsoft.com/office/drawing/2014/main" id="{A3621302-3EA5-D6EF-C2B5-66D0B98FDAF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1822134"/>
                            </a:xfrm>
                            <a:grpFill/>
                          </p:grpSpPr>
                          <p:grpSp>
                            <p:nvGrpSpPr>
                              <p:cNvPr id="138" name="Group 137">
                                <a:extLst>
                                  <a:ext uri="{FF2B5EF4-FFF2-40B4-BE49-F238E27FC236}">
                                    <a16:creationId xmlns:a16="http://schemas.microsoft.com/office/drawing/2014/main" id="{D2892C6D-1CA3-4676-4256-8CE7096C005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2918462"/>
                              </a:xfrm>
                              <a:grpFill/>
                            </p:grpSpPr>
                            <p:sp>
                              <p:nvSpPr>
                                <p:cNvPr id="140" name="Text 0">
                                  <a:extLst>
                                    <a:ext uri="{FF2B5EF4-FFF2-40B4-BE49-F238E27FC236}">
                                      <a16:creationId xmlns:a16="http://schemas.microsoft.com/office/drawing/2014/main" id="{AE3BD898-2F6A-AA79-1EF2-E4A757420D5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1355049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The 5 Cs of Supply Chain Management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41" name="Shape 1">
                                  <a:extLst>
                                    <a:ext uri="{FF2B5EF4-FFF2-40B4-BE49-F238E27FC236}">
                                      <a16:creationId xmlns:a16="http://schemas.microsoft.com/office/drawing/2014/main" id="{F5C1A335-535F-4C56-FBF0-BF8A4245ECC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2517458"/>
                                  <a:ext cx="4196358" cy="1756053"/>
                                </a:xfrm>
                                <a:prstGeom prst="roundRect">
                                  <a:avLst>
                                    <a:gd name="adj" fmla="val 5425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139" name="Text 2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21B46651-5150-6436-482E-7C92215466E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028224" y="2751892"/>
                                <a:ext cx="3402330" cy="42529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300"/>
                                  </a:lnSpc>
                                  <a:buNone/>
                                </a:pPr>
                                <a:r>
                                  <a:rPr lang="en-US" sz="265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Cost</a:t>
                                </a:r>
                                <a:endParaRPr lang="en-US" sz="26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37" name="Text 3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E3CD4470-CE3F-5E69-AEBF-D7F7C8B3DE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24" y="3313271"/>
                              <a:ext cx="3727490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Minimizing expenses while maintaining quality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35" name="Shape 4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D480AB9C-E7A9-DC37-FEC3-AA6953B83E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216962" y="2517458"/>
                            <a:ext cx="4196358" cy="1756053"/>
                          </a:xfrm>
                          <a:prstGeom prst="roundRect">
                            <a:avLst>
                              <a:gd name="adj" fmla="val 5425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33" name="Text 5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776242A5-DF3A-2C19-3050-80664D2C69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51396" y="2751892"/>
                          <a:ext cx="3402330" cy="42529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300"/>
                            </a:lnSpc>
                            <a:buNone/>
                          </a:pPr>
                          <a:r>
                            <a:rPr lang="en-US" sz="265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Capacity</a:t>
                          </a:r>
                          <a:endParaRPr lang="en-US" sz="26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Text 6" descr="Decorative – no critical information">
                        <a:extLst>
                          <a:ext uri="{FF2B5EF4-FFF2-40B4-BE49-F238E27FC236}">
                            <a16:creationId xmlns:a16="http://schemas.microsoft.com/office/drawing/2014/main" id="{5EA377EA-85D3-D4D0-D9FF-8264B7303E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1396" y="3313271"/>
                        <a:ext cx="3727490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Ensuring agility to scale operations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29" name="Shape 7" descr="Decorative – no critical information">
                      <a:extLst>
                        <a:ext uri="{FF2B5EF4-FFF2-40B4-BE49-F238E27FC236}">
                          <a16:creationId xmlns:a16="http://schemas.microsoft.com/office/drawing/2014/main" id="{8429D2E1-6C5B-4402-955F-8B70267324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40133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7" name="Text 8" descr="Decorative – no critical information">
                    <a:extLst>
                      <a:ext uri="{FF2B5EF4-FFF2-40B4-BE49-F238E27FC236}">
                        <a16:creationId xmlns:a16="http://schemas.microsoft.com/office/drawing/2014/main" id="{CA9F4E99-4A8A-DD7D-60AA-C9E1A8C0B33C}"/>
                      </a:ext>
                    </a:extLst>
                  </p:cNvPr>
                  <p:cNvSpPr/>
                  <p:nvPr/>
                </p:nvSpPr>
                <p:spPr>
                  <a:xfrm>
                    <a:off x="9874568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Connectivity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5" name="Text 9" descr="Decorative – no critical information">
                  <a:extLst>
                    <a:ext uri="{FF2B5EF4-FFF2-40B4-BE49-F238E27FC236}">
                      <a16:creationId xmlns:a16="http://schemas.microsoft.com/office/drawing/2014/main" id="{0D3DA1A8-C464-3EFE-D862-04089CDBD1DD}"/>
                    </a:ext>
                  </a:extLst>
                </p:cNvPr>
                <p:cNvSpPr/>
                <p:nvPr/>
              </p:nvSpPr>
              <p:spPr>
                <a:xfrm>
                  <a:off x="9874568" y="3313271"/>
                  <a:ext cx="3727490" cy="36290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Linking partners for seamless flow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3" name="Shape 10" descr="Decorative – no critical information">
                <a:extLst>
                  <a:ext uri="{FF2B5EF4-FFF2-40B4-BE49-F238E27FC236}">
                    <a16:creationId xmlns:a16="http://schemas.microsoft.com/office/drawing/2014/main" id="{9E193B00-274A-5E08-1FD9-6FE4FA0A4CF2}"/>
                  </a:ext>
                </a:extLst>
              </p:cNvPr>
              <p:cNvSpPr/>
              <p:nvPr/>
            </p:nvSpPr>
            <p:spPr>
              <a:xfrm>
                <a:off x="793790" y="4500324"/>
                <a:ext cx="6407944" cy="1393150"/>
              </a:xfrm>
              <a:prstGeom prst="roundRect">
                <a:avLst>
                  <a:gd name="adj" fmla="val 6838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1" name="Text 11" descr="Decorative – no critical information">
              <a:extLst>
                <a:ext uri="{FF2B5EF4-FFF2-40B4-BE49-F238E27FC236}">
                  <a16:creationId xmlns:a16="http://schemas.microsoft.com/office/drawing/2014/main" id="{C9735051-5E4F-D180-9014-BFC5819E1234}"/>
                </a:ext>
              </a:extLst>
            </p:cNvPr>
            <p:cNvSpPr/>
            <p:nvPr/>
          </p:nvSpPr>
          <p:spPr>
            <a:xfrm>
              <a:off x="1028224" y="4734758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Compliance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30AF2D5-4D63-CEE6-E424-B9299A90DE86}"/>
              </a:ext>
            </a:extLst>
          </p:cNvPr>
          <p:cNvGrpSpPr/>
          <p:nvPr/>
        </p:nvGrpSpPr>
        <p:grpSpPr>
          <a:xfrm>
            <a:off x="793790" y="1355049"/>
            <a:ext cx="6173510" cy="4303992"/>
            <a:chOff x="793790" y="1355049"/>
            <a:chExt cx="6173510" cy="4303992"/>
          </a:xfrm>
          <a:solidFill>
            <a:srgbClr val="C07000"/>
          </a:solidFill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305EB29-678B-AEF1-8486-0BB59B8B8F10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3805000"/>
            </a:xfrm>
            <a:grpFill/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E18BDCD3-A505-2BC3-970E-7329F826964E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6407944" cy="4538425"/>
              </a:xfrm>
              <a:grpFill/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0DF2098C-6DAC-F2EA-C421-E349C0C049EC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2808268" cy="2321125"/>
                </a:xfrm>
                <a:grpFill/>
              </p:grpSpPr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7C22F4A7-F3DA-8292-8EDB-A89EFB892F57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2483108" cy="1822134"/>
                  </a:xfrm>
                  <a:grpFill/>
                </p:grpSpPr>
                <p:grpSp>
                  <p:nvGrpSpPr>
                    <p:cNvPr id="151" name="Group 150">
                      <a:extLst>
                        <a:ext uri="{FF2B5EF4-FFF2-40B4-BE49-F238E27FC236}">
                          <a16:creationId xmlns:a16="http://schemas.microsoft.com/office/drawing/2014/main" id="{4FAA042A-1991-1B0C-2726-38CF86A707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13042701" cy="2918462"/>
                    </a:xfrm>
                    <a:grpFill/>
                  </p:grpSpPr>
                  <p:grpSp>
                    <p:nvGrpSpPr>
                      <p:cNvPr id="153" name="Group 152">
                        <a:extLst>
                          <a:ext uri="{FF2B5EF4-FFF2-40B4-BE49-F238E27FC236}">
                            <a16:creationId xmlns:a16="http://schemas.microsoft.com/office/drawing/2014/main" id="{E880A4B9-886E-C00F-4CB7-254633F4BAC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385096" cy="2684027"/>
                      </a:xfrm>
                      <a:grpFill/>
                    </p:grpSpPr>
                    <p:grpSp>
                      <p:nvGrpSpPr>
                        <p:cNvPr id="155" name="Group 154">
                          <a:extLst>
                            <a:ext uri="{FF2B5EF4-FFF2-40B4-BE49-F238E27FC236}">
                              <a16:creationId xmlns:a16="http://schemas.microsoft.com/office/drawing/2014/main" id="{D8DE2C3F-F68A-96D0-9C93-81E92E9160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059936" cy="1822134"/>
                        </a:xfrm>
                        <a:grpFill/>
                      </p:grpSpPr>
                      <p:grpSp>
                        <p:nvGrpSpPr>
                          <p:cNvPr id="157" name="Group 156">
                            <a:extLst>
                              <a:ext uri="{FF2B5EF4-FFF2-40B4-BE49-F238E27FC236}">
                                <a16:creationId xmlns:a16="http://schemas.microsoft.com/office/drawing/2014/main" id="{C074BD0E-8220-237B-489F-5643FF5B285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8619530" cy="2918462"/>
                          </a:xfrm>
                          <a:grpFill/>
                        </p:grpSpPr>
                        <p:grpSp>
                          <p:nvGrpSpPr>
                            <p:cNvPr id="159" name="Group 158">
                              <a:extLst>
                                <a:ext uri="{FF2B5EF4-FFF2-40B4-BE49-F238E27FC236}">
                                  <a16:creationId xmlns:a16="http://schemas.microsoft.com/office/drawing/2014/main" id="{28CE464E-4032-43FC-6B66-7A293BBA98B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2684027"/>
                            </a:xfrm>
                            <a:grpFill/>
                          </p:grpSpPr>
                          <p:grpSp>
                            <p:nvGrpSpPr>
                              <p:cNvPr id="161" name="Group 160">
                                <a:extLst>
                                  <a:ext uri="{FF2B5EF4-FFF2-40B4-BE49-F238E27FC236}">
                                    <a16:creationId xmlns:a16="http://schemas.microsoft.com/office/drawing/2014/main" id="{F364EA27-7BA0-28FB-AB01-1B75A0C74E6F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1822134"/>
                              </a:xfrm>
                              <a:grpFill/>
                            </p:grpSpPr>
                            <p:grpSp>
                              <p:nvGrpSpPr>
                                <p:cNvPr id="163" name="Group 162">
                                  <a:extLst>
                                    <a:ext uri="{FF2B5EF4-FFF2-40B4-BE49-F238E27FC236}">
                                      <a16:creationId xmlns:a16="http://schemas.microsoft.com/office/drawing/2014/main" id="{A723C6D2-963E-CDA5-F2F8-B017B509F71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1355049"/>
                                  <a:ext cx="4572000" cy="1371600"/>
                                  <a:chOff x="793790" y="1355049"/>
                                  <a:chExt cx="4572000" cy="2918462"/>
                                </a:xfrm>
                                <a:grpFill/>
                              </p:grpSpPr>
                              <p:sp>
                                <p:nvSpPr>
                                  <p:cNvPr id="165" name="Text 0">
                                    <a:extLst>
                                      <a:ext uri="{FF2B5EF4-FFF2-40B4-BE49-F238E27FC236}">
                                        <a16:creationId xmlns:a16="http://schemas.microsoft.com/office/drawing/2014/main" id="{CE7EDD60-3558-9ED0-C144-FF9C509783F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1355049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The 5 Cs of Supply Chain Management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66" name="Shape 1">
                                    <a:extLst>
                                      <a:ext uri="{FF2B5EF4-FFF2-40B4-BE49-F238E27FC236}">
                                        <a16:creationId xmlns:a16="http://schemas.microsoft.com/office/drawing/2014/main" id="{494C722C-14FB-5776-9F47-1ED0D23F065A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2517458"/>
                                    <a:ext cx="4196358" cy="1756053"/>
                                  </a:xfrm>
                                  <a:prstGeom prst="roundRect">
                                    <a:avLst>
                                      <a:gd name="adj" fmla="val 5425"/>
                                    </a:avLst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  <a:prstDash val="solid"/>
                                  </a:ln>
                                </p:spPr>
                                <p:txBody>
                                  <a:bodyPr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64" name="Text 2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6EFC215C-010C-3CC0-7A12-4A3DBEA03E3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28224" y="2751892"/>
                                  <a:ext cx="3402330" cy="425291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3300"/>
                                    </a:lnSpc>
                                    <a:buNone/>
                                  </a:pPr>
                                  <a:r>
                                    <a:rPr lang="en-US" sz="265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Cost</a:t>
                                  </a:r>
                                  <a:endParaRPr lang="en-US" sz="26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62" name="Text 3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3FC97DE8-E534-82EC-7A58-D909C44B7D0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028224" y="3313271"/>
                                <a:ext cx="3727490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Minimizing expenses while maintaining quality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60" name="Shape 4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0E505F0C-218A-51EE-1A7E-A3E8AE38683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216962" y="2517458"/>
                              <a:ext cx="4196358" cy="1756053"/>
                            </a:xfrm>
                            <a:prstGeom prst="roundRect">
                              <a:avLst>
                                <a:gd name="adj" fmla="val 5425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158" name="Text 5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5DB40477-85ED-DFAB-6E01-1A3230A5113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396" y="2751892"/>
                            <a:ext cx="3402330" cy="42529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300"/>
                              </a:lnSpc>
                              <a:buNone/>
                            </a:pPr>
                            <a:r>
                              <a:rPr lang="en-US" sz="265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Capacity</a:t>
                            </a:r>
                            <a:endParaRPr lang="en-US" sz="26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6" name="Text 6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DAA9283B-B649-06F5-E7B7-F6819C8093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51396" y="3313271"/>
                          <a:ext cx="3727490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Ensuring agility to scale operations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54" name="Shape 7" descr="Decorative – no critical information">
                        <a:extLst>
                          <a:ext uri="{FF2B5EF4-FFF2-40B4-BE49-F238E27FC236}">
                            <a16:creationId xmlns:a16="http://schemas.microsoft.com/office/drawing/2014/main" id="{36989EBA-B414-FD2A-46B4-4CB94B4ED7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40133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2" name="Text 8" descr="Decorative – no critical information">
                      <a:extLst>
                        <a:ext uri="{FF2B5EF4-FFF2-40B4-BE49-F238E27FC236}">
                          <a16:creationId xmlns:a16="http://schemas.microsoft.com/office/drawing/2014/main" id="{F35175E3-2103-A28B-6624-BFE35A47D0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74568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Connectivity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50" name="Text 9" descr="Decorative – no critical information">
                    <a:extLst>
                      <a:ext uri="{FF2B5EF4-FFF2-40B4-BE49-F238E27FC236}">
                        <a16:creationId xmlns:a16="http://schemas.microsoft.com/office/drawing/2014/main" id="{9A3EB844-F740-C872-2FE5-629EB83D3A65}"/>
                      </a:ext>
                    </a:extLst>
                  </p:cNvPr>
                  <p:cNvSpPr/>
                  <p:nvPr/>
                </p:nvSpPr>
                <p:spPr>
                  <a:xfrm>
                    <a:off x="9874568" y="3313271"/>
                    <a:ext cx="3727490" cy="36290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Linking partners for seamless flow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48" name="Shape 10" descr="Decorative – no critical information">
                  <a:extLst>
                    <a:ext uri="{FF2B5EF4-FFF2-40B4-BE49-F238E27FC236}">
                      <a16:creationId xmlns:a16="http://schemas.microsoft.com/office/drawing/2014/main" id="{3072827B-7B33-2CC1-E113-EF7BE1BF773A}"/>
                    </a:ext>
                  </a:extLst>
                </p:cNvPr>
                <p:cNvSpPr/>
                <p:nvPr/>
              </p:nvSpPr>
              <p:spPr>
                <a:xfrm>
                  <a:off x="793790" y="4500324"/>
                  <a:ext cx="6407944" cy="1393150"/>
                </a:xfrm>
                <a:prstGeom prst="roundRect">
                  <a:avLst>
                    <a:gd name="adj" fmla="val 6838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" name="Text 11" descr="Decorative – no critical information">
                <a:extLst>
                  <a:ext uri="{FF2B5EF4-FFF2-40B4-BE49-F238E27FC236}">
                    <a16:creationId xmlns:a16="http://schemas.microsoft.com/office/drawing/2014/main" id="{9410553E-3EE9-A85E-B789-0D5E3290C0EB}"/>
                  </a:ext>
                </a:extLst>
              </p:cNvPr>
              <p:cNvSpPr/>
              <p:nvPr/>
            </p:nvSpPr>
            <p:spPr>
              <a:xfrm>
                <a:off x="1028224" y="4734758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Compliance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4" name="Text 12" descr="Decorative – no critical information">
              <a:extLst>
                <a:ext uri="{FF2B5EF4-FFF2-40B4-BE49-F238E27FC236}">
                  <a16:creationId xmlns:a16="http://schemas.microsoft.com/office/drawing/2014/main" id="{8E325236-1574-2705-3997-AD6589C75E36}"/>
                </a:ext>
              </a:extLst>
            </p:cNvPr>
            <p:cNvSpPr/>
            <p:nvPr/>
          </p:nvSpPr>
          <p:spPr>
            <a:xfrm>
              <a:off x="1028224" y="5296138"/>
              <a:ext cx="5939076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Meeting regulatory requirements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AE989B5-A0C2-91D2-090C-3F24CDE4BD16}"/>
              </a:ext>
            </a:extLst>
          </p:cNvPr>
          <p:cNvGrpSpPr/>
          <p:nvPr/>
        </p:nvGrpSpPr>
        <p:grpSpPr>
          <a:xfrm>
            <a:off x="793790" y="1355049"/>
            <a:ext cx="13042702" cy="4538425"/>
            <a:chOff x="793790" y="1355049"/>
            <a:chExt cx="13042702" cy="4538425"/>
          </a:xfrm>
          <a:solidFill>
            <a:srgbClr val="C07000"/>
          </a:solidFill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93994F1A-82C0-FE5B-E2C0-9A4128A5E45E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6173510" cy="4303992"/>
            </a:xfrm>
            <a:grpFill/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661C3748-2E70-25A2-F740-3A5B3A61258C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3805000"/>
              </a:xfrm>
              <a:grpFill/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A10CCA51-A846-1537-C6BF-88108909B269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6407944" cy="4538425"/>
                </a:xfrm>
                <a:grpFill/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66FC7A84-CF85-7AEA-B113-8E604AFFC47E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2808268" cy="2321125"/>
                  </a:xfrm>
                  <a:grpFill/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457BE0F2-9E6F-7892-3236-350C01FB0B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12483108" cy="1822134"/>
                    </a:xfrm>
                    <a:grpFill/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581B95E3-6430-0F28-C4BF-9E84366D2A1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13042701" cy="2918462"/>
                      </a:xfrm>
                      <a:grpFill/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C5900BAE-9AB6-26FD-7599-780E1F6F88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385096" cy="2684027"/>
                        </a:xfrm>
                        <a:grpFill/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072A13BE-5460-737B-ADFB-F40E43B764D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8059936" cy="1822134"/>
                          </a:xfrm>
                          <a:grpFill/>
                        </p:grpSpPr>
                        <p:grpSp>
                          <p:nvGrpSpPr>
                            <p:cNvPr id="184" name="Group 183">
                              <a:extLst>
                                <a:ext uri="{FF2B5EF4-FFF2-40B4-BE49-F238E27FC236}">
                                  <a16:creationId xmlns:a16="http://schemas.microsoft.com/office/drawing/2014/main" id="{7E5AEDE6-76C1-E6A1-A51C-6638D7DA003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8619530" cy="2918462"/>
                            </a:xfrm>
                            <a:grpFill/>
                          </p:grpSpPr>
                          <p:grpSp>
                            <p:nvGrpSpPr>
                              <p:cNvPr id="186" name="Group 185">
                                <a:extLst>
                                  <a:ext uri="{FF2B5EF4-FFF2-40B4-BE49-F238E27FC236}">
                                    <a16:creationId xmlns:a16="http://schemas.microsoft.com/office/drawing/2014/main" id="{FDE76A62-3B79-7EC3-0953-52513082C5A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2684027"/>
                              </a:xfrm>
                              <a:grpFill/>
                            </p:grpSpPr>
                            <p:grpSp>
                              <p:nvGrpSpPr>
                                <p:cNvPr id="188" name="Group 187">
                                  <a:extLst>
                                    <a:ext uri="{FF2B5EF4-FFF2-40B4-BE49-F238E27FC236}">
                                      <a16:creationId xmlns:a16="http://schemas.microsoft.com/office/drawing/2014/main" id="{102B9862-AB75-B207-A5D4-D0A79D2C59E4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1355049"/>
                                  <a:ext cx="4572000" cy="1371600"/>
                                  <a:chOff x="793790" y="1355049"/>
                                  <a:chExt cx="4572000" cy="1822134"/>
                                </a:xfrm>
                                <a:grpFill/>
                              </p:grpSpPr>
                              <p:grpSp>
                                <p:nvGrpSpPr>
                                  <p:cNvPr id="190" name="Group 189">
                                    <a:extLst>
                                      <a:ext uri="{FF2B5EF4-FFF2-40B4-BE49-F238E27FC236}">
                                        <a16:creationId xmlns:a16="http://schemas.microsoft.com/office/drawing/2014/main" id="{CDB8DB99-071D-495D-FA96-57027842D1E7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93790" y="1355049"/>
                                    <a:ext cx="4572000" cy="1371600"/>
                                    <a:chOff x="793790" y="1355049"/>
                                    <a:chExt cx="4572000" cy="2918462"/>
                                  </a:xfrm>
                                  <a:grpFill/>
                                </p:grpSpPr>
                                <p:sp>
                                  <p:nvSpPr>
                                    <p:cNvPr id="192" name="Text 0">
                                      <a:extLst>
                                        <a:ext uri="{FF2B5EF4-FFF2-40B4-BE49-F238E27FC236}">
                                          <a16:creationId xmlns:a16="http://schemas.microsoft.com/office/drawing/2014/main" id="{6624A111-CA33-55AB-1399-F0A0DCCB7703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1355049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55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The 5 Cs of Supply Chain Management</a:t>
                                      </a:r>
                                      <a:endParaRPr lang="en-US" sz="44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193" name="Shape 1">
                                      <a:extLst>
                                        <a:ext uri="{FF2B5EF4-FFF2-40B4-BE49-F238E27FC236}">
                                          <a16:creationId xmlns:a16="http://schemas.microsoft.com/office/drawing/2014/main" id="{112A3785-1E38-9F75-4821-D1C08C730345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2517458"/>
                                      <a:ext cx="4196358" cy="1756053"/>
                                    </a:xfrm>
                                    <a:prstGeom prst="roundRect">
                                      <a:avLst>
                                        <a:gd name="adj" fmla="val 5425"/>
                                      </a:avLst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  <a:prstDash val="solid"/>
                                    </a:ln>
                                  </p:spPr>
                                  <p:txBody>
                                    <a:bodyPr/>
                                    <a:lstStyle/>
                                    <a:p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191" name="Text 2" descr="Decorative – no critical information">
                                    <a:extLst>
                                      <a:ext uri="{FF2B5EF4-FFF2-40B4-BE49-F238E27FC236}">
                                        <a16:creationId xmlns:a16="http://schemas.microsoft.com/office/drawing/2014/main" id="{F10A1457-1B75-D875-6111-EFB0BBBDC38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28224" y="2751892"/>
                                    <a:ext cx="3402330" cy="425291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3300"/>
                                      </a:lnSpc>
                                      <a:buNone/>
                                    </a:pPr>
                                    <a:r>
                                      <a:rPr lang="en-US" sz="2650" b="1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Cost</a:t>
                                    </a:r>
                                    <a:endParaRPr lang="en-US" sz="26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89" name="Text 3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74CD357D-FA39-8430-7B2E-653B82D2659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028224" y="3313271"/>
                                  <a:ext cx="3727490" cy="72580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Minimizing expenses while maintaining quality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87" name="Shape 4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1EBB45D1-AD82-63DD-E2D8-D9F3DA9560E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5216962" y="2517458"/>
                                <a:ext cx="4196358" cy="1756053"/>
                              </a:xfrm>
                              <a:prstGeom prst="roundRect">
                                <a:avLst>
                                  <a:gd name="adj" fmla="val 5425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185" name="Text 5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04FD011B-26D3-61BB-AA79-8E63AB2DAA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51396" y="2751892"/>
                              <a:ext cx="3402330" cy="42529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300"/>
                                </a:lnSpc>
                                <a:buNone/>
                              </a:pPr>
                              <a:r>
                                <a:rPr lang="en-US" sz="265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Capacity</a:t>
                              </a:r>
                              <a:endParaRPr lang="en-US" sz="26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3" name="Text 6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AF219AF4-E083-5EFE-21D6-0E1571E3F7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396" y="3313271"/>
                            <a:ext cx="3727490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Ensuring agility to scale operations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81" name="Shape 7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9C0EF4B7-9D3C-C1C7-EC2B-422D8F4297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640133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79" name="Text 8" descr="Decorative – no critical information">
                        <a:extLst>
                          <a:ext uri="{FF2B5EF4-FFF2-40B4-BE49-F238E27FC236}">
                            <a16:creationId xmlns:a16="http://schemas.microsoft.com/office/drawing/2014/main" id="{51BD1F36-FDE3-E897-464F-148F222DD9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74568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Connectivity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77" name="Text 9" descr="Decorative – no critical information">
                      <a:extLst>
                        <a:ext uri="{FF2B5EF4-FFF2-40B4-BE49-F238E27FC236}">
                          <a16:creationId xmlns:a16="http://schemas.microsoft.com/office/drawing/2014/main" id="{9451C913-A6EB-1D97-9823-6FD6717F7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74568" y="3313271"/>
                      <a:ext cx="3727490" cy="362903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Linking partners for seamless flow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75" name="Shape 10" descr="Decorative – no critical information">
                    <a:extLst>
                      <a:ext uri="{FF2B5EF4-FFF2-40B4-BE49-F238E27FC236}">
                        <a16:creationId xmlns:a16="http://schemas.microsoft.com/office/drawing/2014/main" id="{43AA2040-98A8-CC62-8F01-7683223EE287}"/>
                      </a:ext>
                    </a:extLst>
                  </p:cNvPr>
                  <p:cNvSpPr/>
                  <p:nvPr/>
                </p:nvSpPr>
                <p:spPr>
                  <a:xfrm>
                    <a:off x="793790" y="4500324"/>
                    <a:ext cx="6407944" cy="1393150"/>
                  </a:xfrm>
                  <a:prstGeom prst="roundRect">
                    <a:avLst>
                      <a:gd name="adj" fmla="val 6838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3" name="Text 11" descr="Decorative – no critical information">
                  <a:extLst>
                    <a:ext uri="{FF2B5EF4-FFF2-40B4-BE49-F238E27FC236}">
                      <a16:creationId xmlns:a16="http://schemas.microsoft.com/office/drawing/2014/main" id="{8EAB0E9A-1F84-C015-9E6E-EC43FDFDBFAD}"/>
                    </a:ext>
                  </a:extLst>
                </p:cNvPr>
                <p:cNvSpPr/>
                <p:nvPr/>
              </p:nvSpPr>
              <p:spPr>
                <a:xfrm>
                  <a:off x="1028224" y="4734758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Compliance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71" name="Text 12" descr="Decorative – no critical information">
                <a:extLst>
                  <a:ext uri="{FF2B5EF4-FFF2-40B4-BE49-F238E27FC236}">
                    <a16:creationId xmlns:a16="http://schemas.microsoft.com/office/drawing/2014/main" id="{5003496B-60E1-A35C-1C00-6236391F0D7F}"/>
                  </a:ext>
                </a:extLst>
              </p:cNvPr>
              <p:cNvSpPr/>
              <p:nvPr/>
            </p:nvSpPr>
            <p:spPr>
              <a:xfrm>
                <a:off x="1028224" y="5296138"/>
                <a:ext cx="5939076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Meeting regulatory requirements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69" name="Shape 13" descr="Decorative – no critical information">
              <a:extLst>
                <a:ext uri="{FF2B5EF4-FFF2-40B4-BE49-F238E27FC236}">
                  <a16:creationId xmlns:a16="http://schemas.microsoft.com/office/drawing/2014/main" id="{E0824627-5BEC-3E9E-9EE9-E53C0FC11B30}"/>
                </a:ext>
              </a:extLst>
            </p:cNvPr>
            <p:cNvSpPr/>
            <p:nvPr/>
          </p:nvSpPr>
          <p:spPr>
            <a:xfrm>
              <a:off x="7428548" y="4500324"/>
              <a:ext cx="6407944" cy="1393150"/>
            </a:xfrm>
            <a:prstGeom prst="roundRect">
              <a:avLst>
                <a:gd name="adj" fmla="val 6838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297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59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84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26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27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8206425-71D6-D0ED-B20A-7F47141D1B1D}"/>
              </a:ext>
            </a:extLst>
          </p:cNvPr>
          <p:cNvGrpSpPr/>
          <p:nvPr/>
        </p:nvGrpSpPr>
        <p:grpSpPr>
          <a:xfrm>
            <a:off x="793790" y="1355049"/>
            <a:ext cx="4572000" cy="2918462"/>
            <a:chOff x="793790" y="1355049"/>
            <a:chExt cx="4572000" cy="2918462"/>
          </a:xfrm>
          <a:noFill/>
        </p:grpSpPr>
        <p:sp>
          <p:nvSpPr>
            <p:cNvPr id="2" name="Text 0"/>
            <p:cNvSpPr/>
            <p:nvPr/>
          </p:nvSpPr>
          <p:spPr>
            <a:xfrm>
              <a:off x="793790" y="1355049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The 5 Cs of Supply Chain Management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  <p:sp>
          <p:nvSpPr>
            <p:cNvPr id="3" name="Shape 1"/>
            <p:cNvSpPr/>
            <p:nvPr/>
          </p:nvSpPr>
          <p:spPr>
            <a:xfrm>
              <a:off x="793790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1028224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80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8206425-71D6-D0ED-B20A-7F47141D1B1D}"/>
              </a:ext>
            </a:extLst>
          </p:cNvPr>
          <p:cNvGrpSpPr/>
          <p:nvPr/>
        </p:nvGrpSpPr>
        <p:grpSpPr>
          <a:xfrm>
            <a:off x="793790" y="1355049"/>
            <a:ext cx="4572000" cy="2918462"/>
            <a:chOff x="793790" y="1355049"/>
            <a:chExt cx="4572000" cy="2918462"/>
          </a:xfrm>
          <a:noFill/>
        </p:grpSpPr>
        <p:sp>
          <p:nvSpPr>
            <p:cNvPr id="2" name="Text 0"/>
            <p:cNvSpPr/>
            <p:nvPr/>
          </p:nvSpPr>
          <p:spPr>
            <a:xfrm>
              <a:off x="793790" y="1355049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The 5 Cs of Supply Chain Management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  <p:sp>
          <p:nvSpPr>
            <p:cNvPr id="3" name="Shape 1"/>
            <p:cNvSpPr/>
            <p:nvPr/>
          </p:nvSpPr>
          <p:spPr>
            <a:xfrm>
              <a:off x="793790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1028224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60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131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04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322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270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104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54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01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262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355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584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58295BB-D492-7957-77D7-F50DF8EE8A16}"/>
              </a:ext>
            </a:extLst>
          </p:cNvPr>
          <p:cNvGrpSpPr/>
          <p:nvPr/>
        </p:nvGrpSpPr>
        <p:grpSpPr>
          <a:xfrm>
            <a:off x="793790" y="1355049"/>
            <a:ext cx="4572000" cy="1822134"/>
            <a:chOff x="793790" y="1355049"/>
            <a:chExt cx="4572000" cy="1822134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206425-71D6-D0ED-B20A-7F47141D1B1D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2918462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793790" y="1355049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The 5 Cs of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Shape 1"/>
              <p:cNvSpPr/>
              <p:nvPr/>
            </p:nvSpPr>
            <p:spPr>
              <a:xfrm>
                <a:off x="793790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1028224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Cost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Text 3" descr="Decorative – no critical information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35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58295BB-D492-7957-77D7-F50DF8EE8A16}"/>
              </a:ext>
            </a:extLst>
          </p:cNvPr>
          <p:cNvGrpSpPr/>
          <p:nvPr/>
        </p:nvGrpSpPr>
        <p:grpSpPr>
          <a:xfrm>
            <a:off x="793790" y="1355049"/>
            <a:ext cx="4572000" cy="1822134"/>
            <a:chOff x="793790" y="1355049"/>
            <a:chExt cx="4572000" cy="1822134"/>
          </a:xfrm>
          <a:solidFill>
            <a:srgbClr val="C07000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8206425-71D6-D0ED-B20A-7F47141D1B1D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2918462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793790" y="1355049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The 5 Cs of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Shape 1"/>
              <p:cNvSpPr/>
              <p:nvPr/>
            </p:nvSpPr>
            <p:spPr>
              <a:xfrm>
                <a:off x="793790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1028224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Cost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Text 3" descr="Decorative – no critical information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190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131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923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829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58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27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6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05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565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535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673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7626EBB-F3AD-D4A8-96EC-C3CC08F09110}"/>
              </a:ext>
            </a:extLst>
          </p:cNvPr>
          <p:cNvGrpSpPr/>
          <p:nvPr/>
        </p:nvGrpSpPr>
        <p:grpSpPr>
          <a:xfrm>
            <a:off x="793790" y="1355049"/>
            <a:ext cx="4572000" cy="2684027"/>
            <a:chOff x="793790" y="1355049"/>
            <a:chExt cx="4572000" cy="2684027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58295BB-D492-7957-77D7-F50DF8EE8A16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1822134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8206425-71D6-D0ED-B20A-7F47141D1B1D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2918462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793790" y="1355049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The 5 Cs of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Shape 1"/>
                <p:cNvSpPr/>
                <p:nvPr/>
              </p:nvSpPr>
              <p:spPr>
                <a:xfrm>
                  <a:off x="793790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1028224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Cost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" name="Text 3" descr="Decorative – no critical information"/>
            <p:cNvSpPr/>
            <p:nvPr/>
          </p:nvSpPr>
          <p:spPr>
            <a:xfrm>
              <a:off x="1028224" y="3313271"/>
              <a:ext cx="3727490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Minimizing expenses while maintaining quality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6" name="Shape 4" descr="Decorative – no critical information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752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7626EBB-F3AD-D4A8-96EC-C3CC08F09110}"/>
              </a:ext>
            </a:extLst>
          </p:cNvPr>
          <p:cNvGrpSpPr/>
          <p:nvPr/>
        </p:nvGrpSpPr>
        <p:grpSpPr>
          <a:xfrm>
            <a:off x="793790" y="1355049"/>
            <a:ext cx="4572000" cy="2684027"/>
            <a:chOff x="793790" y="1355049"/>
            <a:chExt cx="4572000" cy="2684027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58295BB-D492-7957-77D7-F50DF8EE8A16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1822134"/>
            </a:xfrm>
            <a:grpFill/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8206425-71D6-D0ED-B20A-7F47141D1B1D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2918462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793790" y="1355049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The 5 Cs of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Shape 1"/>
                <p:cNvSpPr/>
                <p:nvPr/>
              </p:nvSpPr>
              <p:spPr>
                <a:xfrm>
                  <a:off x="793790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1028224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Cost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5" name="Text 3" descr="Decorative – no critical information"/>
            <p:cNvSpPr/>
            <p:nvPr/>
          </p:nvSpPr>
          <p:spPr>
            <a:xfrm>
              <a:off x="1028224" y="3313271"/>
              <a:ext cx="3727490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Minimizing expenses while maintaining quality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6" name="Shape 4" descr="Decorative – no critical information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963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131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442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5751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3327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515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939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201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47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702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801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C25430A-66E7-EA92-DEF2-0CE47A8D120B}"/>
              </a:ext>
            </a:extLst>
          </p:cNvPr>
          <p:cNvGrpSpPr/>
          <p:nvPr/>
        </p:nvGrpSpPr>
        <p:grpSpPr>
          <a:xfrm>
            <a:off x="793790" y="1355049"/>
            <a:ext cx="8619530" cy="2918462"/>
            <a:chOff x="793790" y="1355049"/>
            <a:chExt cx="8619530" cy="2918462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7626EBB-F3AD-D4A8-96EC-C3CC08F09110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2684027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8295BB-D492-7957-77D7-F50DF8EE8A16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1822134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8206425-71D6-D0ED-B20A-7F47141D1B1D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2918462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793790" y="1355049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The 5 Cs of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Shape 1"/>
                  <p:cNvSpPr/>
                  <p:nvPr/>
                </p:nvSpPr>
                <p:spPr>
                  <a:xfrm>
                    <a:off x="793790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1028224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Cost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Text 3" descr="Decorative – no critical information"/>
              <p:cNvSpPr/>
              <p:nvPr/>
            </p:nvSpPr>
            <p:spPr>
              <a:xfrm>
                <a:off x="1028224" y="3313271"/>
                <a:ext cx="3727490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Minimizing expenses while maintaining quality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" name="Shape 4" descr="Decorative – no critical information"/>
            <p:cNvSpPr/>
            <p:nvPr/>
          </p:nvSpPr>
          <p:spPr>
            <a:xfrm>
              <a:off x="5216962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268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C25430A-66E7-EA92-DEF2-0CE47A8D120B}"/>
              </a:ext>
            </a:extLst>
          </p:cNvPr>
          <p:cNvGrpSpPr/>
          <p:nvPr/>
        </p:nvGrpSpPr>
        <p:grpSpPr>
          <a:xfrm>
            <a:off x="793790" y="1355049"/>
            <a:ext cx="8619530" cy="2918462"/>
            <a:chOff x="793790" y="1355049"/>
            <a:chExt cx="8619530" cy="2918462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7626EBB-F3AD-D4A8-96EC-C3CC08F09110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2684027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58295BB-D492-7957-77D7-F50DF8EE8A16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1822134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8206425-71D6-D0ED-B20A-7F47141D1B1D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2918462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793790" y="1355049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The 5 Cs of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Shape 1"/>
                  <p:cNvSpPr/>
                  <p:nvPr/>
                </p:nvSpPr>
                <p:spPr>
                  <a:xfrm>
                    <a:off x="793790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1028224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Cost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Text 3" descr="Decorative – no critical information"/>
              <p:cNvSpPr/>
              <p:nvPr/>
            </p:nvSpPr>
            <p:spPr>
              <a:xfrm>
                <a:off x="1028224" y="3313271"/>
                <a:ext cx="3727490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Minimizing expenses while maintaining quality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" name="Shape 4" descr="Decorative – no critical information"/>
            <p:cNvSpPr/>
            <p:nvPr/>
          </p:nvSpPr>
          <p:spPr>
            <a:xfrm>
              <a:off x="5216962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 5" descr="Decorative – no critical information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640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285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113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66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513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505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0516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8129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2471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6586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8990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5CC88FC-E71E-D093-9D51-0AF775231BD6}"/>
              </a:ext>
            </a:extLst>
          </p:cNvPr>
          <p:cNvGrpSpPr/>
          <p:nvPr/>
        </p:nvGrpSpPr>
        <p:grpSpPr>
          <a:xfrm>
            <a:off x="793790" y="1355049"/>
            <a:ext cx="8059936" cy="1822134"/>
            <a:chOff x="793790" y="1355049"/>
            <a:chExt cx="8059936" cy="1822134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25430A-66E7-EA92-DEF2-0CE47A8D120B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619530" cy="2918462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7626EBB-F3AD-D4A8-96EC-C3CC08F09110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2684027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E58295BB-D492-7957-77D7-F50DF8EE8A16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1822134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08206425-71D6-D0ED-B20A-7F47141D1B1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2918462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793790" y="1355049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The 5 Cs of Supply Chain Management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Shape 1"/>
                    <p:cNvSpPr/>
                    <p:nvPr/>
                  </p:nvSpPr>
                  <p:spPr>
                    <a:xfrm>
                      <a:off x="793790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1028224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Cost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" name="Text 3" descr="Decorative – no critical information"/>
                <p:cNvSpPr/>
                <p:nvPr/>
              </p:nvSpPr>
              <p:spPr>
                <a:xfrm>
                  <a:off x="1028224" y="3313271"/>
                  <a:ext cx="3727490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Minimizing expenses while maintaining quality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" name="Shape 4" descr="Decorative – no critical information"/>
              <p:cNvSpPr/>
              <p:nvPr/>
            </p:nvSpPr>
            <p:spPr>
              <a:xfrm>
                <a:off x="5216962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5451396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Capacity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6" descr="Decorative – no critical information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5937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5CC88FC-E71E-D093-9D51-0AF775231BD6}"/>
              </a:ext>
            </a:extLst>
          </p:cNvPr>
          <p:cNvGrpSpPr/>
          <p:nvPr/>
        </p:nvGrpSpPr>
        <p:grpSpPr>
          <a:xfrm>
            <a:off x="793790" y="1355049"/>
            <a:ext cx="8059936" cy="1822134"/>
            <a:chOff x="793790" y="1355049"/>
            <a:chExt cx="8059936" cy="1822134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25430A-66E7-EA92-DEF2-0CE47A8D120B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619530" cy="2918462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7626EBB-F3AD-D4A8-96EC-C3CC08F09110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4572000" cy="2684027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E58295BB-D492-7957-77D7-F50DF8EE8A16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1822134"/>
                </a:xfrm>
                <a:grpFill/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08206425-71D6-D0ED-B20A-7F47141D1B1D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2918462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793790" y="1355049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The 5 Cs of Supply Chain Management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Shape 1"/>
                    <p:cNvSpPr/>
                    <p:nvPr/>
                  </p:nvSpPr>
                  <p:spPr>
                    <a:xfrm>
                      <a:off x="793790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1028224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Cost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" name="Text 3" descr="Decorative – no critical information"/>
                <p:cNvSpPr/>
                <p:nvPr/>
              </p:nvSpPr>
              <p:spPr>
                <a:xfrm>
                  <a:off x="1028224" y="3313271"/>
                  <a:ext cx="3727490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Minimizing expenses while maintaining quality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6" name="Shape 4" descr="Decorative – no critical information"/>
              <p:cNvSpPr/>
              <p:nvPr/>
            </p:nvSpPr>
            <p:spPr>
              <a:xfrm>
                <a:off x="5216962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5" descr="Decorative – no critical information"/>
            <p:cNvSpPr/>
            <p:nvPr/>
          </p:nvSpPr>
          <p:spPr>
            <a:xfrm>
              <a:off x="5451396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Capacity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6" descr="Decorative – no critical information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742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1523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4104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4413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1470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9156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3259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7844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5710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8082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8817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99F80BE-FE87-F9D4-3AC8-1FFB38AE3E62}"/>
              </a:ext>
            </a:extLst>
          </p:cNvPr>
          <p:cNvGrpSpPr/>
          <p:nvPr/>
        </p:nvGrpSpPr>
        <p:grpSpPr>
          <a:xfrm>
            <a:off x="793790" y="1355049"/>
            <a:ext cx="8385096" cy="2684027"/>
            <a:chOff x="793790" y="1355049"/>
            <a:chExt cx="8385096" cy="2684027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5CC88FC-E71E-D093-9D51-0AF775231BD6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059936" cy="1822134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C25430A-66E7-EA92-DEF2-0CE47A8D120B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619530" cy="2918462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7626EBB-F3AD-D4A8-96EC-C3CC08F09110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2684027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E58295BB-D492-7957-77D7-F50DF8EE8A1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1822134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08206425-71D6-D0ED-B20A-7F47141D1B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2918462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793790" y="1355049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The 5 Cs of Supply Chain Management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Shape 1"/>
                      <p:cNvSpPr/>
                      <p:nvPr/>
                    </p:nvSpPr>
                    <p:spPr>
                      <a:xfrm>
                        <a:off x="793790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1028224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Cost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" name="Text 3" descr="Decorative – no critical information"/>
                  <p:cNvSpPr/>
                  <p:nvPr/>
                </p:nvSpPr>
                <p:spPr>
                  <a:xfrm>
                    <a:off x="1028224" y="3313271"/>
                    <a:ext cx="3727490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Minimizing expenses while maintaining quality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" name="Shape 4" descr="Decorative – no critical information"/>
                <p:cNvSpPr/>
                <p:nvPr/>
              </p:nvSpPr>
              <p:spPr>
                <a:xfrm>
                  <a:off x="5216962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5451396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Capacity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6" descr="Decorative – no critical information"/>
            <p:cNvSpPr/>
            <p:nvPr/>
          </p:nvSpPr>
          <p:spPr>
            <a:xfrm>
              <a:off x="5451396" y="3313271"/>
              <a:ext cx="3727490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Ensuring agility to scale operations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Shape 7" descr="Decorative – no critical information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964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99F80BE-FE87-F9D4-3AC8-1FFB38AE3E62}"/>
              </a:ext>
            </a:extLst>
          </p:cNvPr>
          <p:cNvGrpSpPr/>
          <p:nvPr/>
        </p:nvGrpSpPr>
        <p:grpSpPr>
          <a:xfrm>
            <a:off x="793790" y="1355049"/>
            <a:ext cx="8385096" cy="2684027"/>
            <a:chOff x="793790" y="1355049"/>
            <a:chExt cx="8385096" cy="2684027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5CC88FC-E71E-D093-9D51-0AF775231BD6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059936" cy="1822134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C25430A-66E7-EA92-DEF2-0CE47A8D120B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619530" cy="2918462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7626EBB-F3AD-D4A8-96EC-C3CC08F09110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4572000" cy="2684027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E58295BB-D492-7957-77D7-F50DF8EE8A1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1822134"/>
                  </a:xfrm>
                  <a:grpFill/>
                </p:grpSpPr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08206425-71D6-D0ED-B20A-7F47141D1B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2918462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793790" y="1355049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The 5 Cs of Supply Chain Management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Shape 1"/>
                      <p:cNvSpPr/>
                      <p:nvPr/>
                    </p:nvSpPr>
                    <p:spPr>
                      <a:xfrm>
                        <a:off x="793790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1028224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Cost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5" name="Text 3" descr="Decorative – no critical information"/>
                  <p:cNvSpPr/>
                  <p:nvPr/>
                </p:nvSpPr>
                <p:spPr>
                  <a:xfrm>
                    <a:off x="1028224" y="3313271"/>
                    <a:ext cx="3727490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Minimizing expenses while maintaining quality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" name="Shape 4" descr="Decorative – no critical information"/>
                <p:cNvSpPr/>
                <p:nvPr/>
              </p:nvSpPr>
              <p:spPr>
                <a:xfrm>
                  <a:off x="5216962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Text 5" descr="Decorative – no critical information"/>
              <p:cNvSpPr/>
              <p:nvPr/>
            </p:nvSpPr>
            <p:spPr>
              <a:xfrm>
                <a:off x="5451396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Capacity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6" descr="Decorative – no critical information"/>
            <p:cNvSpPr/>
            <p:nvPr/>
          </p:nvSpPr>
          <p:spPr>
            <a:xfrm>
              <a:off x="5451396" y="3313271"/>
              <a:ext cx="3727490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Ensuring agility to scale operations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Shape 7" descr="Decorative – no critical information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305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1908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4168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5031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164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2041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7296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8678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9727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2742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9021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8F5D846-29DF-57F1-7AA1-1B74B94D13CB}"/>
              </a:ext>
            </a:extLst>
          </p:cNvPr>
          <p:cNvGrpSpPr/>
          <p:nvPr/>
        </p:nvGrpSpPr>
        <p:grpSpPr>
          <a:xfrm>
            <a:off x="793790" y="1355049"/>
            <a:ext cx="13042701" cy="2918462"/>
            <a:chOff x="793790" y="1355049"/>
            <a:chExt cx="13042701" cy="2918462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99F80BE-FE87-F9D4-3AC8-1FFB38AE3E62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385096" cy="2684027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5CC88FC-E71E-D093-9D51-0AF775231BD6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059936" cy="1822134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C25430A-66E7-EA92-DEF2-0CE47A8D120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619530" cy="2918462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37626EBB-F3AD-D4A8-96EC-C3CC08F09110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2684027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E58295BB-D492-7957-77D7-F50DF8EE8A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1822134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08206425-71D6-D0ED-B20A-7F47141D1B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2918462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793790" y="1355049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The 5 Cs of Supply Chain Management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Shape 1"/>
                        <p:cNvSpPr/>
                        <p:nvPr/>
                      </p:nvSpPr>
                      <p:spPr>
                        <a:xfrm>
                          <a:off x="793790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1028224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Cost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" name="Text 3" descr="Decorative – no critical information"/>
                    <p:cNvSpPr/>
                    <p:nvPr/>
                  </p:nvSpPr>
                  <p:spPr>
                    <a:xfrm>
                      <a:off x="1028224" y="3313271"/>
                      <a:ext cx="3727490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Minimizing expenses while maintaining quality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" name="Shape 4" descr="Decorative – no critical information"/>
                  <p:cNvSpPr/>
                  <p:nvPr/>
                </p:nvSpPr>
                <p:spPr>
                  <a:xfrm>
                    <a:off x="5216962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5451396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Capacity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6" descr="Decorative – no critical information"/>
              <p:cNvSpPr/>
              <p:nvPr/>
            </p:nvSpPr>
            <p:spPr>
              <a:xfrm>
                <a:off x="5451396" y="3313271"/>
                <a:ext cx="3727490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Ensuring agility to scale operations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Shape 7" descr="Decorative – no critical information"/>
            <p:cNvSpPr/>
            <p:nvPr/>
          </p:nvSpPr>
          <p:spPr>
            <a:xfrm>
              <a:off x="9640133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8" descr="Decorative – no critical information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465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8F5D846-29DF-57F1-7AA1-1B74B94D13CB}"/>
              </a:ext>
            </a:extLst>
          </p:cNvPr>
          <p:cNvGrpSpPr/>
          <p:nvPr/>
        </p:nvGrpSpPr>
        <p:grpSpPr>
          <a:xfrm>
            <a:off x="793790" y="1355049"/>
            <a:ext cx="13042701" cy="2918462"/>
            <a:chOff x="793790" y="1355049"/>
            <a:chExt cx="13042701" cy="2918462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99F80BE-FE87-F9D4-3AC8-1FFB38AE3E62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8385096" cy="2684027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5CC88FC-E71E-D093-9D51-0AF775231BD6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059936" cy="1822134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1C25430A-66E7-EA92-DEF2-0CE47A8D120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619530" cy="2918462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37626EBB-F3AD-D4A8-96EC-C3CC08F09110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4572000" cy="2684027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E58295BB-D492-7957-77D7-F50DF8EE8A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1822134"/>
                    </a:xfrm>
                    <a:grpFill/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08206425-71D6-D0ED-B20A-7F47141D1B1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2918462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793790" y="1355049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The 5 Cs of Supply Chain Management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Shape 1"/>
                        <p:cNvSpPr/>
                        <p:nvPr/>
                      </p:nvSpPr>
                      <p:spPr>
                        <a:xfrm>
                          <a:off x="793790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1028224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Cost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5" name="Text 3" descr="Decorative – no critical information"/>
                    <p:cNvSpPr/>
                    <p:nvPr/>
                  </p:nvSpPr>
                  <p:spPr>
                    <a:xfrm>
                      <a:off x="1028224" y="3313271"/>
                      <a:ext cx="3727490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Minimizing expenses while maintaining quality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6" name="Shape 4" descr="Decorative – no critical information"/>
                  <p:cNvSpPr/>
                  <p:nvPr/>
                </p:nvSpPr>
                <p:spPr>
                  <a:xfrm>
                    <a:off x="5216962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" name="Text 5" descr="Decorative – no critical information"/>
                <p:cNvSpPr/>
                <p:nvPr/>
              </p:nvSpPr>
              <p:spPr>
                <a:xfrm>
                  <a:off x="5451396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Capacity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6" descr="Decorative – no critical information"/>
              <p:cNvSpPr/>
              <p:nvPr/>
            </p:nvSpPr>
            <p:spPr>
              <a:xfrm>
                <a:off x="5451396" y="3313271"/>
                <a:ext cx="3727490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Ensuring agility to scale operations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Shape 7" descr="Decorative – no critical information"/>
            <p:cNvSpPr/>
            <p:nvPr/>
          </p:nvSpPr>
          <p:spPr>
            <a:xfrm>
              <a:off x="9640133" y="2517458"/>
              <a:ext cx="4196358" cy="1756053"/>
            </a:xfrm>
            <a:prstGeom prst="roundRect">
              <a:avLst>
                <a:gd name="adj" fmla="val 5425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8" descr="Decorative – no critical information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2641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632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3831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7374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1799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5590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6414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4339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4746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6999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8202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F3E2598-180C-98ED-4352-93B57ED64234}"/>
              </a:ext>
            </a:extLst>
          </p:cNvPr>
          <p:cNvGrpSpPr/>
          <p:nvPr/>
        </p:nvGrpSpPr>
        <p:grpSpPr>
          <a:xfrm>
            <a:off x="793790" y="1355049"/>
            <a:ext cx="12483108" cy="1822134"/>
            <a:chOff x="793790" y="1355049"/>
            <a:chExt cx="12483108" cy="1822134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8F5D846-29DF-57F1-7AA1-1B74B94D13CB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3042701" cy="2918462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99F80BE-FE87-F9D4-3AC8-1FFB38AE3E62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385096" cy="2684027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D5CC88FC-E71E-D093-9D51-0AF775231BD6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059936" cy="1822134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1C25430A-66E7-EA92-DEF2-0CE47A8D120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619530" cy="2918462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37626EBB-F3AD-D4A8-96EC-C3CC08F091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2684027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E58295BB-D492-7957-77D7-F50DF8EE8A1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1822134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08206425-71D6-D0ED-B20A-7F47141D1B1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2918462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793790" y="1355049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The 5 Cs of Supply Chain Management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Shape 1"/>
                          <p:cNvSpPr/>
                          <p:nvPr/>
                        </p:nvSpPr>
                        <p:spPr>
                          <a:xfrm>
                            <a:off x="793790" y="2517458"/>
                            <a:ext cx="4196358" cy="1756053"/>
                          </a:xfrm>
                          <a:prstGeom prst="roundRect">
                            <a:avLst>
                              <a:gd name="adj" fmla="val 5425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1028224" y="2751892"/>
                          <a:ext cx="3402330" cy="42529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300"/>
                            </a:lnSpc>
                            <a:buNone/>
                          </a:pPr>
                          <a:r>
                            <a:rPr lang="en-US" sz="265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Cost</a:t>
                          </a:r>
                          <a:endParaRPr lang="en-US" sz="26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" name="Text 3" descr="Decorative – no critical information"/>
                      <p:cNvSpPr/>
                      <p:nvPr/>
                    </p:nvSpPr>
                    <p:spPr>
                      <a:xfrm>
                        <a:off x="1028224" y="3313271"/>
                        <a:ext cx="3727490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Minimizing expenses while maintaining quality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" name="Shape 4" descr="Decorative – no critical information"/>
                    <p:cNvSpPr/>
                    <p:nvPr/>
                  </p:nvSpPr>
                  <p:spPr>
                    <a:xfrm>
                      <a:off x="5216962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5451396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Capacity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6" descr="Decorative – no critical information"/>
                <p:cNvSpPr/>
                <p:nvPr/>
              </p:nvSpPr>
              <p:spPr>
                <a:xfrm>
                  <a:off x="5451396" y="3313271"/>
                  <a:ext cx="3727490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Ensuring agility to scale operations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9" name="Shape 7" descr="Decorative – no critical information"/>
              <p:cNvSpPr/>
              <p:nvPr/>
            </p:nvSpPr>
            <p:spPr>
              <a:xfrm>
                <a:off x="9640133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Text 8" descr="Decorative – no critical information"/>
            <p:cNvSpPr/>
            <p:nvPr/>
          </p:nvSpPr>
          <p:spPr>
            <a:xfrm>
              <a:off x="9874568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Connectivity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Text 9" descr="Decorative – no critical information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6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F3E2598-180C-98ED-4352-93B57ED64234}"/>
              </a:ext>
            </a:extLst>
          </p:cNvPr>
          <p:cNvGrpSpPr/>
          <p:nvPr/>
        </p:nvGrpSpPr>
        <p:grpSpPr>
          <a:xfrm>
            <a:off x="793790" y="1355049"/>
            <a:ext cx="12483108" cy="1822134"/>
            <a:chOff x="793790" y="1355049"/>
            <a:chExt cx="12483108" cy="1822134"/>
          </a:xfrm>
          <a:solidFill>
            <a:srgbClr val="C07000"/>
          </a:solidFill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8F5D846-29DF-57F1-7AA1-1B74B94D13CB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3042701" cy="2918462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99F80BE-FE87-F9D4-3AC8-1FFB38AE3E62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8385096" cy="2684027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D5CC88FC-E71E-D093-9D51-0AF775231BD6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059936" cy="1822134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1C25430A-66E7-EA92-DEF2-0CE47A8D120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619530" cy="2918462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37626EBB-F3AD-D4A8-96EC-C3CC08F0911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4572000" cy="2684027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E58295BB-D492-7957-77D7-F50DF8EE8A1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1822134"/>
                      </a:xfrm>
                      <a:grpFill/>
                    </p:grpSpPr>
                    <p:grpSp>
                      <p:nvGrpSpPr>
                        <p:cNvPr id="19" name="Group 18">
                          <a:extLst>
                            <a:ext uri="{FF2B5EF4-FFF2-40B4-BE49-F238E27FC236}">
                              <a16:creationId xmlns:a16="http://schemas.microsoft.com/office/drawing/2014/main" id="{08206425-71D6-D0ED-B20A-7F47141D1B1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2918462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793790" y="1355049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The 5 Cs of Supply Chain Management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Shape 1"/>
                          <p:cNvSpPr/>
                          <p:nvPr/>
                        </p:nvSpPr>
                        <p:spPr>
                          <a:xfrm>
                            <a:off x="793790" y="2517458"/>
                            <a:ext cx="4196358" cy="1756053"/>
                          </a:xfrm>
                          <a:prstGeom prst="roundRect">
                            <a:avLst>
                              <a:gd name="adj" fmla="val 5425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1028224" y="2751892"/>
                          <a:ext cx="3402330" cy="42529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300"/>
                            </a:lnSpc>
                            <a:buNone/>
                          </a:pPr>
                          <a:r>
                            <a:rPr lang="en-US" sz="265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Cost</a:t>
                          </a:r>
                          <a:endParaRPr lang="en-US" sz="26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" name="Text 3" descr="Decorative – no critical information"/>
                      <p:cNvSpPr/>
                      <p:nvPr/>
                    </p:nvSpPr>
                    <p:spPr>
                      <a:xfrm>
                        <a:off x="1028224" y="3313271"/>
                        <a:ext cx="3727490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Minimizing expenses while maintaining quality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6" name="Shape 4" descr="Decorative – no critical information"/>
                    <p:cNvSpPr/>
                    <p:nvPr/>
                  </p:nvSpPr>
                  <p:spPr>
                    <a:xfrm>
                      <a:off x="5216962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7" name="Text 5" descr="Decorative – no critical information"/>
                  <p:cNvSpPr/>
                  <p:nvPr/>
                </p:nvSpPr>
                <p:spPr>
                  <a:xfrm>
                    <a:off x="5451396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Capacity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6" descr="Decorative – no critical information"/>
                <p:cNvSpPr/>
                <p:nvPr/>
              </p:nvSpPr>
              <p:spPr>
                <a:xfrm>
                  <a:off x="5451396" y="3313271"/>
                  <a:ext cx="3727490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Ensuring agility to scale operations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9" name="Shape 7" descr="Decorative – no critical information"/>
              <p:cNvSpPr/>
              <p:nvPr/>
            </p:nvSpPr>
            <p:spPr>
              <a:xfrm>
                <a:off x="9640133" y="2517458"/>
                <a:ext cx="4196358" cy="1756053"/>
              </a:xfrm>
              <a:prstGeom prst="roundRect">
                <a:avLst>
                  <a:gd name="adj" fmla="val 5425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Text 8" descr="Decorative – no critical information"/>
            <p:cNvSpPr/>
            <p:nvPr/>
          </p:nvSpPr>
          <p:spPr>
            <a:xfrm>
              <a:off x="9874568" y="2751892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Connectivity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Text 9" descr="Decorative – no critical information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02350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6963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82628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5205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8118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6507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2450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3558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2890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3302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0531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17F92-ACE7-3F49-D6A4-761F09F7A083}"/>
              </a:ext>
            </a:extLst>
          </p:cNvPr>
          <p:cNvGrpSpPr/>
          <p:nvPr/>
        </p:nvGrpSpPr>
        <p:grpSpPr>
          <a:xfrm>
            <a:off x="793790" y="1355049"/>
            <a:ext cx="12808268" cy="2321125"/>
            <a:chOff x="793790" y="1355049"/>
            <a:chExt cx="12808268" cy="2321125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3E2598-180C-98ED-4352-93B57ED64234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2483108" cy="1822134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8F5D846-29DF-57F1-7AA1-1B74B94D13CB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3042701" cy="2918462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99F80BE-FE87-F9D4-3AC8-1FFB38AE3E62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385096" cy="2684027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D5CC88FC-E71E-D093-9D51-0AF775231BD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059936" cy="1822134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1C25430A-66E7-EA92-DEF2-0CE47A8D12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619530" cy="2918462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37626EBB-F3AD-D4A8-96EC-C3CC08F091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2684027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E58295BB-D492-7957-77D7-F50DF8EE8A1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1822134"/>
                        </a:xfrm>
                        <a:grpFill/>
                      </p:grpSpPr>
                      <p:grpSp>
                        <p:nvGrpSpPr>
                          <p:cNvPr id="19" name="Group 18">
                            <a:extLst>
                              <a:ext uri="{FF2B5EF4-FFF2-40B4-BE49-F238E27FC236}">
                                <a16:creationId xmlns:a16="http://schemas.microsoft.com/office/drawing/2014/main" id="{08206425-71D6-D0ED-B20A-7F47141D1B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2918462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793790" y="1355049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The 5 Cs of Supply Chain Management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Shape 1"/>
                            <p:cNvSpPr/>
                            <p:nvPr/>
                          </p:nvSpPr>
                          <p:spPr>
                            <a:xfrm>
                              <a:off x="793790" y="2517458"/>
                              <a:ext cx="4196358" cy="1756053"/>
                            </a:xfrm>
                            <a:prstGeom prst="roundRect">
                              <a:avLst>
                                <a:gd name="adj" fmla="val 5425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1028224" y="2751892"/>
                            <a:ext cx="3402330" cy="42529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300"/>
                              </a:lnSpc>
                              <a:buNone/>
                            </a:pPr>
                            <a:r>
                              <a:rPr lang="en-US" sz="265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Cost</a:t>
                            </a:r>
                            <a:endParaRPr lang="en-US" sz="26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5" name="Text 3" descr="Decorative – no critical information"/>
                        <p:cNvSpPr/>
                        <p:nvPr/>
                      </p:nvSpPr>
                      <p:spPr>
                        <a:xfrm>
                          <a:off x="1028224" y="3313271"/>
                          <a:ext cx="3727490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Minimizing expenses while maintaining quality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6" name="Shape 4" descr="Decorative – no critical information"/>
                      <p:cNvSpPr/>
                      <p:nvPr/>
                    </p:nvSpPr>
                    <p:spPr>
                      <a:xfrm>
                        <a:off x="5216962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5451396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Capacity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6" descr="Decorative – no critical information"/>
                  <p:cNvSpPr/>
                  <p:nvPr/>
                </p:nvSpPr>
                <p:spPr>
                  <a:xfrm>
                    <a:off x="5451396" y="3313271"/>
                    <a:ext cx="3727490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Ensuring agility to scale operations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" name="Shape 7" descr="Decorative – no critical information"/>
                <p:cNvSpPr/>
                <p:nvPr/>
              </p:nvSpPr>
              <p:spPr>
                <a:xfrm>
                  <a:off x="9640133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Text 8" descr="Decorative – no critical information"/>
              <p:cNvSpPr/>
              <p:nvPr/>
            </p:nvSpPr>
            <p:spPr>
              <a:xfrm>
                <a:off x="9874568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Connectivity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Text 9" descr="Decorative – no critical information"/>
            <p:cNvSpPr/>
            <p:nvPr/>
          </p:nvSpPr>
          <p:spPr>
            <a:xfrm>
              <a:off x="9874568" y="3313271"/>
              <a:ext cx="3727490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Linking partners for seamless flow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Shape 10" descr="Decorative – no critical information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7371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17F92-ACE7-3F49-D6A4-761F09F7A083}"/>
              </a:ext>
            </a:extLst>
          </p:cNvPr>
          <p:cNvGrpSpPr/>
          <p:nvPr/>
        </p:nvGrpSpPr>
        <p:grpSpPr>
          <a:xfrm>
            <a:off x="793790" y="1355049"/>
            <a:ext cx="12808268" cy="2321125"/>
            <a:chOff x="793790" y="1355049"/>
            <a:chExt cx="12808268" cy="2321125"/>
          </a:xfrm>
          <a:solidFill>
            <a:srgbClr val="C07000"/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3E2598-180C-98ED-4352-93B57ED64234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2483108" cy="1822134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8F5D846-29DF-57F1-7AA1-1B74B94D13CB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3042701" cy="2918462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E99F80BE-FE87-F9D4-3AC8-1FFB38AE3E62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8385096" cy="2684027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D5CC88FC-E71E-D093-9D51-0AF775231BD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059936" cy="1822134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1C25430A-66E7-EA92-DEF2-0CE47A8D12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619530" cy="2918462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37626EBB-F3AD-D4A8-96EC-C3CC08F091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4572000" cy="2684027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E58295BB-D492-7957-77D7-F50DF8EE8A1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1822134"/>
                        </a:xfrm>
                        <a:grpFill/>
                      </p:grpSpPr>
                      <p:grpSp>
                        <p:nvGrpSpPr>
                          <p:cNvPr id="19" name="Group 18">
                            <a:extLst>
                              <a:ext uri="{FF2B5EF4-FFF2-40B4-BE49-F238E27FC236}">
                                <a16:creationId xmlns:a16="http://schemas.microsoft.com/office/drawing/2014/main" id="{08206425-71D6-D0ED-B20A-7F47141D1B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2918462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793790" y="1355049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The 5 Cs of Supply Chain Management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Shape 1"/>
                            <p:cNvSpPr/>
                            <p:nvPr/>
                          </p:nvSpPr>
                          <p:spPr>
                            <a:xfrm>
                              <a:off x="793790" y="2517458"/>
                              <a:ext cx="4196358" cy="1756053"/>
                            </a:xfrm>
                            <a:prstGeom prst="roundRect">
                              <a:avLst>
                                <a:gd name="adj" fmla="val 5425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1028224" y="2751892"/>
                            <a:ext cx="3402330" cy="42529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300"/>
                              </a:lnSpc>
                              <a:buNone/>
                            </a:pPr>
                            <a:r>
                              <a:rPr lang="en-US" sz="265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Cost</a:t>
                            </a:r>
                            <a:endParaRPr lang="en-US" sz="26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5" name="Text 3" descr="Decorative – no critical information"/>
                        <p:cNvSpPr/>
                        <p:nvPr/>
                      </p:nvSpPr>
                      <p:spPr>
                        <a:xfrm>
                          <a:off x="1028224" y="3313271"/>
                          <a:ext cx="3727490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Minimizing expenses while maintaining quality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6" name="Shape 4" descr="Decorative – no critical information"/>
                      <p:cNvSpPr/>
                      <p:nvPr/>
                    </p:nvSpPr>
                    <p:spPr>
                      <a:xfrm>
                        <a:off x="5216962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7" name="Text 5" descr="Decorative – no critical information"/>
                    <p:cNvSpPr/>
                    <p:nvPr/>
                  </p:nvSpPr>
                  <p:spPr>
                    <a:xfrm>
                      <a:off x="5451396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Capacity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6" descr="Decorative – no critical information"/>
                  <p:cNvSpPr/>
                  <p:nvPr/>
                </p:nvSpPr>
                <p:spPr>
                  <a:xfrm>
                    <a:off x="5451396" y="3313271"/>
                    <a:ext cx="3727490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Ensuring agility to scale operations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" name="Shape 7" descr="Decorative – no critical information"/>
                <p:cNvSpPr/>
                <p:nvPr/>
              </p:nvSpPr>
              <p:spPr>
                <a:xfrm>
                  <a:off x="9640133" y="2517458"/>
                  <a:ext cx="4196358" cy="1756053"/>
                </a:xfrm>
                <a:prstGeom prst="roundRect">
                  <a:avLst>
                    <a:gd name="adj" fmla="val 5425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Text 8" descr="Decorative – no critical information"/>
              <p:cNvSpPr/>
              <p:nvPr/>
            </p:nvSpPr>
            <p:spPr>
              <a:xfrm>
                <a:off x="9874568" y="2751892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Connectivity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Text 9" descr="Decorative – no critical information"/>
            <p:cNvSpPr/>
            <p:nvPr/>
          </p:nvSpPr>
          <p:spPr>
            <a:xfrm>
              <a:off x="9874568" y="3313271"/>
              <a:ext cx="3727490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Linking partners for seamless flow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Shape 10" descr="Decorative – no critical information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6766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01062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98614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7881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30882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9174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71180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86595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62051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04549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68746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390B265-68BB-93F2-6B11-5994D1F6FFCC}"/>
              </a:ext>
            </a:extLst>
          </p:cNvPr>
          <p:cNvGrpSpPr/>
          <p:nvPr/>
        </p:nvGrpSpPr>
        <p:grpSpPr>
          <a:xfrm>
            <a:off x="793790" y="1355049"/>
            <a:ext cx="6407944" cy="4538425"/>
            <a:chOff x="793790" y="1355049"/>
            <a:chExt cx="6407944" cy="4538425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E917F92-ACE7-3F49-D6A4-761F09F7A083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2808268" cy="2321125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F3E2598-180C-98ED-4352-93B57ED64234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2483108" cy="1822134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E8F5D846-29DF-57F1-7AA1-1B74B94D13C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3042701" cy="2918462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E99F80BE-FE87-F9D4-3AC8-1FFB38AE3E62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385096" cy="2684027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D5CC88FC-E71E-D093-9D51-0AF775231B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059936" cy="1822134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1C25430A-66E7-EA92-DEF2-0CE47A8D120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619530" cy="2918462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37626EBB-F3AD-D4A8-96EC-C3CC08F0911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2684027"/>
                        </a:xfrm>
                        <a:grpFill/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E58295BB-D492-7957-77D7-F50DF8EE8A1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1822134"/>
                          </a:xfrm>
                          <a:grpFill/>
                        </p:grpSpPr>
                        <p:grpSp>
                          <p:nvGrpSpPr>
                            <p:cNvPr id="19" name="Group 18">
                              <a:extLst>
                                <a:ext uri="{FF2B5EF4-FFF2-40B4-BE49-F238E27FC236}">
                                  <a16:creationId xmlns:a16="http://schemas.microsoft.com/office/drawing/2014/main" id="{08206425-71D6-D0ED-B20A-7F47141D1B1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2918462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793790" y="1355049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5 Cs of Supply Chain Management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Shape 1"/>
                              <p:cNvSpPr/>
                              <p:nvPr/>
                            </p:nvSpPr>
                            <p:spPr>
                              <a:xfrm>
                                <a:off x="793790" y="2517458"/>
                                <a:ext cx="4196358" cy="1756053"/>
                              </a:xfrm>
                              <a:prstGeom prst="roundRect">
                                <a:avLst>
                                  <a:gd name="adj" fmla="val 5425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28224" y="2751892"/>
                              <a:ext cx="3402330" cy="42529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300"/>
                                </a:lnSpc>
                                <a:buNone/>
                              </a:pPr>
                              <a:r>
                                <a:rPr lang="en-US" sz="265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Cost</a:t>
                              </a:r>
                              <a:endParaRPr lang="en-US" sz="26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1028224" y="3313271"/>
                            <a:ext cx="3727490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Minimizing expenses while maintaining quality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Shape 4" descr="Decorative – no critical information"/>
                        <p:cNvSpPr/>
                        <p:nvPr/>
                      </p:nvSpPr>
                      <p:spPr>
                        <a:xfrm>
                          <a:off x="5216962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51396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Capacity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51396" y="3313271"/>
                      <a:ext cx="3727490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Ensuring agility to scale operations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9" name="Shape 7" descr="Decorative – no critical information"/>
                  <p:cNvSpPr/>
                  <p:nvPr/>
                </p:nvSpPr>
                <p:spPr>
                  <a:xfrm>
                    <a:off x="9640133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" name="Text 8" descr="Decorative – no critical information"/>
                <p:cNvSpPr/>
                <p:nvPr/>
              </p:nvSpPr>
              <p:spPr>
                <a:xfrm>
                  <a:off x="9874568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Connectivity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9" descr="Decorative – no critical information"/>
              <p:cNvSpPr/>
              <p:nvPr/>
            </p:nvSpPr>
            <p:spPr>
              <a:xfrm>
                <a:off x="9874568" y="3313271"/>
                <a:ext cx="3727490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Linking partners for seamless flow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Shape 10" descr="Decorative – no critical information"/>
            <p:cNvSpPr/>
            <p:nvPr/>
          </p:nvSpPr>
          <p:spPr>
            <a:xfrm>
              <a:off x="793790" y="4500324"/>
              <a:ext cx="6407944" cy="1393150"/>
            </a:xfrm>
            <a:prstGeom prst="roundRect">
              <a:avLst>
                <a:gd name="adj" fmla="val 6838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11" descr="Decorative – no critical information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04263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390B265-68BB-93F2-6B11-5994D1F6FFCC}"/>
              </a:ext>
            </a:extLst>
          </p:cNvPr>
          <p:cNvGrpSpPr/>
          <p:nvPr/>
        </p:nvGrpSpPr>
        <p:grpSpPr>
          <a:xfrm>
            <a:off x="793790" y="1355049"/>
            <a:ext cx="6407944" cy="4538425"/>
            <a:chOff x="793790" y="1355049"/>
            <a:chExt cx="6407944" cy="4538425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E917F92-ACE7-3F49-D6A4-761F09F7A083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12808268" cy="2321125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F3E2598-180C-98ED-4352-93B57ED64234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2483108" cy="1822134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E8F5D846-29DF-57F1-7AA1-1B74B94D13CB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3042701" cy="2918462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E99F80BE-FE87-F9D4-3AC8-1FFB38AE3E62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8385096" cy="2684027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D5CC88FC-E71E-D093-9D51-0AF775231B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059936" cy="1822134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1C25430A-66E7-EA92-DEF2-0CE47A8D120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619530" cy="2918462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37626EBB-F3AD-D4A8-96EC-C3CC08F0911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4572000" cy="2684027"/>
                        </a:xfrm>
                        <a:grpFill/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E58295BB-D492-7957-77D7-F50DF8EE8A1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1822134"/>
                          </a:xfrm>
                          <a:grpFill/>
                        </p:grpSpPr>
                        <p:grpSp>
                          <p:nvGrpSpPr>
                            <p:cNvPr id="19" name="Group 18">
                              <a:extLst>
                                <a:ext uri="{FF2B5EF4-FFF2-40B4-BE49-F238E27FC236}">
                                  <a16:creationId xmlns:a16="http://schemas.microsoft.com/office/drawing/2014/main" id="{08206425-71D6-D0ED-B20A-7F47141D1B1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2918462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793790" y="1355049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The 5 Cs of Supply Chain Management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Shape 1"/>
                              <p:cNvSpPr/>
                              <p:nvPr/>
                            </p:nvSpPr>
                            <p:spPr>
                              <a:xfrm>
                                <a:off x="793790" y="2517458"/>
                                <a:ext cx="4196358" cy="1756053"/>
                              </a:xfrm>
                              <a:prstGeom prst="roundRect">
                                <a:avLst>
                                  <a:gd name="adj" fmla="val 5425"/>
                                </a:avLst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  <a:prstDash val="solid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28224" y="2751892"/>
                              <a:ext cx="3402330" cy="425291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3300"/>
                                </a:lnSpc>
                                <a:buNone/>
                              </a:pPr>
                              <a:r>
                                <a:rPr lang="en-US" sz="265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Cost</a:t>
                              </a:r>
                              <a:endParaRPr lang="en-US" sz="26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1028224" y="3313271"/>
                            <a:ext cx="3727490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Minimizing expenses while maintaining quality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6" name="Shape 4" descr="Decorative – no critical information"/>
                        <p:cNvSpPr/>
                        <p:nvPr/>
                      </p:nvSpPr>
                      <p:spPr>
                        <a:xfrm>
                          <a:off x="5216962" y="2517458"/>
                          <a:ext cx="4196358" cy="1756053"/>
                        </a:xfrm>
                        <a:prstGeom prst="roundRect">
                          <a:avLst>
                            <a:gd name="adj" fmla="val 5425"/>
                          </a:avLst>
                        </a:prstGeom>
                        <a:grpFill/>
                        <a:ln w="12700">
                          <a:solidFill>
                            <a:srgbClr val="000000"/>
                          </a:solidFill>
                          <a:prstDash val="solid"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7" name="Text 5" descr="Decorative – no critical information"/>
                      <p:cNvSpPr/>
                      <p:nvPr/>
                    </p:nvSpPr>
                    <p:spPr>
                      <a:xfrm>
                        <a:off x="5451396" y="2751892"/>
                        <a:ext cx="3402330" cy="425291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3300"/>
                          </a:lnSpc>
                          <a:buNone/>
                        </a:pPr>
                        <a:r>
                          <a:rPr lang="en-US" sz="265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Capacity</a:t>
                        </a:r>
                        <a:endParaRPr lang="en-US" sz="26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6" descr="Decorative – no critical information"/>
                    <p:cNvSpPr/>
                    <p:nvPr/>
                  </p:nvSpPr>
                  <p:spPr>
                    <a:xfrm>
                      <a:off x="5451396" y="3313271"/>
                      <a:ext cx="3727490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Ensuring agility to scale operations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9" name="Shape 7" descr="Decorative – no critical information"/>
                  <p:cNvSpPr/>
                  <p:nvPr/>
                </p:nvSpPr>
                <p:spPr>
                  <a:xfrm>
                    <a:off x="9640133" y="2517458"/>
                    <a:ext cx="4196358" cy="1756053"/>
                  </a:xfrm>
                  <a:prstGeom prst="roundRect">
                    <a:avLst>
                      <a:gd name="adj" fmla="val 5425"/>
                    </a:avLst>
                  </a:prstGeom>
                  <a:grpFill/>
                  <a:ln w="12700">
                    <a:solidFill>
                      <a:srgbClr val="000000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" name="Text 8" descr="Decorative – no critical information"/>
                <p:cNvSpPr/>
                <p:nvPr/>
              </p:nvSpPr>
              <p:spPr>
                <a:xfrm>
                  <a:off x="9874568" y="2751892"/>
                  <a:ext cx="3402330" cy="425291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3300"/>
                    </a:lnSpc>
                    <a:buNone/>
                  </a:pPr>
                  <a:r>
                    <a:rPr lang="en-US" sz="265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Connectivity</a:t>
                  </a:r>
                  <a:endParaRPr lang="en-US" sz="26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9" descr="Decorative – no critical information"/>
              <p:cNvSpPr/>
              <p:nvPr/>
            </p:nvSpPr>
            <p:spPr>
              <a:xfrm>
                <a:off x="9874568" y="3313271"/>
                <a:ext cx="3727490" cy="362903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Linking partners for seamless flow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Shape 10" descr="Decorative – no critical information"/>
            <p:cNvSpPr/>
            <p:nvPr/>
          </p:nvSpPr>
          <p:spPr>
            <a:xfrm>
              <a:off x="793790" y="4500324"/>
              <a:ext cx="6407944" cy="1393150"/>
            </a:xfrm>
            <a:prstGeom prst="roundRect">
              <a:avLst>
                <a:gd name="adj" fmla="val 6838"/>
              </a:avLst>
            </a:prstGeom>
            <a:grpFill/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 11" descr="Decorative – no critical information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7020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05857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829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75756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67637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13526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00988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83457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7660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27997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58864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30C6C00-1BC4-09D0-FB7F-22C261DB032E}"/>
              </a:ext>
            </a:extLst>
          </p:cNvPr>
          <p:cNvGrpSpPr/>
          <p:nvPr/>
        </p:nvGrpSpPr>
        <p:grpSpPr>
          <a:xfrm>
            <a:off x="793790" y="1355049"/>
            <a:ext cx="4572000" cy="3805000"/>
            <a:chOff x="793790" y="1355049"/>
            <a:chExt cx="4572000" cy="3805000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90B265-68BB-93F2-6B11-5994D1F6FFCC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6407944" cy="4538425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E917F92-ACE7-3F49-D6A4-761F09F7A083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2808268" cy="2321125"/>
              </a:xfrm>
              <a:grpFill/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F3E2598-180C-98ED-4352-93B57ED64234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2483108" cy="1822134"/>
                </a:xfrm>
                <a:grpFill/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E8F5D846-29DF-57F1-7AA1-1B74B94D13C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3042701" cy="2918462"/>
                  </a:xfrm>
                  <a:grpFill/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E99F80BE-FE87-F9D4-3AC8-1FFB38AE3E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385096" cy="2684027"/>
                    </a:xfrm>
                    <a:grpFill/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D5CC88FC-E71E-D093-9D51-0AF775231B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059936" cy="1822134"/>
                      </a:xfrm>
                      <a:grpFill/>
                    </p:grpSpPr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1C25430A-66E7-EA92-DEF2-0CE47A8D120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619530" cy="2918462"/>
                        </a:xfrm>
                        <a:grpFill/>
                      </p:grpSpPr>
                      <p:grpSp>
                        <p:nvGrpSpPr>
                          <p:cNvPr id="21" name="Group 20">
                            <a:extLst>
                              <a:ext uri="{FF2B5EF4-FFF2-40B4-BE49-F238E27FC236}">
                                <a16:creationId xmlns:a16="http://schemas.microsoft.com/office/drawing/2014/main" id="{37626EBB-F3AD-D4A8-96EC-C3CC08F0911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2684027"/>
                          </a:xfrm>
                          <a:grpFill/>
                        </p:grpSpPr>
                        <p:grpSp>
                          <p:nvGrpSpPr>
                            <p:cNvPr id="20" name="Group 19">
                              <a:extLst>
                                <a:ext uri="{FF2B5EF4-FFF2-40B4-BE49-F238E27FC236}">
                                  <a16:creationId xmlns:a16="http://schemas.microsoft.com/office/drawing/2014/main" id="{E58295BB-D492-7957-77D7-F50DF8EE8A1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1822134"/>
                            </a:xfrm>
                            <a:grpFill/>
                          </p:grpSpPr>
                          <p:grpSp>
                            <p:nvGrpSpPr>
                              <p:cNvPr id="19" name="Group 18">
                                <a:extLst>
                                  <a:ext uri="{FF2B5EF4-FFF2-40B4-BE49-F238E27FC236}">
                                    <a16:creationId xmlns:a16="http://schemas.microsoft.com/office/drawing/2014/main" id="{08206425-71D6-D0ED-B20A-7F47141D1B1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2918462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793790" y="1355049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The 5 Cs of Supply Chain Management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Shape 1"/>
                                <p:cNvSpPr/>
                                <p:nvPr/>
                              </p:nvSpPr>
                              <p:spPr>
                                <a:xfrm>
                                  <a:off x="793790" y="2517458"/>
                                  <a:ext cx="4196358" cy="1756053"/>
                                </a:xfrm>
                                <a:prstGeom prst="roundRect">
                                  <a:avLst>
                                    <a:gd name="adj" fmla="val 5425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Text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1028224" y="2751892"/>
                                <a:ext cx="3402330" cy="42529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300"/>
                                  </a:lnSpc>
                                  <a:buNone/>
                                </a:pPr>
                                <a:r>
                                  <a:rPr lang="en-US" sz="265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Cost</a:t>
                                </a:r>
                                <a:endParaRPr lang="en-US" sz="26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5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28224" y="3313271"/>
                              <a:ext cx="3727490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Minimizing expenses while maintaining quality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" name="Shape 4" descr="Decorative – no critical information"/>
                          <p:cNvSpPr/>
                          <p:nvPr/>
                        </p:nvSpPr>
                        <p:spPr>
                          <a:xfrm>
                            <a:off x="5216962" y="2517458"/>
                            <a:ext cx="4196358" cy="1756053"/>
                          </a:xfrm>
                          <a:prstGeom prst="roundRect">
                            <a:avLst>
                              <a:gd name="adj" fmla="val 5425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7" name="Text 5" descr="Decorative – no critical information"/>
                        <p:cNvSpPr/>
                        <p:nvPr/>
                      </p:nvSpPr>
                      <p:spPr>
                        <a:xfrm>
                          <a:off x="5451396" y="2751892"/>
                          <a:ext cx="3402330" cy="42529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300"/>
                            </a:lnSpc>
                            <a:buNone/>
                          </a:pPr>
                          <a:r>
                            <a:rPr lang="en-US" sz="265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Capacity</a:t>
                          </a:r>
                          <a:endParaRPr lang="en-US" sz="26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Text 6" descr="Decorative – no critical information"/>
                      <p:cNvSpPr/>
                      <p:nvPr/>
                    </p:nvSpPr>
                    <p:spPr>
                      <a:xfrm>
                        <a:off x="5451396" y="3313271"/>
                        <a:ext cx="3727490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Ensuring agility to scale operations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9" name="Shape 7" descr="Decorative – no critical information"/>
                    <p:cNvSpPr/>
                    <p:nvPr/>
                  </p:nvSpPr>
                  <p:spPr>
                    <a:xfrm>
                      <a:off x="9640133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" name="Text 8" descr="Decorative – no critical information"/>
                  <p:cNvSpPr/>
                  <p:nvPr/>
                </p:nvSpPr>
                <p:spPr>
                  <a:xfrm>
                    <a:off x="9874568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Connectivity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Text 9" descr="Decorative – no critical information"/>
                <p:cNvSpPr/>
                <p:nvPr/>
              </p:nvSpPr>
              <p:spPr>
                <a:xfrm>
                  <a:off x="9874568" y="3313271"/>
                  <a:ext cx="3727490" cy="36290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Linking partners for seamless flow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Shape 10" descr="Decorative – no critical information"/>
              <p:cNvSpPr/>
              <p:nvPr/>
            </p:nvSpPr>
            <p:spPr>
              <a:xfrm>
                <a:off x="793790" y="4500324"/>
                <a:ext cx="6407944" cy="1393150"/>
              </a:xfrm>
              <a:prstGeom prst="roundRect">
                <a:avLst>
                  <a:gd name="adj" fmla="val 6838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11" descr="Decorative – no critical information"/>
            <p:cNvSpPr/>
            <p:nvPr/>
          </p:nvSpPr>
          <p:spPr>
            <a:xfrm>
              <a:off x="1028224" y="4734758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Compliance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4" name="Text 12" descr="Decorative – no critical information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4146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30C6C00-1BC4-09D0-FB7F-22C261DB032E}"/>
              </a:ext>
            </a:extLst>
          </p:cNvPr>
          <p:cNvGrpSpPr/>
          <p:nvPr/>
        </p:nvGrpSpPr>
        <p:grpSpPr>
          <a:xfrm>
            <a:off x="793790" y="1355049"/>
            <a:ext cx="4572000" cy="3805000"/>
            <a:chOff x="793790" y="1355049"/>
            <a:chExt cx="4572000" cy="3805000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90B265-68BB-93F2-6B11-5994D1F6FFCC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6407944" cy="4538425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E917F92-ACE7-3F49-D6A4-761F09F7A083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12808268" cy="2321125"/>
              </a:xfrm>
              <a:grpFill/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F3E2598-180C-98ED-4352-93B57ED64234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2483108" cy="1822134"/>
                </a:xfrm>
                <a:grpFill/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E8F5D846-29DF-57F1-7AA1-1B74B94D13C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3042701" cy="2918462"/>
                  </a:xfrm>
                  <a:grpFill/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E99F80BE-FE87-F9D4-3AC8-1FFB38AE3E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8385096" cy="2684027"/>
                    </a:xfrm>
                    <a:grpFill/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D5CC88FC-E71E-D093-9D51-0AF775231B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059936" cy="1822134"/>
                      </a:xfrm>
                      <a:grpFill/>
                    </p:grpSpPr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1C25430A-66E7-EA92-DEF2-0CE47A8D120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619530" cy="2918462"/>
                        </a:xfrm>
                        <a:grpFill/>
                      </p:grpSpPr>
                      <p:grpSp>
                        <p:nvGrpSpPr>
                          <p:cNvPr id="21" name="Group 20">
                            <a:extLst>
                              <a:ext uri="{FF2B5EF4-FFF2-40B4-BE49-F238E27FC236}">
                                <a16:creationId xmlns:a16="http://schemas.microsoft.com/office/drawing/2014/main" id="{37626EBB-F3AD-D4A8-96EC-C3CC08F0911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4572000" cy="2684027"/>
                          </a:xfrm>
                          <a:grpFill/>
                        </p:grpSpPr>
                        <p:grpSp>
                          <p:nvGrpSpPr>
                            <p:cNvPr id="20" name="Group 19">
                              <a:extLst>
                                <a:ext uri="{FF2B5EF4-FFF2-40B4-BE49-F238E27FC236}">
                                  <a16:creationId xmlns:a16="http://schemas.microsoft.com/office/drawing/2014/main" id="{E58295BB-D492-7957-77D7-F50DF8EE8A1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1822134"/>
                            </a:xfrm>
                            <a:grpFill/>
                          </p:grpSpPr>
                          <p:grpSp>
                            <p:nvGrpSpPr>
                              <p:cNvPr id="19" name="Group 18">
                                <a:extLst>
                                  <a:ext uri="{FF2B5EF4-FFF2-40B4-BE49-F238E27FC236}">
                                    <a16:creationId xmlns:a16="http://schemas.microsoft.com/office/drawing/2014/main" id="{08206425-71D6-D0ED-B20A-7F47141D1B1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2918462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793790" y="1355049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The 5 Cs of Supply Chain Management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Shape 1"/>
                                <p:cNvSpPr/>
                                <p:nvPr/>
                              </p:nvSpPr>
                              <p:spPr>
                                <a:xfrm>
                                  <a:off x="793790" y="2517458"/>
                                  <a:ext cx="4196358" cy="1756053"/>
                                </a:xfrm>
                                <a:prstGeom prst="roundRect">
                                  <a:avLst>
                                    <a:gd name="adj" fmla="val 5425"/>
                                  </a:avLst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  <a:prstDash val="solid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Text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1028224" y="2751892"/>
                                <a:ext cx="3402330" cy="425291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3300"/>
                                  </a:lnSpc>
                                  <a:buNone/>
                                </a:pPr>
                                <a:r>
                                  <a:rPr lang="en-US" sz="265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Cost</a:t>
                                </a:r>
                                <a:endParaRPr lang="en-US" sz="26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5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1028224" y="3313271"/>
                              <a:ext cx="3727490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Minimizing expenses while maintaining quality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" name="Shape 4" descr="Decorative – no critical information"/>
                          <p:cNvSpPr/>
                          <p:nvPr/>
                        </p:nvSpPr>
                        <p:spPr>
                          <a:xfrm>
                            <a:off x="5216962" y="2517458"/>
                            <a:ext cx="4196358" cy="1756053"/>
                          </a:xfrm>
                          <a:prstGeom prst="roundRect">
                            <a:avLst>
                              <a:gd name="adj" fmla="val 5425"/>
                            </a:avLst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  <a:prstDash val="solid"/>
                          </a:ln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7" name="Text 5" descr="Decorative – no critical information"/>
                        <p:cNvSpPr/>
                        <p:nvPr/>
                      </p:nvSpPr>
                      <p:spPr>
                        <a:xfrm>
                          <a:off x="5451396" y="2751892"/>
                          <a:ext cx="3402330" cy="425291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3300"/>
                            </a:lnSpc>
                            <a:buNone/>
                          </a:pPr>
                          <a:r>
                            <a:rPr lang="en-US" sz="265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Capacity</a:t>
                          </a:r>
                          <a:endParaRPr lang="en-US" sz="26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Text 6" descr="Decorative – no critical information"/>
                      <p:cNvSpPr/>
                      <p:nvPr/>
                    </p:nvSpPr>
                    <p:spPr>
                      <a:xfrm>
                        <a:off x="5451396" y="3313271"/>
                        <a:ext cx="3727490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Ensuring agility to scale operations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9" name="Shape 7" descr="Decorative – no critical information"/>
                    <p:cNvSpPr/>
                    <p:nvPr/>
                  </p:nvSpPr>
                  <p:spPr>
                    <a:xfrm>
                      <a:off x="9640133" y="2517458"/>
                      <a:ext cx="4196358" cy="1756053"/>
                    </a:xfrm>
                    <a:prstGeom prst="roundRect">
                      <a:avLst>
                        <a:gd name="adj" fmla="val 5425"/>
                      </a:avLst>
                    </a:prstGeom>
                    <a:grpFill/>
                    <a:ln w="12700">
                      <a:solidFill>
                        <a:srgbClr val="000000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" name="Text 8" descr="Decorative – no critical information"/>
                  <p:cNvSpPr/>
                  <p:nvPr/>
                </p:nvSpPr>
                <p:spPr>
                  <a:xfrm>
                    <a:off x="9874568" y="2751892"/>
                    <a:ext cx="3402330" cy="425291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3300"/>
                      </a:lnSpc>
                      <a:buNone/>
                    </a:pPr>
                    <a:r>
                      <a:rPr lang="en-US" sz="265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Connectivity</a:t>
                    </a:r>
                    <a:endParaRPr lang="en-US" sz="26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1" name="Text 9" descr="Decorative – no critical information"/>
                <p:cNvSpPr/>
                <p:nvPr/>
              </p:nvSpPr>
              <p:spPr>
                <a:xfrm>
                  <a:off x="9874568" y="3313271"/>
                  <a:ext cx="3727490" cy="362903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Linking partners for seamless flow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Shape 10" descr="Decorative – no critical information"/>
              <p:cNvSpPr/>
              <p:nvPr/>
            </p:nvSpPr>
            <p:spPr>
              <a:xfrm>
                <a:off x="793790" y="4500324"/>
                <a:ext cx="6407944" cy="1393150"/>
              </a:xfrm>
              <a:prstGeom prst="roundRect">
                <a:avLst>
                  <a:gd name="adj" fmla="val 6838"/>
                </a:avLst>
              </a:prstGeom>
              <a:grpFill/>
              <a:ln w="12700">
                <a:solidFill>
                  <a:srgbClr val="0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11" descr="Decorative – no critical information"/>
            <p:cNvSpPr/>
            <p:nvPr/>
          </p:nvSpPr>
          <p:spPr>
            <a:xfrm>
              <a:off x="1028224" y="4734758"/>
              <a:ext cx="3402330" cy="42529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Compliance</a:t>
              </a:r>
              <a:endParaRPr lang="en-US" sz="26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4" name="Text 12" descr="Decorative – no critical information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28824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03311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47134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31721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85133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11683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21310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41895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55459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56929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9890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1B045B0-53BD-9923-461D-8C48E8E1E5B1}"/>
              </a:ext>
            </a:extLst>
          </p:cNvPr>
          <p:cNvGrpSpPr/>
          <p:nvPr/>
        </p:nvGrpSpPr>
        <p:grpSpPr>
          <a:xfrm>
            <a:off x="793790" y="1355049"/>
            <a:ext cx="6173510" cy="4303992"/>
            <a:chOff x="793790" y="1355049"/>
            <a:chExt cx="6173510" cy="4303992"/>
          </a:xfrm>
          <a:solidFill>
            <a:srgbClr val="C07000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30C6C00-1BC4-09D0-FB7F-22C261DB032E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3805000"/>
            </a:xfrm>
            <a:grpFill/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390B265-68BB-93F2-6B11-5994D1F6FFCC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6407944" cy="4538425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E917F92-ACE7-3F49-D6A4-761F09F7A083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2808268" cy="2321125"/>
                </a:xfrm>
                <a:grp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5F3E2598-180C-98ED-4352-93B57ED64234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2483108" cy="1822134"/>
                  </a:xfrm>
                  <a:grpFill/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E8F5D846-29DF-57F1-7AA1-1B74B94D13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13042701" cy="2918462"/>
                    </a:xfrm>
                    <a:grpFill/>
                  </p:grpSpPr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E99F80BE-FE87-F9D4-3AC8-1FFB38AE3E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385096" cy="2684027"/>
                      </a:xfrm>
                      <a:grpFill/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D5CC88FC-E71E-D093-9D51-0AF775231BD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059936" cy="1822134"/>
                        </a:xfrm>
                        <a:grpFill/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1C25430A-66E7-EA92-DEF2-0CE47A8D12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8619530" cy="2918462"/>
                          </a:xfrm>
                          <a:grpFill/>
                        </p:grpSpPr>
                        <p:grpSp>
                          <p:nvGrpSpPr>
                            <p:cNvPr id="21" name="Group 20">
                              <a:extLst>
                                <a:ext uri="{FF2B5EF4-FFF2-40B4-BE49-F238E27FC236}">
                                  <a16:creationId xmlns:a16="http://schemas.microsoft.com/office/drawing/2014/main" id="{37626EBB-F3AD-D4A8-96EC-C3CC08F0911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2684027"/>
                            </a:xfrm>
                            <a:grpFill/>
                          </p:grpSpPr>
                          <p:grpSp>
                            <p:nvGrpSpPr>
                              <p:cNvPr id="20" name="Group 19">
                                <a:extLst>
                                  <a:ext uri="{FF2B5EF4-FFF2-40B4-BE49-F238E27FC236}">
                                    <a16:creationId xmlns:a16="http://schemas.microsoft.com/office/drawing/2014/main" id="{E58295BB-D492-7957-77D7-F50DF8EE8A1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1822134"/>
                              </a:xfrm>
                              <a:grpFill/>
                            </p:grpSpPr>
                            <p:grpSp>
                              <p:nvGrpSpPr>
                                <p:cNvPr id="19" name="Group 18">
                                  <a:extLst>
                                    <a:ext uri="{FF2B5EF4-FFF2-40B4-BE49-F238E27FC236}">
                                      <a16:creationId xmlns:a16="http://schemas.microsoft.com/office/drawing/2014/main" id="{08206425-71D6-D0ED-B20A-7F47141D1B1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1355049"/>
                                  <a:ext cx="4572000" cy="1371600"/>
                                  <a:chOff x="793790" y="1355049"/>
                                  <a:chExt cx="4572000" cy="2918462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1355049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The 5 Cs of Supply Chain Management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Shape 1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2517458"/>
                                    <a:ext cx="4196358" cy="1756053"/>
                                  </a:xfrm>
                                  <a:prstGeom prst="roundRect">
                                    <a:avLst>
                                      <a:gd name="adj" fmla="val 5425"/>
                                    </a:avLst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  <a:prstDash val="solid"/>
                                  </a:ln>
                                </p:spPr>
                                <p:txBody>
                                  <a:bodyPr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Text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1028224" y="2751892"/>
                                  <a:ext cx="3402330" cy="425291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3300"/>
                                    </a:lnSpc>
                                    <a:buNone/>
                                  </a:pPr>
                                  <a:r>
                                    <a:rPr lang="en-US" sz="265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Cost</a:t>
                                  </a:r>
                                  <a:endParaRPr lang="en-US" sz="26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Text 3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1028224" y="3313271"/>
                                <a:ext cx="3727490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Minimizing expenses while maintaining quality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6" name="Shape 4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216962" y="2517458"/>
                              <a:ext cx="4196358" cy="1756053"/>
                            </a:xfrm>
                            <a:prstGeom prst="roundRect">
                              <a:avLst>
                                <a:gd name="adj" fmla="val 5425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7" name="Text 5" descr="Decorative – no critical information"/>
                          <p:cNvSpPr/>
                          <p:nvPr/>
                        </p:nvSpPr>
                        <p:spPr>
                          <a:xfrm>
                            <a:off x="5451396" y="2751892"/>
                            <a:ext cx="3402330" cy="42529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300"/>
                              </a:lnSpc>
                              <a:buNone/>
                            </a:pPr>
                            <a:r>
                              <a:rPr lang="en-US" sz="265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Capacity</a:t>
                            </a:r>
                            <a:endParaRPr lang="en-US" sz="26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Text 6" descr="Decorative – no critical information"/>
                        <p:cNvSpPr/>
                        <p:nvPr/>
                      </p:nvSpPr>
                      <p:spPr>
                        <a:xfrm>
                          <a:off x="5451396" y="3313271"/>
                          <a:ext cx="3727490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Ensuring agility to scale operations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9" name="Shape 7" descr="Decorative – no critical information"/>
                      <p:cNvSpPr/>
                      <p:nvPr/>
                    </p:nvSpPr>
                    <p:spPr>
                      <a:xfrm>
                        <a:off x="9640133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0" name="Text 8" descr="Decorative – no critical information"/>
                    <p:cNvSpPr/>
                    <p:nvPr/>
                  </p:nvSpPr>
                  <p:spPr>
                    <a:xfrm>
                      <a:off x="9874568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Connectivity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9" descr="Decorative – no critical information"/>
                  <p:cNvSpPr/>
                  <p:nvPr/>
                </p:nvSpPr>
                <p:spPr>
                  <a:xfrm>
                    <a:off x="9874568" y="3313271"/>
                    <a:ext cx="3727490" cy="36290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Linking partners for seamless flow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10" descr="Decorative – no critical information"/>
                <p:cNvSpPr/>
                <p:nvPr/>
              </p:nvSpPr>
              <p:spPr>
                <a:xfrm>
                  <a:off x="793790" y="4500324"/>
                  <a:ext cx="6407944" cy="1393150"/>
                </a:xfrm>
                <a:prstGeom prst="roundRect">
                  <a:avLst>
                    <a:gd name="adj" fmla="val 6838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" name="Text 11" descr="Decorative – no critical information"/>
              <p:cNvSpPr/>
              <p:nvPr/>
            </p:nvSpPr>
            <p:spPr>
              <a:xfrm>
                <a:off x="1028224" y="4734758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Compliance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2" descr="Decorative – no critical information"/>
            <p:cNvSpPr/>
            <p:nvPr/>
          </p:nvSpPr>
          <p:spPr>
            <a:xfrm>
              <a:off x="1028224" y="5296138"/>
              <a:ext cx="5939076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Meeting regulatory requirements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Shape 13" descr="Decorative – no critical information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9263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1B045B0-53BD-9923-461D-8C48E8E1E5B1}"/>
              </a:ext>
            </a:extLst>
          </p:cNvPr>
          <p:cNvGrpSpPr/>
          <p:nvPr/>
        </p:nvGrpSpPr>
        <p:grpSpPr>
          <a:xfrm>
            <a:off x="793790" y="1355049"/>
            <a:ext cx="6173510" cy="4303992"/>
            <a:chOff x="793790" y="1355049"/>
            <a:chExt cx="6173510" cy="4303992"/>
          </a:xfrm>
          <a:solidFill>
            <a:srgbClr val="C07000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30C6C00-1BC4-09D0-FB7F-22C261DB032E}"/>
                </a:ext>
              </a:extLst>
            </p:cNvPr>
            <p:cNvGrpSpPr/>
            <p:nvPr/>
          </p:nvGrpSpPr>
          <p:grpSpPr>
            <a:xfrm>
              <a:off x="793790" y="1355049"/>
              <a:ext cx="4572000" cy="1371600"/>
              <a:chOff x="793790" y="1355049"/>
              <a:chExt cx="4572000" cy="3805000"/>
            </a:xfrm>
            <a:grpFill/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390B265-68BB-93F2-6B11-5994D1F6FFCC}"/>
                  </a:ext>
                </a:extLst>
              </p:cNvPr>
              <p:cNvGrpSpPr/>
              <p:nvPr/>
            </p:nvGrpSpPr>
            <p:grpSpPr>
              <a:xfrm>
                <a:off x="793790" y="1355049"/>
                <a:ext cx="4572000" cy="1371600"/>
                <a:chOff x="793790" y="1355049"/>
                <a:chExt cx="6407944" cy="4538425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E917F92-ACE7-3F49-D6A4-761F09F7A083}"/>
                    </a:ext>
                  </a:extLst>
                </p:cNvPr>
                <p:cNvGrpSpPr/>
                <p:nvPr/>
              </p:nvGrpSpPr>
              <p:grpSpPr>
                <a:xfrm>
                  <a:off x="793790" y="1355049"/>
                  <a:ext cx="4572000" cy="1371600"/>
                  <a:chOff x="793790" y="1355049"/>
                  <a:chExt cx="12808268" cy="2321125"/>
                </a:xfrm>
                <a:grp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5F3E2598-180C-98ED-4352-93B57ED64234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1355049"/>
                    <a:ext cx="4572000" cy="1371600"/>
                    <a:chOff x="793790" y="1355049"/>
                    <a:chExt cx="12483108" cy="1822134"/>
                  </a:xfrm>
                  <a:grpFill/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E8F5D846-29DF-57F1-7AA1-1B74B94D13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1355049"/>
                      <a:ext cx="4572000" cy="1371600"/>
                      <a:chOff x="793790" y="1355049"/>
                      <a:chExt cx="13042701" cy="2918462"/>
                    </a:xfrm>
                    <a:grpFill/>
                  </p:grpSpPr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E99F80BE-FE87-F9D4-3AC8-1FFB38AE3E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1355049"/>
                        <a:ext cx="4572000" cy="1371600"/>
                        <a:chOff x="793790" y="1355049"/>
                        <a:chExt cx="8385096" cy="2684027"/>
                      </a:xfrm>
                      <a:grpFill/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D5CC88FC-E71E-D093-9D51-0AF775231BD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1355049"/>
                          <a:ext cx="4572000" cy="1371600"/>
                          <a:chOff x="793790" y="1355049"/>
                          <a:chExt cx="8059936" cy="1822134"/>
                        </a:xfrm>
                        <a:grpFill/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1C25430A-66E7-EA92-DEF2-0CE47A8D12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1355049"/>
                            <a:ext cx="4572000" cy="1371600"/>
                            <a:chOff x="793790" y="1355049"/>
                            <a:chExt cx="8619530" cy="2918462"/>
                          </a:xfrm>
                          <a:grpFill/>
                        </p:grpSpPr>
                        <p:grpSp>
                          <p:nvGrpSpPr>
                            <p:cNvPr id="21" name="Group 20">
                              <a:extLst>
                                <a:ext uri="{FF2B5EF4-FFF2-40B4-BE49-F238E27FC236}">
                                  <a16:creationId xmlns:a16="http://schemas.microsoft.com/office/drawing/2014/main" id="{37626EBB-F3AD-D4A8-96EC-C3CC08F0911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1355049"/>
                              <a:ext cx="4572000" cy="1371600"/>
                              <a:chOff x="793790" y="1355049"/>
                              <a:chExt cx="4572000" cy="2684027"/>
                            </a:xfrm>
                            <a:grpFill/>
                          </p:grpSpPr>
                          <p:grpSp>
                            <p:nvGrpSpPr>
                              <p:cNvPr id="20" name="Group 19">
                                <a:extLst>
                                  <a:ext uri="{FF2B5EF4-FFF2-40B4-BE49-F238E27FC236}">
                                    <a16:creationId xmlns:a16="http://schemas.microsoft.com/office/drawing/2014/main" id="{E58295BB-D492-7957-77D7-F50DF8EE8A1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1355049"/>
                                <a:ext cx="4572000" cy="1371600"/>
                                <a:chOff x="793790" y="1355049"/>
                                <a:chExt cx="4572000" cy="1822134"/>
                              </a:xfrm>
                              <a:grpFill/>
                            </p:grpSpPr>
                            <p:grpSp>
                              <p:nvGrpSpPr>
                                <p:cNvPr id="19" name="Group 18">
                                  <a:extLst>
                                    <a:ext uri="{FF2B5EF4-FFF2-40B4-BE49-F238E27FC236}">
                                      <a16:creationId xmlns:a16="http://schemas.microsoft.com/office/drawing/2014/main" id="{08206425-71D6-D0ED-B20A-7F47141D1B1D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1355049"/>
                                  <a:ext cx="4572000" cy="1371600"/>
                                  <a:chOff x="793790" y="1355049"/>
                                  <a:chExt cx="4572000" cy="2918462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1355049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The 5 Cs of Supply Chain Management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Shape 1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2517458"/>
                                    <a:ext cx="4196358" cy="1756053"/>
                                  </a:xfrm>
                                  <a:prstGeom prst="roundRect">
                                    <a:avLst>
                                      <a:gd name="adj" fmla="val 5425"/>
                                    </a:avLst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  <a:prstDash val="solid"/>
                                  </a:ln>
                                </p:spPr>
                                <p:txBody>
                                  <a:bodyPr/>
                                  <a:lstStyle/>
                                  <a:p>
                                    <a:endParaRPr 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Text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1028224" y="2751892"/>
                                  <a:ext cx="3402330" cy="425291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3300"/>
                                    </a:lnSpc>
                                    <a:buNone/>
                                  </a:pPr>
                                  <a:r>
                                    <a:rPr lang="en-US" sz="265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Cost</a:t>
                                  </a:r>
                                  <a:endParaRPr lang="en-US" sz="26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5" name="Text 3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1028224" y="3313271"/>
                                <a:ext cx="3727490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Minimizing expenses while maintaining quality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6" name="Shape 4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5216962" y="2517458"/>
                              <a:ext cx="4196358" cy="1756053"/>
                            </a:xfrm>
                            <a:prstGeom prst="roundRect">
                              <a:avLst>
                                <a:gd name="adj" fmla="val 5425"/>
                              </a:avLst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  <a:prstDash val="solid"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7" name="Text 5" descr="Decorative – no critical information"/>
                          <p:cNvSpPr/>
                          <p:nvPr/>
                        </p:nvSpPr>
                        <p:spPr>
                          <a:xfrm>
                            <a:off x="5451396" y="2751892"/>
                            <a:ext cx="3402330" cy="425291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3300"/>
                              </a:lnSpc>
                              <a:buNone/>
                            </a:pPr>
                            <a:r>
                              <a:rPr lang="en-US" sz="265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Capacity</a:t>
                            </a:r>
                            <a:endParaRPr lang="en-US" sz="26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Text 6" descr="Decorative – no critical information"/>
                        <p:cNvSpPr/>
                        <p:nvPr/>
                      </p:nvSpPr>
                      <p:spPr>
                        <a:xfrm>
                          <a:off x="5451396" y="3313271"/>
                          <a:ext cx="3727490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Ensuring agility to scale operations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9" name="Shape 7" descr="Decorative – no critical information"/>
                      <p:cNvSpPr/>
                      <p:nvPr/>
                    </p:nvSpPr>
                    <p:spPr>
                      <a:xfrm>
                        <a:off x="9640133" y="2517458"/>
                        <a:ext cx="4196358" cy="1756053"/>
                      </a:xfrm>
                      <a:prstGeom prst="roundRect">
                        <a:avLst>
                          <a:gd name="adj" fmla="val 5425"/>
                        </a:avLst>
                      </a:prstGeom>
                      <a:grpFill/>
                      <a:ln w="12700">
                        <a:solidFill>
                          <a:srgbClr val="000000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0" name="Text 8" descr="Decorative – no critical information"/>
                    <p:cNvSpPr/>
                    <p:nvPr/>
                  </p:nvSpPr>
                  <p:spPr>
                    <a:xfrm>
                      <a:off x="9874568" y="2751892"/>
                      <a:ext cx="3402330" cy="425291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3300"/>
                        </a:lnSpc>
                        <a:buNone/>
                      </a:pPr>
                      <a:r>
                        <a:rPr lang="en-US" sz="265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Connectivity</a:t>
                      </a:r>
                      <a:endParaRPr lang="en-US" sz="26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1" name="Text 9" descr="Decorative – no critical information"/>
                  <p:cNvSpPr/>
                  <p:nvPr/>
                </p:nvSpPr>
                <p:spPr>
                  <a:xfrm>
                    <a:off x="9874568" y="3313271"/>
                    <a:ext cx="3727490" cy="362903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Linking partners for seamless flow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Shape 10" descr="Decorative – no critical information"/>
                <p:cNvSpPr/>
                <p:nvPr/>
              </p:nvSpPr>
              <p:spPr>
                <a:xfrm>
                  <a:off x="793790" y="4500324"/>
                  <a:ext cx="6407944" cy="1393150"/>
                </a:xfrm>
                <a:prstGeom prst="roundRect">
                  <a:avLst>
                    <a:gd name="adj" fmla="val 6838"/>
                  </a:avLst>
                </a:prstGeom>
                <a:grpFill/>
                <a:ln w="12700">
                  <a:solidFill>
                    <a:srgbClr val="000000"/>
                  </a:solidFill>
                  <a:prstDash val="soli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" name="Text 11" descr="Decorative – no critical information"/>
              <p:cNvSpPr/>
              <p:nvPr/>
            </p:nvSpPr>
            <p:spPr>
              <a:xfrm>
                <a:off x="1028224" y="4734758"/>
                <a:ext cx="3402330" cy="425291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300"/>
                  </a:lnSpc>
                  <a:buNone/>
                </a:pPr>
                <a:r>
                  <a:rPr lang="en-US" sz="265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Compliance</a:t>
                </a:r>
                <a:endParaRPr lang="en-US" sz="26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2" descr="Decorative – no critical information"/>
            <p:cNvSpPr/>
            <p:nvPr/>
          </p:nvSpPr>
          <p:spPr>
            <a:xfrm>
              <a:off x="1028224" y="5296138"/>
              <a:ext cx="5939076" cy="362903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Meeting regulatory requirements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Shape 13" descr="Decorative – no critical information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>
              <a:latin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>
              <a:latin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96859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2339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41846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3817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23719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28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2782</Words>
  <Application>Microsoft Office PowerPoint</Application>
  <PresentationFormat>Custom</PresentationFormat>
  <Paragraphs>500</Paragraphs>
  <Slides>150</Slides>
  <Notes>97</Notes>
  <HiddenSlides>94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5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2025-12-17T10:19:47Z</dcterms:modified>
</cp:coreProperties>
</file>