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"/>
  </p:notesMasterIdLst>
  <p:sldIdLst>
    <p:sldId id="263" r:id="rId2"/>
  </p:sldIdLst>
  <p:sldSz cx="14630400" cy="8229600"/>
  <p:notesSz cx="8229600" cy="14630400"/>
  <p:embeddedFontLst>
    <p:embeddedFont>
      <p:font typeface="Inter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lwani, Sunil" userId="95b0a425-4eed-4b84-a7cf-34664c131309" providerId="ADAL" clId="{CC5F0CBF-77A6-4739-8FF3-8FB7DAFF4AC8}"/>
    <pc:docChg chg="delSld">
      <pc:chgData name="Lalwani, Sunil" userId="95b0a425-4eed-4b84-a7cf-34664c131309" providerId="ADAL" clId="{CC5F0CBF-77A6-4739-8FF3-8FB7DAFF4AC8}" dt="2025-12-16T15:36:29.130" v="2" actId="47"/>
      <pc:docMkLst>
        <pc:docMk/>
      </pc:docMkLst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6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7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8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59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0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1"/>
        </pc:sldMkLst>
      </pc:sldChg>
      <pc:sldChg chg="del">
        <pc:chgData name="Lalwani, Sunil" userId="95b0a425-4eed-4b84-a7cf-34664c131309" providerId="ADAL" clId="{CC5F0CBF-77A6-4739-8FF3-8FB7DAFF4AC8}" dt="2025-12-14T09:21:48.451" v="1" actId="47"/>
        <pc:sldMkLst>
          <pc:docMk/>
          <pc:sldMk cId="0" sldId="262"/>
        </pc:sldMkLst>
      </pc:sldChg>
      <pc:sldChg chg="del">
        <pc:chgData name="Lalwani, Sunil" userId="95b0a425-4eed-4b84-a7cf-34664c131309" providerId="ADAL" clId="{CC5F0CBF-77A6-4739-8FF3-8FB7DAFF4AC8}" dt="2025-12-16T15:36:29.130" v="2" actId="47"/>
        <pc:sldMkLst>
          <pc:docMk/>
          <pc:sldMk cId="0" sldId="264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5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6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7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8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69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0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1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2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3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4"/>
        </pc:sldMkLst>
      </pc:sldChg>
      <pc:sldChg chg="del">
        <pc:chgData name="Lalwani, Sunil" userId="95b0a425-4eed-4b84-a7cf-34664c131309" providerId="ADAL" clId="{CC5F0CBF-77A6-4739-8FF3-8FB7DAFF4AC8}" dt="2025-12-14T09:21:44.585" v="0" actId="47"/>
        <pc:sldMkLst>
          <pc:docMk/>
          <pc:sldMk cId="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825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5050"/>
            <a:ext cx="107371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Calibri" pitchFamily="34" charset="0"/>
                <a:ea typeface="Inter Bold" pitchFamily="34" charset="-122"/>
                <a:cs typeface="Inter Bold" pitchFamily="34" charset="-120"/>
              </a:rPr>
              <a:t>The 5 Cs of Supply Chain Management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28224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028224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Minimizing expenses while maintaining quality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51396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Capacity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5451396" y="3313271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Ensuring agility to scale operations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17458"/>
            <a:ext cx="4196358" cy="1756053"/>
          </a:xfrm>
          <a:prstGeom prst="roundRect">
            <a:avLst>
              <a:gd name="adj" fmla="val 542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4568" y="275189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Connectivity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9874568" y="3313271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 partners for seamless flow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28224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Compliance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28224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Meeting regulatory requirements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500324"/>
            <a:ext cx="6407944" cy="1393150"/>
          </a:xfrm>
          <a:prstGeom prst="roundRect">
            <a:avLst>
              <a:gd name="adj" fmla="val 683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982" y="473475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Consistency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7662982" y="5296138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Delivering reliable performance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1486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Connectivity serves as the foundation—enabling real-time data sharing that reduces costs by 15-25% while capacity ensures rapid response to demand fluctuations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</Words>
  <Application>Microsoft Office PowerPoint</Application>
  <PresentationFormat>Custom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Inter Bold</vt:lpstr>
      <vt:lpstr>Arial</vt:lpstr>
      <vt:lpstr>Inter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Lalwani, Sunil</cp:lastModifiedBy>
  <cp:revision>1</cp:revision>
  <dcterms:created xsi:type="dcterms:W3CDTF">2025-12-14T08:55:05Z</dcterms:created>
  <dcterms:modified xsi:type="dcterms:W3CDTF">2025-12-16T15:36:31Z</dcterms:modified>
</cp:coreProperties>
</file>