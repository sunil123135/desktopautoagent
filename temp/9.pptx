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"/>
  </p:notesMasterIdLst>
  <p:sldIdLst>
    <p:sldId id="264" r:id="rId2"/>
  </p:sldIdLst>
  <p:sldSz cx="14630400" cy="8229600"/>
  <p:notesSz cx="8229600" cy="14630400"/>
  <p:embeddedFontLst>
    <p:embeddedFont>
      <p:font typeface="Inter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720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1.fntdata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lwani, Sunil" userId="95b0a425-4eed-4b84-a7cf-34664c131309" providerId="ADAL" clId="{CC5F0CBF-77A6-4739-8FF3-8FB7DAFF4AC8}"/>
    <pc:docChg chg="delSld">
      <pc:chgData name="Lalwani, Sunil" userId="95b0a425-4eed-4b84-a7cf-34664c131309" providerId="ADAL" clId="{CC5F0CBF-77A6-4739-8FF3-8FB7DAFF4AC8}" dt="2025-12-14T09:21:24.626" v="1" actId="47"/>
      <pc:docMkLst>
        <pc:docMk/>
      </pc:docMkLst>
      <pc:sldChg chg="del">
        <pc:chgData name="Lalwani, Sunil" userId="95b0a425-4eed-4b84-a7cf-34664c131309" providerId="ADAL" clId="{CC5F0CBF-77A6-4739-8FF3-8FB7DAFF4AC8}" dt="2025-12-14T09:21:24.626" v="1" actId="47"/>
        <pc:sldMkLst>
          <pc:docMk/>
          <pc:sldMk cId="0" sldId="256"/>
        </pc:sldMkLst>
      </pc:sldChg>
      <pc:sldChg chg="del">
        <pc:chgData name="Lalwani, Sunil" userId="95b0a425-4eed-4b84-a7cf-34664c131309" providerId="ADAL" clId="{CC5F0CBF-77A6-4739-8FF3-8FB7DAFF4AC8}" dt="2025-12-14T09:21:24.626" v="1" actId="47"/>
        <pc:sldMkLst>
          <pc:docMk/>
          <pc:sldMk cId="0" sldId="257"/>
        </pc:sldMkLst>
      </pc:sldChg>
      <pc:sldChg chg="del">
        <pc:chgData name="Lalwani, Sunil" userId="95b0a425-4eed-4b84-a7cf-34664c131309" providerId="ADAL" clId="{CC5F0CBF-77A6-4739-8FF3-8FB7DAFF4AC8}" dt="2025-12-14T09:21:24.626" v="1" actId="47"/>
        <pc:sldMkLst>
          <pc:docMk/>
          <pc:sldMk cId="0" sldId="258"/>
        </pc:sldMkLst>
      </pc:sldChg>
      <pc:sldChg chg="del">
        <pc:chgData name="Lalwani, Sunil" userId="95b0a425-4eed-4b84-a7cf-34664c131309" providerId="ADAL" clId="{CC5F0CBF-77A6-4739-8FF3-8FB7DAFF4AC8}" dt="2025-12-14T09:21:24.626" v="1" actId="47"/>
        <pc:sldMkLst>
          <pc:docMk/>
          <pc:sldMk cId="0" sldId="259"/>
        </pc:sldMkLst>
      </pc:sldChg>
      <pc:sldChg chg="del">
        <pc:chgData name="Lalwani, Sunil" userId="95b0a425-4eed-4b84-a7cf-34664c131309" providerId="ADAL" clId="{CC5F0CBF-77A6-4739-8FF3-8FB7DAFF4AC8}" dt="2025-12-14T09:21:24.626" v="1" actId="47"/>
        <pc:sldMkLst>
          <pc:docMk/>
          <pc:sldMk cId="0" sldId="260"/>
        </pc:sldMkLst>
      </pc:sldChg>
      <pc:sldChg chg="del">
        <pc:chgData name="Lalwani, Sunil" userId="95b0a425-4eed-4b84-a7cf-34664c131309" providerId="ADAL" clId="{CC5F0CBF-77A6-4739-8FF3-8FB7DAFF4AC8}" dt="2025-12-14T09:21:24.626" v="1" actId="47"/>
        <pc:sldMkLst>
          <pc:docMk/>
          <pc:sldMk cId="0" sldId="261"/>
        </pc:sldMkLst>
      </pc:sldChg>
      <pc:sldChg chg="del">
        <pc:chgData name="Lalwani, Sunil" userId="95b0a425-4eed-4b84-a7cf-34664c131309" providerId="ADAL" clId="{CC5F0CBF-77A6-4739-8FF3-8FB7DAFF4AC8}" dt="2025-12-14T09:21:24.626" v="1" actId="47"/>
        <pc:sldMkLst>
          <pc:docMk/>
          <pc:sldMk cId="0" sldId="262"/>
        </pc:sldMkLst>
      </pc:sldChg>
      <pc:sldChg chg="del">
        <pc:chgData name="Lalwani, Sunil" userId="95b0a425-4eed-4b84-a7cf-34664c131309" providerId="ADAL" clId="{CC5F0CBF-77A6-4739-8FF3-8FB7DAFF4AC8}" dt="2025-12-14T09:21:24.626" v="1" actId="47"/>
        <pc:sldMkLst>
          <pc:docMk/>
          <pc:sldMk cId="0" sldId="263"/>
        </pc:sldMkLst>
      </pc:sldChg>
      <pc:sldChg chg="del">
        <pc:chgData name="Lalwani, Sunil" userId="95b0a425-4eed-4b84-a7cf-34664c131309" providerId="ADAL" clId="{CC5F0CBF-77A6-4739-8FF3-8FB7DAFF4AC8}" dt="2025-12-14T09:21:20.348" v="0" actId="47"/>
        <pc:sldMkLst>
          <pc:docMk/>
          <pc:sldMk cId="0" sldId="265"/>
        </pc:sldMkLst>
      </pc:sldChg>
      <pc:sldChg chg="del">
        <pc:chgData name="Lalwani, Sunil" userId="95b0a425-4eed-4b84-a7cf-34664c131309" providerId="ADAL" clId="{CC5F0CBF-77A6-4739-8FF3-8FB7DAFF4AC8}" dt="2025-12-14T09:21:20.348" v="0" actId="47"/>
        <pc:sldMkLst>
          <pc:docMk/>
          <pc:sldMk cId="0" sldId="266"/>
        </pc:sldMkLst>
      </pc:sldChg>
      <pc:sldChg chg="del">
        <pc:chgData name="Lalwani, Sunil" userId="95b0a425-4eed-4b84-a7cf-34664c131309" providerId="ADAL" clId="{CC5F0CBF-77A6-4739-8FF3-8FB7DAFF4AC8}" dt="2025-12-14T09:21:20.348" v="0" actId="47"/>
        <pc:sldMkLst>
          <pc:docMk/>
          <pc:sldMk cId="0" sldId="267"/>
        </pc:sldMkLst>
      </pc:sldChg>
      <pc:sldChg chg="del">
        <pc:chgData name="Lalwani, Sunil" userId="95b0a425-4eed-4b84-a7cf-34664c131309" providerId="ADAL" clId="{CC5F0CBF-77A6-4739-8FF3-8FB7DAFF4AC8}" dt="2025-12-14T09:21:20.348" v="0" actId="47"/>
        <pc:sldMkLst>
          <pc:docMk/>
          <pc:sldMk cId="0" sldId="268"/>
        </pc:sldMkLst>
      </pc:sldChg>
      <pc:sldChg chg="del">
        <pc:chgData name="Lalwani, Sunil" userId="95b0a425-4eed-4b84-a7cf-34664c131309" providerId="ADAL" clId="{CC5F0CBF-77A6-4739-8FF3-8FB7DAFF4AC8}" dt="2025-12-14T09:21:20.348" v="0" actId="47"/>
        <pc:sldMkLst>
          <pc:docMk/>
          <pc:sldMk cId="0" sldId="269"/>
        </pc:sldMkLst>
      </pc:sldChg>
      <pc:sldChg chg="del">
        <pc:chgData name="Lalwani, Sunil" userId="95b0a425-4eed-4b84-a7cf-34664c131309" providerId="ADAL" clId="{CC5F0CBF-77A6-4739-8FF3-8FB7DAFF4AC8}" dt="2025-12-14T09:21:20.348" v="0" actId="47"/>
        <pc:sldMkLst>
          <pc:docMk/>
          <pc:sldMk cId="0" sldId="270"/>
        </pc:sldMkLst>
      </pc:sldChg>
      <pc:sldChg chg="del">
        <pc:chgData name="Lalwani, Sunil" userId="95b0a425-4eed-4b84-a7cf-34664c131309" providerId="ADAL" clId="{CC5F0CBF-77A6-4739-8FF3-8FB7DAFF4AC8}" dt="2025-12-14T09:21:20.348" v="0" actId="47"/>
        <pc:sldMkLst>
          <pc:docMk/>
          <pc:sldMk cId="0" sldId="271"/>
        </pc:sldMkLst>
      </pc:sldChg>
      <pc:sldChg chg="del">
        <pc:chgData name="Lalwani, Sunil" userId="95b0a425-4eed-4b84-a7cf-34664c131309" providerId="ADAL" clId="{CC5F0CBF-77A6-4739-8FF3-8FB7DAFF4AC8}" dt="2025-12-14T09:21:20.348" v="0" actId="47"/>
        <pc:sldMkLst>
          <pc:docMk/>
          <pc:sldMk cId="0" sldId="272"/>
        </pc:sldMkLst>
      </pc:sldChg>
      <pc:sldChg chg="del">
        <pc:chgData name="Lalwani, Sunil" userId="95b0a425-4eed-4b84-a7cf-34664c131309" providerId="ADAL" clId="{CC5F0CBF-77A6-4739-8FF3-8FB7DAFF4AC8}" dt="2025-12-14T09:21:20.348" v="0" actId="47"/>
        <pc:sldMkLst>
          <pc:docMk/>
          <pc:sldMk cId="0" sldId="273"/>
        </pc:sldMkLst>
      </pc:sldChg>
      <pc:sldChg chg="del">
        <pc:chgData name="Lalwani, Sunil" userId="95b0a425-4eed-4b84-a7cf-34664c131309" providerId="ADAL" clId="{CC5F0CBF-77A6-4739-8FF3-8FB7DAFF4AC8}" dt="2025-12-14T09:21:20.348" v="0" actId="47"/>
        <pc:sldMkLst>
          <pc:docMk/>
          <pc:sldMk cId="0" sldId="274"/>
        </pc:sldMkLst>
      </pc:sldChg>
      <pc:sldChg chg="del">
        <pc:chgData name="Lalwani, Sunil" userId="95b0a425-4eed-4b84-a7cf-34664c131309" providerId="ADAL" clId="{CC5F0CBF-77A6-4739-8FF3-8FB7DAFF4AC8}" dt="2025-12-14T09:21:20.348" v="0" actId="47"/>
        <pc:sldMkLst>
          <pc:docMk/>
          <pc:sldMk cId="0" sldId="27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2396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6835" y="311825"/>
            <a:ext cx="576607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Advanced Logistics &amp; Distribution Models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96835" y="949523"/>
            <a:ext cx="1789390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Partnership Evolution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96835" y="1275517"/>
            <a:ext cx="678001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3PL Partners:</a:t>
            </a: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Outsourced logistics expertise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96835" y="1496616"/>
            <a:ext cx="678001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4PL Orchestration:</a:t>
            </a: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Strategic supply chain management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96835" y="1717715"/>
            <a:ext cx="678001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Last-Mile Innovation:</a:t>
            </a: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Autonomous vehicles and drones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96835" y="1938814"/>
            <a:ext cx="678001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Micro-Fulfillment:</a:t>
            </a: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Urban distribution hubs</a:t>
            </a:r>
            <a:endParaRPr lang="en-US" sz="8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171" y="963692"/>
            <a:ext cx="6780014" cy="6780014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1171" y="7871222"/>
            <a:ext cx="6780014" cy="678001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66857" y="15033784"/>
            <a:ext cx="13666708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Last-mile delivery represents 53% of total shipping costs—innovations here drive the biggest ROI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396835" y="14906268"/>
            <a:ext cx="15240" cy="436483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</Words>
  <Application>Microsoft Office PowerPoint</Application>
  <PresentationFormat>Custom</PresentationFormat>
  <Paragraphs>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Inter Bold</vt:lpstr>
      <vt:lpstr>Inter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Lalwani, Sunil</cp:lastModifiedBy>
  <cp:revision>1</cp:revision>
  <dcterms:created xsi:type="dcterms:W3CDTF">2025-12-14T08:55:05Z</dcterms:created>
  <dcterms:modified xsi:type="dcterms:W3CDTF">2025-12-14T09:21:28Z</dcterms:modified>
</cp:coreProperties>
</file>