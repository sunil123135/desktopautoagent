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75" r:id="rId1"/>
  </p:sldMasterIdLst>
  <p:notesMasterIdLst>
    <p:notesMasterId r:id="rId3"/>
  </p:notesMasterIdLst>
  <p:sldIdLst>
    <p:sldId id="263" r:id="rId2"/>
  </p:sldIdLst>
  <p:sldSz cx="14630400" cy="8229600"/>
  <p:notesSz cx="8229600" cy="14630400"/>
  <p:embeddedFontLst>
    <p:embeddedFont>
      <p:font typeface="Century Gothic" panose="020B0502020202020204" pitchFamily="34" charset="0"/>
      <p:regular r:id="rId4"/>
      <p:bold r:id="rId5"/>
      <p:italic r:id="rId6"/>
      <p:boldItalic r:id="rId7"/>
    </p:embeddedFont>
    <p:embeddedFont>
      <p:font typeface="Inter" panose="020B0604020202020204" charset="0"/>
      <p:regular r:id="rId8"/>
    </p:embeddedFont>
    <p:embeddedFont>
      <p:font typeface="Wingdings 3" panose="05040102010807070707" pitchFamily="18" charset="2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231522-83B7-42B5-981A-D229AC2EBB8B}" v="14" dt="2025-12-14T13:33:45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 modMainMaster">
      <pc:chgData name="Lalwani, Sunil" userId="95b0a425-4eed-4b84-a7cf-34664c131309" providerId="ADAL" clId="{CC5F0CBF-77A6-4739-8FF3-8FB7DAFF4AC8}" dt="2025-12-14T13:30:10.732" v="2"/>
      <pc:docMkLst>
        <pc:docMk/>
      </pc:docMkLst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5"/>
        </pc:sldMkLst>
      </pc:sldChg>
      <pc:sldMasterChg chg="modSldLayout">
        <pc:chgData name="Lalwani, Sunil" userId="95b0a425-4eed-4b84-a7cf-34664c131309" providerId="ADAL" clId="{CC5F0CBF-77A6-4739-8FF3-8FB7DAFF4AC8}" dt="2025-12-14T13:30:10.732" v="2"/>
        <pc:sldMasterMkLst>
          <pc:docMk/>
          <pc:sldMasterMk cId="3949063383" sldId="2147483670"/>
        </pc:sldMasterMkLst>
        <pc:sldLayoutChg chg="delSp">
          <pc:chgData name="Lalwani, Sunil" userId="95b0a425-4eed-4b84-a7cf-34664c131309" providerId="ADAL" clId="{CC5F0CBF-77A6-4739-8FF3-8FB7DAFF4AC8}" dt="2025-12-14T13:30:10.732" v="2"/>
          <pc:sldLayoutMkLst>
            <pc:docMk/>
            <pc:sldMasterMk cId="3949063383" sldId="2147483670"/>
            <pc:sldLayoutMk cId="2441890170" sldId="2147483682"/>
          </pc:sldLayoutMkLst>
          <pc:spChg chg="del">
            <ac:chgData name="Lalwani, Sunil" userId="95b0a425-4eed-4b84-a7cf-34664c131309" providerId="ADAL" clId="{CC5F0CBF-77A6-4739-8FF3-8FB7DAFF4AC8}" dt="2025-12-14T13:30:10.732" v="2"/>
            <ac:spMkLst>
              <pc:docMk/>
              <pc:sldMasterMk cId="3949063383" sldId="2147483670"/>
              <pc:sldLayoutMk cId="2441890170" sldId="2147483682"/>
              <ac:spMk id="2" creationId="{00000000-0000-0000-0000-000000000000}"/>
            </ac:spMkLst>
          </pc:spChg>
          <pc:spChg chg="del">
            <ac:chgData name="Lalwani, Sunil" userId="95b0a425-4eed-4b84-a7cf-34664c131309" providerId="ADAL" clId="{CC5F0CBF-77A6-4739-8FF3-8FB7DAFF4AC8}" dt="2025-12-14T13:30:10.732" v="2"/>
            <ac:spMkLst>
              <pc:docMk/>
              <pc:sldMasterMk cId="3949063383" sldId="2147483670"/>
              <pc:sldLayoutMk cId="2441890170" sldId="2147483682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2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2519679"/>
            <a:ext cx="10590790" cy="3213178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2190781" y="2150669"/>
            <a:ext cx="1188719" cy="3657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0742372" y="3873399"/>
            <a:ext cx="4631754" cy="3657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23049" y="354876"/>
            <a:ext cx="1005839" cy="92122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2128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945" y="3124200"/>
            <a:ext cx="10590791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1933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213174"/>
            <a:ext cx="5221230" cy="2740589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671" y="3213173"/>
            <a:ext cx="4509054" cy="2740589"/>
          </a:xfrm>
        </p:spPr>
        <p:txBody>
          <a:bodyPr anchor="ctr"/>
          <a:lstStyle>
            <a:lvl1pPr marL="0" indent="0" algn="l">
              <a:buNone/>
              <a:defRPr sz="24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0670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45" y="3124201"/>
            <a:ext cx="5790190" cy="40995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0455" y="3124200"/>
            <a:ext cx="5790191" cy="40995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2163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3124200"/>
            <a:ext cx="579018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945" y="3815715"/>
            <a:ext cx="5790190" cy="3408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50455" y="3124200"/>
            <a:ext cx="579019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50455" y="3815715"/>
            <a:ext cx="5790191" cy="3408047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191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96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9920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1554480"/>
            <a:ext cx="3351790" cy="192024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7375" y="1737360"/>
            <a:ext cx="6228079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3755137"/>
            <a:ext cx="3351790" cy="3474719"/>
          </a:xfrm>
        </p:spPr>
        <p:txBody>
          <a:bodyPr/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8108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2032000"/>
            <a:ext cx="4638161" cy="208280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7444" y="1371600"/>
            <a:ext cx="3872632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4389120"/>
            <a:ext cx="4631054" cy="1645920"/>
          </a:xfrm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584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5963912"/>
            <a:ext cx="10590791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5" y="822960"/>
            <a:ext cx="10590791" cy="4114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6643998"/>
            <a:ext cx="10590790" cy="592454"/>
          </a:xfrm>
        </p:spPr>
        <p:txBody>
          <a:bodyPr>
            <a:normAutofit/>
          </a:bodyPr>
          <a:lstStyle>
            <a:lvl1pPr marL="0" indent="0">
              <a:buNone/>
              <a:defRPr sz="144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4078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8558" y="1276101"/>
            <a:ext cx="10598179" cy="164758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251960"/>
            <a:ext cx="10590791" cy="297180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7139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057879" y="728803"/>
            <a:ext cx="96229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1861350" y="3136545"/>
            <a:ext cx="78331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254" y="1178561"/>
            <a:ext cx="10144687" cy="323595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335135" y="4414519"/>
            <a:ext cx="9277463" cy="4106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6" y="6035040"/>
            <a:ext cx="11093876" cy="1197428"/>
          </a:xfrm>
        </p:spPr>
        <p:txBody>
          <a:bodyPr anchor="ctr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041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2844800"/>
            <a:ext cx="10590792" cy="218701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6029960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17218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3"/>
            <a:ext cx="377025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85944" y="3815717"/>
            <a:ext cx="3770255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266" y="3124200"/>
            <a:ext cx="377641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415266" y="3815716"/>
            <a:ext cx="3776411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65762" y="3124201"/>
            <a:ext cx="377487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65995" y="3815715"/>
            <a:ext cx="3774643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284765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326881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041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439413"/>
            <a:ext cx="366052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601464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85945" y="6130927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2638" y="5439413"/>
            <a:ext cx="3660526" cy="691516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698155" y="3124200"/>
            <a:ext cx="3229492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484206" y="6130926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79331" y="5439414"/>
            <a:ext cx="366131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795637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79330" y="6130925"/>
            <a:ext cx="3661315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5286997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9357362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73333" y="7670206"/>
            <a:ext cx="4373138" cy="36576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3879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3124200"/>
            <a:ext cx="10590791" cy="409956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834527" y="7670206"/>
            <a:ext cx="1188719" cy="36575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4758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2283" y="1534160"/>
            <a:ext cx="1691958" cy="5698308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1534160"/>
            <a:ext cx="7507230" cy="5698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783725" y="7670206"/>
            <a:ext cx="1190562" cy="36575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73469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52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385945" y="1168402"/>
            <a:ext cx="10513696" cy="848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0"/>
            <a:ext cx="10513696" cy="4099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3725" y="7670206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3333" y="7670206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68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  <p:sldLayoutId id="2147483892" r:id="rId17"/>
    <p:sldLayoutId id="2147483893" r:id="rId18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5050"/>
            <a:ext cx="107371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5 Cs of Supply Chain Management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224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028224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Minimizing expenses while maintaining quality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58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Wingdings 3</vt:lpstr>
      <vt:lpstr>Century Gothic</vt:lpstr>
      <vt:lpstr>Arial</vt:lpstr>
      <vt:lpstr>Inter Bold</vt:lpstr>
      <vt:lpstr>Inter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2025-12-14T13:33:55Z</dcterms:modified>
</cp:coreProperties>
</file>